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9.svg" ContentType="image/svg+xml"/>
  <Override PartName="/ppt/media/image23.svg" ContentType="image/svg+xml"/>
  <Override PartName="/ppt/media/image27.svg" ContentType="image/svg+xml"/>
  <Override PartName="/ppt/media/image3.svg" ContentType="image/svg+xml"/>
  <Override PartName="/ppt/media/image40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7"/>
  </p:notesMasterIdLst>
  <p:handoutMasterIdLst>
    <p:handoutMasterId r:id="rId48"/>
  </p:handout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37"/>
    <p:sldId id="275" r:id="rId38"/>
    <p:sldId id="276" r:id="rId39"/>
  </p:sldIdLst>
  <p:sldSz cx="12192000" cy="6858000"/>
  <p:notesSz cx="6858000" cy="9144000"/>
  <p:embeddedFontLst>
    <p:embeddedFont>
      <p:font typeface="Roboto" panose="02000000000000000000" pitchFamily="2" charset="0"/>
      <p:regular r:id="rId49"/>
      <p:bold r:id="rId50"/>
      <p:italic r:id="rId51"/>
      <p:boldItalic r:id="rId52"/>
    </p:embeddedFont>
  </p:embeddedFontLst>
  <p:custDataLst>
    <p:tags r:id="rId5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53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A6D800-0514-7CF3-1E44-249899CB936C}" name="Tatiana Horta Alvarez" initials="TH" userId="S::tatiana.hortaalvarez@sdworx.com::f07de23e-3815-405e-b3de-227c766c1ba4" providerId="AD"/>
  <p188:author id="{B47F1B5B-7D76-0AC2-9AC8-6F5ACB5A2D3C}" name="Justine Kerr" initials="JK" userId="S::justine.kerr@sdworx.com::2439fd2f-8fd4-4f64-854b-14f859c84ca9" providerId="AD"/>
  <p188:author id="{F2AE49F4-D345-AED3-84AE-D3518F64ECCB}" name="Sebastiaan Peeters" initials="SP" userId="Sebastiaan Peeters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0707"/>
    <a:srgbClr val="B4D1E2"/>
    <a:srgbClr val="FFFFFF"/>
    <a:srgbClr val="438AB5"/>
    <a:srgbClr val="E4E6EB"/>
    <a:srgbClr val="F2F2F2"/>
    <a:srgbClr val="7A0051"/>
    <a:srgbClr val="FF4E0F"/>
    <a:srgbClr val="75829B"/>
    <a:srgbClr val="3036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B46907-927F-4A84-B2B4-D6D55F20F72E}" v="5" dt="2026-04-01T08:38:37.287"/>
  </p1510:revLst>
</p1510:revInfo>
</file>

<file path=ppt/tableStyles.xml><?xml version="1.0" encoding="utf-8"?>
<a:tblStyleLst xmlns:a="http://schemas.openxmlformats.org/drawingml/2006/main" def="{5C22544A-7EE6-4342-B048-85BDC9FD1C3A}"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>
        <p:guide orient="horz" pos="345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7" Type="http://schemas.openxmlformats.org/officeDocument/2006/relationships/notesMaster" Target="notesMasters/notesMaster1.xml"/><Relationship Id="rId48" Type="http://schemas.openxmlformats.org/officeDocument/2006/relationships/handoutMaster" Target="handoutMasters/handoutMaster1.xml"/><Relationship Id="rId49" Type="http://schemas.openxmlformats.org/officeDocument/2006/relationships/font" Target="fonts/font1.fntdata"/><Relationship Id="rId50" Type="http://schemas.openxmlformats.org/officeDocument/2006/relationships/font" Target="fonts/font2.fntdata"/><Relationship Id="rId51" Type="http://schemas.openxmlformats.org/officeDocument/2006/relationships/font" Target="fonts/font3.fntdata"/><Relationship Id="rId52" Type="http://schemas.openxmlformats.org/officeDocument/2006/relationships/font" Target="fonts/font4.fntdata"/><Relationship Id="rId53" Type="http://schemas.openxmlformats.org/officeDocument/2006/relationships/tags" Target="tags/tag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Relationship Id="rId58" Type="http://schemas.microsoft.com/office/2016/11/relationships/changesInfo" Target="changesInfos/changesInfo1.xml"/><Relationship Id="rId59" Type="http://schemas.microsoft.com/office/2015/10/relationships/revisionInfo" Target="revisionInfo.xml"/><Relationship Id="rId6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sley Swildens" userId="70b784e2-784e-4de5-bcb6-5099068a5829" providerId="ADAL" clId="{E2810B74-B2DF-4666-9432-35D740850E2D}"/>
    <pc:docChg chg="custSel addSld delSld modSld sldOrd">
      <pc:chgData name="Wesley Swildens" userId="70b784e2-784e-4de5-bcb6-5099068a5829" providerId="ADAL" clId="{E2810B74-B2DF-4666-9432-35D740850E2D}" dt="2026-04-01T11:57:19.133" v="446" actId="20577"/>
      <pc:docMkLst>
        <pc:docMk/>
      </pc:docMkLst>
      <pc:sldChg chg="del">
        <pc:chgData name="Wesley Swildens" userId="70b784e2-784e-4de5-bcb6-5099068a5829" providerId="ADAL" clId="{E2810B74-B2DF-4666-9432-35D740850E2D}" dt="2026-04-01T08:17:33.750" v="74" actId="47"/>
        <pc:sldMkLst>
          <pc:docMk/>
          <pc:sldMk cId="2111273825" sldId="2147481243"/>
        </pc:sldMkLst>
      </pc:sldChg>
      <pc:sldChg chg="del">
        <pc:chgData name="Wesley Swildens" userId="70b784e2-784e-4de5-bcb6-5099068a5829" providerId="ADAL" clId="{E2810B74-B2DF-4666-9432-35D740850E2D}" dt="2026-04-01T08:17:34.430" v="76" actId="47"/>
        <pc:sldMkLst>
          <pc:docMk/>
          <pc:sldMk cId="1347540792" sldId="2147481244"/>
        </pc:sldMkLst>
      </pc:sldChg>
      <pc:sldChg chg="modSp mod ord">
        <pc:chgData name="Wesley Swildens" userId="70b784e2-784e-4de5-bcb6-5099068a5829" providerId="ADAL" clId="{E2810B74-B2DF-4666-9432-35D740850E2D}" dt="2026-04-01T11:57:19.133" v="446" actId="20577"/>
        <pc:sldMkLst>
          <pc:docMk/>
          <pc:sldMk cId="638431858" sldId="2147481245"/>
        </pc:sldMkLst>
        <pc:spChg chg="mod">
          <ac:chgData name="Wesley Swildens" userId="70b784e2-784e-4de5-bcb6-5099068a5829" providerId="ADAL" clId="{E2810B74-B2DF-4666-9432-35D740850E2D}" dt="2026-04-01T11:57:16.391" v="444" actId="20577"/>
          <ac:spMkLst>
            <pc:docMk/>
            <pc:sldMk cId="638431858" sldId="2147481245"/>
            <ac:spMk id="2" creationId="{56323855-4B2E-56EE-579E-8D5D5B05DA46}"/>
          </ac:spMkLst>
        </pc:spChg>
        <pc:spChg chg="mod">
          <ac:chgData name="Wesley Swildens" userId="70b784e2-784e-4de5-bcb6-5099068a5829" providerId="ADAL" clId="{E2810B74-B2DF-4666-9432-35D740850E2D}" dt="2026-04-01T11:57:17.406" v="445" actId="20577"/>
          <ac:spMkLst>
            <pc:docMk/>
            <pc:sldMk cId="638431858" sldId="2147481245"/>
            <ac:spMk id="3" creationId="{FBE1CF80-B37D-D308-55AC-CD400EB25414}"/>
          </ac:spMkLst>
        </pc:spChg>
        <pc:spChg chg="mod">
          <ac:chgData name="Wesley Swildens" userId="70b784e2-784e-4de5-bcb6-5099068a5829" providerId="ADAL" clId="{E2810B74-B2DF-4666-9432-35D740850E2D}" dt="2026-04-01T08:17:13.421" v="58" actId="20577"/>
          <ac:spMkLst>
            <pc:docMk/>
            <pc:sldMk cId="638431858" sldId="2147481245"/>
            <ac:spMk id="4" creationId="{F6E54810-877C-5603-AB41-71011BB50804}"/>
          </ac:spMkLst>
        </pc:spChg>
        <pc:spChg chg="mod">
          <ac:chgData name="Wesley Swildens" userId="70b784e2-784e-4de5-bcb6-5099068a5829" providerId="ADAL" clId="{E2810B74-B2DF-4666-9432-35D740850E2D}" dt="2026-04-01T11:57:19.133" v="446" actId="20577"/>
          <ac:spMkLst>
            <pc:docMk/>
            <pc:sldMk cId="638431858" sldId="2147481245"/>
            <ac:spMk id="5" creationId="{C24A945C-322B-324F-8ED6-867C08D2E25E}"/>
          </ac:spMkLst>
        </pc:spChg>
      </pc:sldChg>
      <pc:sldChg chg="del">
        <pc:chgData name="Wesley Swildens" userId="70b784e2-784e-4de5-bcb6-5099068a5829" providerId="ADAL" clId="{E2810B74-B2DF-4666-9432-35D740850E2D}" dt="2026-04-01T08:17:42.931" v="78" actId="47"/>
        <pc:sldMkLst>
          <pc:docMk/>
          <pc:sldMk cId="1179785802" sldId="2147481247"/>
        </pc:sldMkLst>
      </pc:sldChg>
      <pc:sldChg chg="del">
        <pc:chgData name="Wesley Swildens" userId="70b784e2-784e-4de5-bcb6-5099068a5829" providerId="ADAL" clId="{E2810B74-B2DF-4666-9432-35D740850E2D}" dt="2026-04-01T08:17:34.042" v="75" actId="47"/>
        <pc:sldMkLst>
          <pc:docMk/>
          <pc:sldMk cId="709251535" sldId="2147481278"/>
        </pc:sldMkLst>
      </pc:sldChg>
      <pc:sldChg chg="del">
        <pc:chgData name="Wesley Swildens" userId="70b784e2-784e-4de5-bcb6-5099068a5829" providerId="ADAL" clId="{E2810B74-B2DF-4666-9432-35D740850E2D}" dt="2026-04-01T08:17:37.895" v="77" actId="47"/>
        <pc:sldMkLst>
          <pc:docMk/>
          <pc:sldMk cId="3366558192" sldId="2147481287"/>
        </pc:sldMkLst>
      </pc:sldChg>
      <pc:sldChg chg="del">
        <pc:chgData name="Wesley Swildens" userId="70b784e2-784e-4de5-bcb6-5099068a5829" providerId="ADAL" clId="{E2810B74-B2DF-4666-9432-35D740850E2D}" dt="2026-04-01T08:17:50.483" v="91" actId="47"/>
        <pc:sldMkLst>
          <pc:docMk/>
          <pc:sldMk cId="3673525367" sldId="2147481300"/>
        </pc:sldMkLst>
      </pc:sldChg>
      <pc:sldChg chg="addSp delSp modSp del mod ord">
        <pc:chgData name="Wesley Swildens" userId="70b784e2-784e-4de5-bcb6-5099068a5829" providerId="ADAL" clId="{E2810B74-B2DF-4666-9432-35D740850E2D}" dt="2026-04-01T11:57:12.812" v="443" actId="47"/>
        <pc:sldMkLst>
          <pc:docMk/>
          <pc:sldMk cId="7845119" sldId="2147481303"/>
        </pc:sldMkLst>
        <pc:spChg chg="del">
          <ac:chgData name="Wesley Swildens" userId="70b784e2-784e-4de5-bcb6-5099068a5829" providerId="ADAL" clId="{E2810B74-B2DF-4666-9432-35D740850E2D}" dt="2026-04-01T08:35:01.997" v="95" actId="478"/>
          <ac:spMkLst>
            <pc:docMk/>
            <pc:sldMk cId="7845119" sldId="2147481303"/>
            <ac:spMk id="5" creationId="{9FA6B80F-EBA6-A809-CCDB-AB5A181E27E1}"/>
          </ac:spMkLst>
        </pc:spChg>
        <pc:spChg chg="add mod">
          <ac:chgData name="Wesley Swildens" userId="70b784e2-784e-4de5-bcb6-5099068a5829" providerId="ADAL" clId="{E2810B74-B2DF-4666-9432-35D740850E2D}" dt="2026-04-01T08:35:16.722" v="134" actId="20577"/>
          <ac:spMkLst>
            <pc:docMk/>
            <pc:sldMk cId="7845119" sldId="2147481303"/>
            <ac:spMk id="7" creationId="{CE5A9BA4-CFCB-ABE9-B1C9-677B86A4B29D}"/>
          </ac:spMkLst>
        </pc:spChg>
        <pc:spChg chg="add mod">
          <ac:chgData name="Wesley Swildens" userId="70b784e2-784e-4de5-bcb6-5099068a5829" providerId="ADAL" clId="{E2810B74-B2DF-4666-9432-35D740850E2D}" dt="2026-04-01T08:35:46.547" v="157" actId="1076"/>
          <ac:spMkLst>
            <pc:docMk/>
            <pc:sldMk cId="7845119" sldId="2147481303"/>
            <ac:spMk id="8" creationId="{DD018FFE-456D-76B3-7E55-027364C8BD16}"/>
          </ac:spMkLst>
        </pc:spChg>
        <pc:spChg chg="add mod">
          <ac:chgData name="Wesley Swildens" userId="70b784e2-784e-4de5-bcb6-5099068a5829" providerId="ADAL" clId="{E2810B74-B2DF-4666-9432-35D740850E2D}" dt="2026-04-01T08:35:51.159" v="158" actId="1076"/>
          <ac:spMkLst>
            <pc:docMk/>
            <pc:sldMk cId="7845119" sldId="2147481303"/>
            <ac:spMk id="9" creationId="{93D0187E-F933-5CA2-BDC9-DFAE08AF7386}"/>
          </ac:spMkLst>
        </pc:spChg>
        <pc:cxnChg chg="add mod">
          <ac:chgData name="Wesley Swildens" userId="70b784e2-784e-4de5-bcb6-5099068a5829" providerId="ADAL" clId="{E2810B74-B2DF-4666-9432-35D740850E2D}" dt="2026-04-01T08:35:46.547" v="157" actId="1076"/>
          <ac:cxnSpMkLst>
            <pc:docMk/>
            <pc:sldMk cId="7845119" sldId="2147481303"/>
            <ac:cxnSpMk id="11" creationId="{6FFF5F56-CDE8-AB30-EEAE-C59D70A51274}"/>
          </ac:cxnSpMkLst>
        </pc:cxnChg>
        <pc:cxnChg chg="add mod">
          <ac:chgData name="Wesley Swildens" userId="70b784e2-784e-4de5-bcb6-5099068a5829" providerId="ADAL" clId="{E2810B74-B2DF-4666-9432-35D740850E2D}" dt="2026-04-01T08:35:51.159" v="158" actId="1076"/>
          <ac:cxnSpMkLst>
            <pc:docMk/>
            <pc:sldMk cId="7845119" sldId="2147481303"/>
            <ac:cxnSpMk id="12" creationId="{99D163FE-E290-A450-B47A-A8C8BCAB5A56}"/>
          </ac:cxnSpMkLst>
        </pc:cxnChg>
      </pc:sldChg>
      <pc:sldChg chg="del">
        <pc:chgData name="Wesley Swildens" userId="70b784e2-784e-4de5-bcb6-5099068a5829" providerId="ADAL" clId="{E2810B74-B2DF-4666-9432-35D740850E2D}" dt="2026-04-01T08:17:43.164" v="79" actId="47"/>
        <pc:sldMkLst>
          <pc:docMk/>
          <pc:sldMk cId="1217130544" sldId="2147481305"/>
        </pc:sldMkLst>
      </pc:sldChg>
      <pc:sldChg chg="modSp new del mod">
        <pc:chgData name="Wesley Swildens" userId="70b784e2-784e-4de5-bcb6-5099068a5829" providerId="ADAL" clId="{E2810B74-B2DF-4666-9432-35D740850E2D}" dt="2026-04-01T11:57:11.939" v="441" actId="47"/>
        <pc:sldMkLst>
          <pc:docMk/>
          <pc:sldMk cId="289894915" sldId="2147481309"/>
        </pc:sldMkLst>
        <pc:spChg chg="mod">
          <ac:chgData name="Wesley Swildens" userId="70b784e2-784e-4de5-bcb6-5099068a5829" providerId="ADAL" clId="{E2810B74-B2DF-4666-9432-35D740850E2D}" dt="2026-04-01T08:38:32.707" v="398" actId="20577"/>
          <ac:spMkLst>
            <pc:docMk/>
            <pc:sldMk cId="289894915" sldId="2147481309"/>
            <ac:spMk id="2" creationId="{D8F8E23D-26E5-AB92-5A12-D669142D77B9}"/>
          </ac:spMkLst>
        </pc:spChg>
        <pc:spChg chg="mod">
          <ac:chgData name="Wesley Swildens" userId="70b784e2-784e-4de5-bcb6-5099068a5829" providerId="ADAL" clId="{E2810B74-B2DF-4666-9432-35D740850E2D}" dt="2026-04-01T08:38:37.287" v="399"/>
          <ac:spMkLst>
            <pc:docMk/>
            <pc:sldMk cId="289894915" sldId="2147481309"/>
            <ac:spMk id="3" creationId="{67AB31E6-CC91-1064-7353-6495609423CC}"/>
          </ac:spMkLst>
        </pc:spChg>
        <pc:spChg chg="mod">
          <ac:chgData name="Wesley Swildens" userId="70b784e2-784e-4de5-bcb6-5099068a5829" providerId="ADAL" clId="{E2810B74-B2DF-4666-9432-35D740850E2D}" dt="2026-04-01T08:38:43.606" v="402" actId="12"/>
          <ac:spMkLst>
            <pc:docMk/>
            <pc:sldMk cId="289894915" sldId="2147481309"/>
            <ac:spMk id="5" creationId="{D2C7B862-7453-26B7-12FE-DAF8B30F925A}"/>
          </ac:spMkLst>
        </pc:spChg>
      </pc:sldChg>
      <pc:sldChg chg="addSp delSp modSp add del mod">
        <pc:chgData name="Wesley Swildens" userId="70b784e2-784e-4de5-bcb6-5099068a5829" providerId="ADAL" clId="{E2810B74-B2DF-4666-9432-35D740850E2D}" dt="2026-04-01T11:57:12.133" v="442" actId="47"/>
        <pc:sldMkLst>
          <pc:docMk/>
          <pc:sldMk cId="6440711" sldId="2147481310"/>
        </pc:sldMkLst>
        <pc:spChg chg="mod">
          <ac:chgData name="Wesley Swildens" userId="70b784e2-784e-4de5-bcb6-5099068a5829" providerId="ADAL" clId="{E2810B74-B2DF-4666-9432-35D740850E2D}" dt="2026-04-01T08:39:50.679" v="439" actId="20577"/>
          <ac:spMkLst>
            <pc:docMk/>
            <pc:sldMk cId="6440711" sldId="2147481310"/>
            <ac:spMk id="2" creationId="{43F3759D-7F40-7726-D0D7-AEBF07361D56}"/>
          </ac:spMkLst>
        </pc:spChg>
        <pc:spChg chg="mod">
          <ac:chgData name="Wesley Swildens" userId="70b784e2-784e-4de5-bcb6-5099068a5829" providerId="ADAL" clId="{E2810B74-B2DF-4666-9432-35D740850E2D}" dt="2026-04-01T08:39:56.089" v="440" actId="20577"/>
          <ac:spMkLst>
            <pc:docMk/>
            <pc:sldMk cId="6440711" sldId="2147481310"/>
            <ac:spMk id="3" creationId="{42F6CE2B-A46D-DDF0-33D2-B339F3C632AE}"/>
          </ac:spMkLst>
        </pc:spChg>
        <pc:spChg chg="del">
          <ac:chgData name="Wesley Swildens" userId="70b784e2-784e-4de5-bcb6-5099068a5829" providerId="ADAL" clId="{E2810B74-B2DF-4666-9432-35D740850E2D}" dt="2026-04-01T08:39:43.982" v="404" actId="478"/>
          <ac:spMkLst>
            <pc:docMk/>
            <pc:sldMk cId="6440711" sldId="2147481310"/>
            <ac:spMk id="5" creationId="{0C264C19-AD9A-860E-C4C6-1AE4D52E1587}"/>
          </ac:spMkLst>
        </pc:spChg>
        <pc:spChg chg="add mod">
          <ac:chgData name="Wesley Swildens" userId="70b784e2-784e-4de5-bcb6-5099068a5829" providerId="ADAL" clId="{E2810B74-B2DF-4666-9432-35D740850E2D}" dt="2026-04-01T08:39:43.982" v="404" actId="478"/>
          <ac:spMkLst>
            <pc:docMk/>
            <pc:sldMk cId="6440711" sldId="2147481310"/>
            <ac:spMk id="8" creationId="{180800D1-E4D5-C750-0F89-54F03CA1A902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66C0CD6-9958-4382-6164-6B915CE296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C7B747-7D3E-E0D9-0C82-2086009DA6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D86A5C-3D0E-41C2-9665-FA80620280BA}" type="datetimeFigureOut">
              <a:rPr lang="en-ZA" smtClean="0"/>
              <a:t>2026/04/01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2F0CFD-E4AE-90DF-89FE-329EDB539B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1F0166-7963-AE9F-DBDA-6E4380D2C39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B228B8-D416-4D08-96F9-2BC5895710C9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64463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2BADE-771C-4402-9D03-BBBA2FAB7123}" type="datetimeFigureOut">
              <a:rPr lang="nl-BE" smtClean="0"/>
              <a:t>1/04/2026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C5ABF6-E82B-4ED5-A0CA-9A730DE64A0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61097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19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eg"/><Relationship Id="rId3" Type="http://schemas.openxmlformats.org/officeDocument/2006/relationships/image" Target="../media/image22.png"/><Relationship Id="rId4" Type="http://schemas.openxmlformats.org/officeDocument/2006/relationships/image" Target="../media/image2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3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eg"/><Relationship Id="rId3" Type="http://schemas.openxmlformats.org/officeDocument/2006/relationships/image" Target="../media/image3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eg"/><Relationship Id="rId3" Type="http://schemas.openxmlformats.org/officeDocument/2006/relationships/image" Target="../media/image3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eg"/><Relationship Id="rId3" Type="http://schemas.openxmlformats.org/officeDocument/2006/relationships/image" Target="../media/image34.png"/><Relationship Id="rId4" Type="http://schemas.openxmlformats.org/officeDocument/2006/relationships/image" Target="../media/image22.png"/><Relationship Id="rId5" Type="http://schemas.openxmlformats.org/officeDocument/2006/relationships/image" Target="../media/image2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eg"/><Relationship Id="rId3" Type="http://schemas.openxmlformats.org/officeDocument/2006/relationships/image" Target="../media/image35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eg"/><Relationship Id="rId3" Type="http://schemas.openxmlformats.org/officeDocument/2006/relationships/image" Target="../media/image35.png"/><Relationship Id="rId4" Type="http://schemas.openxmlformats.org/officeDocument/2006/relationships/image" Target="../media/image22.png"/><Relationship Id="rId5" Type="http://schemas.openxmlformats.org/officeDocument/2006/relationships/image" Target="../media/image23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jpeg"/><Relationship Id="rId3" Type="http://schemas.openxmlformats.org/officeDocument/2006/relationships/image" Target="../media/image22.png"/><Relationship Id="rId4" Type="http://schemas.openxmlformats.org/officeDocument/2006/relationships/image" Target="../media/image23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jpeg"/><Relationship Id="rId3" Type="http://schemas.openxmlformats.org/officeDocument/2006/relationships/image" Target="../media/image22.png"/><Relationship Id="rId4" Type="http://schemas.openxmlformats.org/officeDocument/2006/relationships/image" Target="../media/image23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0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jpeg"/><Relationship Id="rId3" Type="http://schemas.openxmlformats.org/officeDocument/2006/relationships/image" Target="../media/image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1083D7-364F-C608-1096-3927C02BD47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8" b="8"/>
          <a:stretch/>
        </p:blipFill>
        <p:spPr>
          <a:xfrm>
            <a:off x="3373327" y="2579089"/>
            <a:ext cx="5438526" cy="171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961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- 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1083D7-364F-C608-1096-3927C02BD4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1421" b="31421"/>
          <a:stretch/>
        </p:blipFill>
        <p:spPr>
          <a:xfrm>
            <a:off x="2134561" y="2172695"/>
            <a:ext cx="7961939" cy="2515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4066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icture - option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0DD0C94-7ED8-9517-6FD2-1F88158515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" r="12"/>
          <a:stretch/>
        </p:blipFill>
        <p:spPr>
          <a:xfrm>
            <a:off x="1" y="0"/>
            <a:ext cx="1220595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7" y="1151467"/>
            <a:ext cx="4445529" cy="2896405"/>
          </a:xfrm>
        </p:spPr>
        <p:txBody>
          <a:bodyPr anchor="b">
            <a:noAutofit/>
          </a:bodyPr>
          <a:lstStyle>
            <a:lvl1pPr marL="0" marR="0" indent="0" algn="l" defTabSz="914400" rtl="0" eaLnBrk="1" fontAlgn="auto" latinLnBrk="0" hangingPunct="1">
              <a:lnSpc>
                <a:spcPct val="7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8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Insert presentation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0C965A-BC41-832A-4C61-304D3FCC0D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4" y="4156808"/>
            <a:ext cx="4444008" cy="759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9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</a:t>
            </a:r>
            <a:endParaRPr lang="en-ZA"/>
          </a:p>
        </p:txBody>
      </p:sp>
      <p:pic>
        <p:nvPicPr>
          <p:cNvPr id="4" name="Picture 3" descr="A black and grey logo&#10;&#10;Description automatically generated">
            <a:extLst>
              <a:ext uri="{FF2B5EF4-FFF2-40B4-BE49-F238E27FC236}">
                <a16:creationId xmlns:a16="http://schemas.microsoft.com/office/drawing/2014/main" id="{FEBB6CAE-FEFC-E0D2-D2DA-6C0C7DB93E3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938" y="333353"/>
            <a:ext cx="1543681" cy="487751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4A0540-AC55-6983-E7FA-8DCC277159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7" y="5113865"/>
            <a:ext cx="4444007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Name speaker</a:t>
            </a:r>
            <a:endParaRPr lang="nl-NL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AB15C7E4-94D7-DD04-8467-962F4CF880E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5452532"/>
            <a:ext cx="21960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Date</a:t>
            </a:r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6BB5EF-9D87-D781-5199-E034BBC95DC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0325" r="5317" b="15642"/>
          <a:stretch>
            <a:fillRect/>
          </a:stretch>
        </p:blipFill>
        <p:spPr>
          <a:xfrm>
            <a:off x="4688974" y="0"/>
            <a:ext cx="5871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256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icture - option 2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6BE3066-C9B8-D411-D13C-DAEB265FA02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-491067"/>
            <a:ext cx="12192000" cy="7349067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ZA"/>
              <a:t>Drag picture to slide or select the image placeholder field and go to ‘insert / Picture / Picture from file’</a:t>
            </a:r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20DA482B-787F-FB06-7475-E58217A77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anchor="b"/>
          <a:lstStyle>
            <a:lvl1pPr marL="0" indent="0" algn="l">
              <a:buNone/>
              <a:defRPr sz="800">
                <a:solidFill>
                  <a:schemeClr val="bg1">
                    <a:alpha val="0"/>
                  </a:schemeClr>
                </a:solidFill>
              </a:defRPr>
            </a:lvl1pPr>
            <a:lvl2pPr marL="457200" indent="0" algn="l">
              <a:buFont typeface="Arial" panose="020B0604020202020204" pitchFamily="34" charset="0"/>
              <a:buNone/>
              <a:defRPr/>
            </a:lvl2pPr>
            <a:lvl3pPr marL="914400" indent="0" algn="l">
              <a:buFont typeface="Arial" panose="020B0604020202020204" pitchFamily="34" charset="0"/>
              <a:buNone/>
              <a:defRPr/>
            </a:lvl3pPr>
            <a:lvl4pPr marL="1371600" indent="0" algn="l">
              <a:buFont typeface="Arial" panose="020B0604020202020204" pitchFamily="34" charset="0"/>
              <a:buNone/>
              <a:defRPr/>
            </a:lvl4pPr>
            <a:lvl5pPr marL="1828800" indent="0" algn="l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.</a:t>
            </a:r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7" y="1885352"/>
            <a:ext cx="5468004" cy="1857600"/>
          </a:xfrm>
        </p:spPr>
        <p:txBody>
          <a:bodyPr anchor="b">
            <a:noAutofit/>
          </a:bodyPr>
          <a:lstStyle>
            <a:lvl1pPr algn="l">
              <a:lnSpc>
                <a:spcPct val="75000"/>
              </a:lnSpc>
              <a:defRPr sz="48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Insert presentation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0C965A-BC41-832A-4C61-304D3FCC0D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3" y="3849826"/>
            <a:ext cx="5468004" cy="4638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9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</a:t>
            </a:r>
            <a:endParaRPr lang="en-ZA"/>
          </a:p>
        </p:txBody>
      </p:sp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989B7C67-B603-CA9B-FB44-8A538174B05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15938" y="4535790"/>
            <a:ext cx="2528887" cy="1025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ZA"/>
              <a:t>Optional logo</a:t>
            </a:r>
            <a:endParaRPr lang="en-GB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C801C3A8-28D5-2016-35AE-64D7D9B63805}"/>
              </a:ext>
            </a:extLst>
          </p:cNvPr>
          <p:cNvSpPr>
            <a:spLocks noGrp="1" noChangeAspect="1"/>
          </p:cNvSpPr>
          <p:nvPr>
            <p:ph type="body" sz="quarter" idx="13" hasCustomPrompt="1"/>
          </p:nvPr>
        </p:nvSpPr>
        <p:spPr>
          <a:xfrm>
            <a:off x="512123" y="324933"/>
            <a:ext cx="1534371" cy="486000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 anchor="b"/>
          <a:lstStyle>
            <a:lvl1pPr marL="0" indent="0" algn="l">
              <a:buNone/>
              <a:defRPr sz="800">
                <a:solidFill>
                  <a:schemeClr val="bg1">
                    <a:alpha val="0"/>
                  </a:schemeClr>
                </a:solidFill>
              </a:defRPr>
            </a:lvl1pPr>
            <a:lvl2pPr marL="457200" indent="0" algn="l">
              <a:buFont typeface="Arial" panose="020B0604020202020204" pitchFamily="34" charset="0"/>
              <a:buNone/>
              <a:defRPr/>
            </a:lvl2pPr>
            <a:lvl3pPr marL="914400" indent="0" algn="l">
              <a:buFont typeface="Arial" panose="020B0604020202020204" pitchFamily="34" charset="0"/>
              <a:buNone/>
              <a:defRPr/>
            </a:lvl3pPr>
            <a:lvl4pPr marL="1371600" indent="0" algn="l">
              <a:buFont typeface="Arial" panose="020B0604020202020204" pitchFamily="34" charset="0"/>
              <a:buNone/>
              <a:defRPr/>
            </a:lvl4pPr>
            <a:lvl5pPr marL="1828800" indent="0" algn="l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.</a:t>
            </a:r>
            <a:endParaRPr lang="nl-NL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EE9D96DE-AFD5-9AE1-D5F3-D95B456A362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7" y="5980944"/>
            <a:ext cx="5468003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Name speaker</a:t>
            </a:r>
            <a:endParaRPr lang="nl-NL"/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3BC4A3FD-ABD5-0A28-EBEB-85525E9841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8" y="6319611"/>
            <a:ext cx="21960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</a:t>
            </a:r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7A9F4A-C783-4ABB-7065-2E1282DB3159}"/>
              </a:ext>
            </a:extLst>
          </p:cNvPr>
          <p:cNvSpPr txBox="1"/>
          <p:nvPr userDrawn="1"/>
        </p:nvSpPr>
        <p:spPr>
          <a:xfrm>
            <a:off x="-2272553" y="1885352"/>
            <a:ext cx="1849219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You can adapt the text to a dark blue colour if you use a light picture.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621EB3-BD7B-9573-3EC2-7DDD809AFF44}"/>
              </a:ext>
            </a:extLst>
          </p:cNvPr>
          <p:cNvSpPr txBox="1"/>
          <p:nvPr userDrawn="1"/>
        </p:nvSpPr>
        <p:spPr>
          <a:xfrm>
            <a:off x="-2272553" y="-541287"/>
            <a:ext cx="1849219" cy="2308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If the placeholder already has an image, right click on the top of the image and choose ‘Change picture / from a file’. </a:t>
            </a:r>
          </a:p>
        </p:txBody>
      </p:sp>
    </p:spTree>
    <p:extLst>
      <p:ext uri="{BB962C8B-B14F-4D97-AF65-F5344CB8AC3E}">
        <p14:creationId xmlns:p14="http://schemas.microsoft.com/office/powerpoint/2010/main" val="420332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icture -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65C84C3-9C9A-C748-5F70-5443187615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1" r="11"/>
          <a:stretch/>
        </p:blipFill>
        <p:spPr>
          <a:xfrm>
            <a:off x="0" y="26188"/>
            <a:ext cx="12189288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4613CB-1EAB-666B-8ED4-31132024A7D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7" y="1128269"/>
            <a:ext cx="4225395" cy="2924634"/>
          </a:xfrm>
        </p:spPr>
        <p:txBody>
          <a:bodyPr anchor="b">
            <a:noAutofit/>
          </a:bodyPr>
          <a:lstStyle>
            <a:lvl1pPr algn="l">
              <a:lnSpc>
                <a:spcPct val="75000"/>
              </a:lnSpc>
              <a:defRPr sz="48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Insert presentation title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9F36A9E3-8C85-8C60-23A8-A6ECF9B813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3" y="4153368"/>
            <a:ext cx="4224823" cy="90488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9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 here</a:t>
            </a:r>
            <a:endParaRPr lang="en-ZA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10B26B3-0ABC-B775-B12D-48B08CA0FC5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140882" y="-5052"/>
            <a:ext cx="7051118" cy="6889240"/>
          </a:xfrm>
          <a:prstGeom prst="rect">
            <a:avLst/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None/>
              <a:defRPr lang="en-GB"/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pic>
        <p:nvPicPr>
          <p:cNvPr id="3" name="Picture 2" descr="A black and grey logo&#10;&#10;Description automatically generated">
            <a:extLst>
              <a:ext uri="{FF2B5EF4-FFF2-40B4-BE49-F238E27FC236}">
                <a16:creationId xmlns:a16="http://schemas.microsoft.com/office/drawing/2014/main" id="{710467B8-C9E9-B969-E6BB-0C18791ADFA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938" y="333353"/>
            <a:ext cx="1543681" cy="487751"/>
          </a:xfrm>
          <a:prstGeom prst="rect">
            <a:avLst/>
          </a:prstGeom>
        </p:spPr>
      </p:pic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C176ED91-11A5-D09F-048E-E695E8722D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8" y="5774265"/>
            <a:ext cx="4224822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Name speaker</a:t>
            </a:r>
            <a:endParaRPr lang="nl-NL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F77504A-983E-088B-F97F-9CF2E25305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6112932"/>
            <a:ext cx="21960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87994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text - option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0DD0C94-7ED8-9517-6FD2-1F88158515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" r="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7" y="1151467"/>
            <a:ext cx="6059524" cy="2896405"/>
          </a:xfrm>
        </p:spPr>
        <p:txBody>
          <a:bodyPr anchor="b">
            <a:noAutofit/>
          </a:bodyPr>
          <a:lstStyle>
            <a:lvl1pPr marL="0" marR="0" indent="0" algn="l" defTabSz="914400" rtl="0" eaLnBrk="1" fontAlgn="auto" latinLnBrk="0" hangingPunct="1">
              <a:lnSpc>
                <a:spcPct val="75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8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Insert presentation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0C965A-BC41-832A-4C61-304D3FCC0D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3" y="4156808"/>
            <a:ext cx="6058967" cy="759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9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</a:t>
            </a:r>
            <a:endParaRPr lang="en-ZA"/>
          </a:p>
        </p:txBody>
      </p:sp>
      <p:pic>
        <p:nvPicPr>
          <p:cNvPr id="4" name="Picture 3" descr="A black and grey logo&#10;&#10;Description automatically generated">
            <a:extLst>
              <a:ext uri="{FF2B5EF4-FFF2-40B4-BE49-F238E27FC236}">
                <a16:creationId xmlns:a16="http://schemas.microsoft.com/office/drawing/2014/main" id="{FEBB6CAE-FEFC-E0D2-D2DA-6C0C7DB93E3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938" y="333353"/>
            <a:ext cx="1543681" cy="487751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4A0540-AC55-6983-E7FA-8DCC277159B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7" y="5113865"/>
            <a:ext cx="6059524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Name speaker</a:t>
            </a:r>
            <a:endParaRPr lang="nl-NL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AB15C7E4-94D7-DD04-8467-962F4CF880E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5452532"/>
            <a:ext cx="21960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Date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8891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text - opt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4E333A3-C538-ABC5-8E92-3A52EC37D6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" r="2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7" y="1490134"/>
            <a:ext cx="7740557" cy="1856118"/>
          </a:xfrm>
        </p:spPr>
        <p:txBody>
          <a:bodyPr anchor="b">
            <a:noAutofit/>
          </a:bodyPr>
          <a:lstStyle>
            <a:lvl1pPr algn="l">
              <a:lnSpc>
                <a:spcPct val="75000"/>
              </a:lnSpc>
              <a:defRPr sz="48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Insert presentation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0C965A-BC41-832A-4C61-304D3FCC0D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3" y="3455188"/>
            <a:ext cx="7739510" cy="759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9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 here</a:t>
            </a:r>
            <a:endParaRPr lang="en-ZA"/>
          </a:p>
        </p:txBody>
      </p:sp>
      <p:pic>
        <p:nvPicPr>
          <p:cNvPr id="3" name="Picture 2" descr="A black and grey logo&#10;&#10;Description automatically generated">
            <a:extLst>
              <a:ext uri="{FF2B5EF4-FFF2-40B4-BE49-F238E27FC236}">
                <a16:creationId xmlns:a16="http://schemas.microsoft.com/office/drawing/2014/main" id="{EFC459B4-87F1-5BDE-8098-9AD7C88036D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938" y="333353"/>
            <a:ext cx="1543681" cy="487751"/>
          </a:xfrm>
          <a:prstGeom prst="rect">
            <a:avLst/>
          </a:prstGeom>
        </p:spPr>
      </p:pic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1A0D01BF-9E08-8064-CCBC-03F7F93DFA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8" y="5298828"/>
            <a:ext cx="43056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Name speaker</a:t>
            </a:r>
            <a:endParaRPr lang="nl-NL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DBD252-A0AD-2FFA-5EA1-DF0AF960DD4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5637495"/>
            <a:ext cx="2196000" cy="254001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Date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060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CAD0CB4-8CE0-B9F4-D04F-A894B58CC7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27" r="27"/>
          <a:stretch/>
        </p:blipFill>
        <p:spPr>
          <a:xfrm>
            <a:off x="0" y="-15084"/>
            <a:ext cx="12190437" cy="6873084"/>
          </a:xfrm>
          <a:prstGeom prst="rect">
            <a:avLst/>
          </a:prstGeom>
        </p:spPr>
      </p:pic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84DD3C8-CCFA-0FC9-5734-904D22D465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2561557"/>
            <a:ext cx="1753129" cy="1667701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43E3D18-522B-D0F5-C306-875ECFA702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5876" y="2562225"/>
            <a:ext cx="2287058" cy="6969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81E9C8C0-FE4F-AF35-274E-DB6D7A1C9A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55876" y="3290219"/>
            <a:ext cx="2287058" cy="9390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4842A364-5778-F32B-E1AF-F46B085C87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291138" y="2561557"/>
            <a:ext cx="1753129" cy="1667701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06513C9A-4ED0-5339-5931-0A730233F9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331076" y="2562225"/>
            <a:ext cx="2305048" cy="6969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0E7C7D8B-72F4-158B-BA0A-15BA90C0CF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31076" y="3290219"/>
            <a:ext cx="2287058" cy="9390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C7870E0B-990A-A14A-424E-10133B0BC9A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5938" y="4373424"/>
            <a:ext cx="1753129" cy="1667701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6ADBBCD9-44F0-3760-ED11-C127882FC3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555876" y="4374092"/>
            <a:ext cx="2287058" cy="6969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919C71B-6C5C-FF9D-E43F-2C66BFAB32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55876" y="5102086"/>
            <a:ext cx="2287058" cy="9390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EB174EE6-AE04-062E-AC3D-5D065BE4E3A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291138" y="4373424"/>
            <a:ext cx="1753129" cy="1667701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B8135C8-576D-A38D-6503-F1698A0264E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31076" y="4374092"/>
            <a:ext cx="2305048" cy="6969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27E453CA-9C5D-C92B-7728-98469E5278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331076" y="5102086"/>
            <a:ext cx="2287058" cy="9390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sp>
        <p:nvSpPr>
          <p:cNvPr id="17" name="Footer Placeholder 3">
            <a:extLst>
              <a:ext uri="{FF2B5EF4-FFF2-40B4-BE49-F238E27FC236}">
                <a16:creationId xmlns:a16="http://schemas.microsoft.com/office/drawing/2014/main" id="{C7DE7AA6-A706-8631-CD42-D0ABE982AF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659F430-54C5-2A2F-A431-98A2E271DF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466710"/>
            <a:ext cx="7832195" cy="509072"/>
          </a:xfrm>
        </p:spPr>
        <p:txBody>
          <a:bodyPr anchor="b">
            <a:noAutofit/>
          </a:bodyPr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 Team title</a:t>
            </a:r>
            <a:endParaRPr lang="en-ZA"/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C0FD3F18-3B56-3005-050D-0AFC48A1027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5937" y="1027353"/>
            <a:ext cx="7827506" cy="347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Optional sub-heading</a:t>
            </a:r>
            <a:endParaRPr lang="en-GB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AC7025A4-25A4-CEC6-9A70-0813B3F6023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3303" b="33303"/>
          <a:stretch>
            <a:fillRect/>
          </a:stretch>
        </p:blipFill>
        <p:spPr>
          <a:xfrm>
            <a:off x="212642" y="6154793"/>
            <a:ext cx="1892709" cy="539570"/>
          </a:xfrm>
          <a:prstGeom prst="rect">
            <a:avLst/>
          </a:prstGeom>
        </p:spPr>
      </p:pic>
      <p:sp>
        <p:nvSpPr>
          <p:cNvPr id="21" name="Tijdelijke aanduiding voor dianummer 5">
            <a:extLst>
              <a:ext uri="{FF2B5EF4-FFF2-40B4-BE49-F238E27FC236}">
                <a16:creationId xmlns:a16="http://schemas.microsoft.com/office/drawing/2014/main" id="{B05A46DB-29F1-4373-F856-70BBA34D9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3689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am - 1/2 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D699D31-07D6-2233-1D8A-F30FCCE2A3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5" b="175"/>
          <a:stretch>
            <a:fillRect/>
          </a:stretch>
        </p:blipFill>
        <p:spPr>
          <a:xfrm>
            <a:off x="0" y="0"/>
            <a:ext cx="12229969" cy="6858000"/>
          </a:xfrm>
          <a:prstGeom prst="rect">
            <a:avLst/>
          </a:prstGeom>
        </p:spPr>
      </p:pic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84DD3C8-CCFA-0FC9-5734-904D22D465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445244" y="2025696"/>
            <a:ext cx="2057141" cy="1956899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43E3D18-522B-D0F5-C306-875ECFA702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79430" y="4366716"/>
            <a:ext cx="2588768" cy="69691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81E9C8C0-FE4F-AF35-274E-DB6D7A1C9A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9430" y="5094710"/>
            <a:ext cx="2588768" cy="90436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sp>
        <p:nvSpPr>
          <p:cNvPr id="17" name="Footer Placeholder 3">
            <a:extLst>
              <a:ext uri="{FF2B5EF4-FFF2-40B4-BE49-F238E27FC236}">
                <a16:creationId xmlns:a16="http://schemas.microsoft.com/office/drawing/2014/main" id="{C7DE7AA6-A706-8631-CD42-D0ABE982AF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70BE1292-006E-2998-BBCA-726FBE3BB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466710"/>
            <a:ext cx="7832195" cy="509072"/>
          </a:xfrm>
        </p:spPr>
        <p:txBody>
          <a:bodyPr anchor="b">
            <a:noAutofit/>
          </a:bodyPr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 Team title</a:t>
            </a:r>
            <a:endParaRPr lang="en-ZA"/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E578095A-FCFC-517A-9451-53B0B1EB582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7" y="1027353"/>
            <a:ext cx="7827506" cy="347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sub-heading</a:t>
            </a:r>
            <a:endParaRPr lang="en-GB"/>
          </a:p>
        </p:txBody>
      </p:sp>
      <p:sp>
        <p:nvSpPr>
          <p:cNvPr id="23" name="Picture Placeholder 9">
            <a:extLst>
              <a:ext uri="{FF2B5EF4-FFF2-40B4-BE49-F238E27FC236}">
                <a16:creationId xmlns:a16="http://schemas.microsoft.com/office/drawing/2014/main" id="{DAC7338E-77A6-C8B2-72EB-2619584EA2D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473494" y="2025696"/>
            <a:ext cx="2057141" cy="1956899"/>
          </a:xfrm>
          <a:prstGeom prst="rect">
            <a:avLst/>
          </a:prstGeom>
        </p:spPr>
        <p:txBody>
          <a:bodyPr bIns="1080000"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0C4E2FB7-BBF0-D9A4-639F-C2A29303AE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07680" y="4366716"/>
            <a:ext cx="2588768" cy="69691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 b="1"/>
            </a:lvl1pPr>
          </a:lstStyle>
          <a:p>
            <a:pPr lvl="0"/>
            <a:r>
              <a:rPr lang="en-US"/>
              <a:t>Name Surname</a:t>
            </a:r>
            <a:endParaRPr lang="en-GB"/>
          </a:p>
        </p:txBody>
      </p:sp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228105DD-A5D9-37C5-1C31-83515608F74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07680" y="5094710"/>
            <a:ext cx="2588768" cy="90436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600" b="0"/>
            </a:lvl1pPr>
          </a:lstStyle>
          <a:p>
            <a:pPr lvl="0"/>
            <a:r>
              <a:rPr lang="en-US"/>
              <a:t>About me</a:t>
            </a:r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292413C2-9A21-1625-08A0-2DDAC4928DE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1278" b="31278"/>
          <a:stretch>
            <a:fillRect/>
          </a:stretch>
        </p:blipFill>
        <p:spPr>
          <a:xfrm>
            <a:off x="212642" y="6122083"/>
            <a:ext cx="1892709" cy="604990"/>
          </a:xfrm>
          <a:prstGeom prst="rect">
            <a:avLst/>
          </a:prstGeom>
        </p:spPr>
      </p:pic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801D6BEF-FC09-095A-92E4-6D3A80B1D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17576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option 1">
    <p:bg>
      <p:bgPr>
        <a:solidFill>
          <a:srgbClr val="E4E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3DFB794-9544-45BE-E7BE-601D512D6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7" b="7"/>
          <a:stretch/>
        </p:blipFill>
        <p:spPr>
          <a:xfrm>
            <a:off x="0" y="-4025"/>
            <a:ext cx="12196173" cy="68620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020193C-0C10-FA2A-799D-57040AC557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6" y="466710"/>
            <a:ext cx="7832195" cy="509072"/>
          </a:xfrm>
        </p:spPr>
        <p:txBody>
          <a:bodyPr anchor="b">
            <a:noAutofit/>
          </a:bodyPr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 agenda title</a:t>
            </a:r>
            <a:endParaRPr lang="en-ZA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2D8897B9-378C-15E1-15E5-BB5A23B02A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1027353"/>
            <a:ext cx="7832195" cy="347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sub-heading</a:t>
            </a:r>
            <a:endParaRPr lang="en-GB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BED3AF67-C6C0-D94B-DB46-6A31687BC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B3CAA7-E096-5E2D-6933-4D445B84FA35}"/>
              </a:ext>
            </a:extLst>
          </p:cNvPr>
          <p:cNvSpPr txBox="1"/>
          <p:nvPr userDrawn="1"/>
        </p:nvSpPr>
        <p:spPr>
          <a:xfrm>
            <a:off x="-2272553" y="1852949"/>
            <a:ext cx="1849219" cy="32932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Use the tab function to add slide numbers.</a:t>
            </a:r>
          </a:p>
          <a:p>
            <a:pPr algn="r"/>
            <a:endParaRPr lang="en-GB" sz="1600" noProof="0"/>
          </a:p>
          <a:p>
            <a:pPr algn="r"/>
            <a:r>
              <a:rPr lang="en-GB" sz="1600" noProof="0"/>
              <a:t>Add a subitem on the agenda by using the indent buttons located  at the bullet list options.</a:t>
            </a:r>
          </a:p>
          <a:p>
            <a:pPr algn="r"/>
            <a:endParaRPr lang="en-GB" sz="1600" noProof="0"/>
          </a:p>
          <a:p>
            <a:pPr algn="r"/>
            <a:r>
              <a:rPr lang="en-GB" sz="1600" noProof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B575E09-F56B-03A0-102A-5D67DBD011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919105" y="4653833"/>
            <a:ext cx="368300" cy="355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776FBF9-4083-2313-77E7-F2FCD8CB63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-1359372" y="4653833"/>
            <a:ext cx="368300" cy="3556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6BE71E4-0615-1F96-D15B-2A4F389EF2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7" y="1852613"/>
            <a:ext cx="7832196" cy="3293545"/>
          </a:xfrm>
          <a:prstGeom prst="rect">
            <a:avLst/>
          </a:prstGeom>
        </p:spPr>
        <p:txBody>
          <a:bodyPr/>
          <a:lstStyle>
            <a:lvl1pPr marL="371475" indent="-371475">
              <a:spcBef>
                <a:spcPts val="1000"/>
              </a:spcBef>
              <a:buFont typeface="+mj-lt"/>
              <a:buAutoNum type="arabicPeriod"/>
              <a:tabLst>
                <a:tab pos="7112000" algn="l"/>
              </a:tabLst>
              <a:defRPr/>
            </a:lvl1pPr>
            <a:lvl2pPr marL="800100" indent="-342900">
              <a:spcBef>
                <a:spcPts val="1000"/>
              </a:spcBef>
              <a:buFont typeface="+mj-lt"/>
              <a:buAutoNum type="arabicPeriod"/>
              <a:tabLst>
                <a:tab pos="7112000" algn="l"/>
              </a:tabLst>
              <a:defRPr/>
            </a:lvl2pPr>
          </a:lstStyle>
          <a:p>
            <a:pPr lvl="0"/>
            <a:r>
              <a:rPr lang="en-US"/>
              <a:t>Insert agenda item	</a:t>
            </a:r>
          </a:p>
          <a:p>
            <a:pPr lvl="1"/>
            <a:r>
              <a:rPr lang="en-US"/>
              <a:t>Insert subtitle	</a:t>
            </a:r>
            <a:endParaRPr lang="nl-NL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8B6189AF-F4CA-E01D-E639-8EDE0EB3DF5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5145" b="25145"/>
          <a:stretch>
            <a:fillRect/>
          </a:stretch>
        </p:blipFill>
        <p:spPr>
          <a:xfrm>
            <a:off x="212642" y="6022990"/>
            <a:ext cx="1892709" cy="803176"/>
          </a:xfrm>
          <a:prstGeom prst="rect">
            <a:avLst/>
          </a:prstGeom>
        </p:spPr>
      </p:pic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FDD3B66-455D-8328-4719-00608E241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560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-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3DFB794-9544-45BE-E7BE-601D512D6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9" r="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914D3B-A4E3-D610-C9E7-5F346EF10A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5" y="466710"/>
            <a:ext cx="7832195" cy="509072"/>
          </a:xfrm>
        </p:spPr>
        <p:txBody>
          <a:bodyPr anchor="b">
            <a:noAutofit/>
          </a:bodyPr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Insert agenda title</a:t>
            </a:r>
            <a:endParaRPr lang="en-ZA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E722B8F-9861-78DE-8FF2-62A3276ADE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1027353"/>
            <a:ext cx="7827506" cy="3476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sub-heading</a:t>
            </a:r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8CADF5-369D-1257-0325-C77AC5B2AF22}"/>
              </a:ext>
            </a:extLst>
          </p:cNvPr>
          <p:cNvSpPr txBox="1"/>
          <p:nvPr userDrawn="1"/>
        </p:nvSpPr>
        <p:spPr>
          <a:xfrm>
            <a:off x="-2272553" y="1852949"/>
            <a:ext cx="1849219" cy="32932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Use the tab function to add slide numbers.</a:t>
            </a:r>
          </a:p>
          <a:p>
            <a:pPr algn="r"/>
            <a:endParaRPr lang="en-GB" sz="1600" noProof="0"/>
          </a:p>
          <a:p>
            <a:pPr algn="r"/>
            <a:r>
              <a:rPr lang="en-GB" sz="1600" noProof="0"/>
              <a:t>Add a subitem on the agenda by using the indent buttons located  at the bullet list options.</a:t>
            </a:r>
          </a:p>
          <a:p>
            <a:pPr algn="r"/>
            <a:endParaRPr lang="en-GB" sz="1600" noProof="0"/>
          </a:p>
          <a:p>
            <a:pPr algn="r"/>
            <a:r>
              <a:rPr lang="en-GB" sz="1600" noProof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AE7265-56CA-E182-2C84-DB4851AD528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919105" y="4653833"/>
            <a:ext cx="368300" cy="355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DD58BA-505C-5487-0FF3-61E8BF66F3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-1359372" y="4653833"/>
            <a:ext cx="368300" cy="355600"/>
          </a:xfrm>
          <a:prstGeom prst="rect">
            <a:avLst/>
          </a:prstGeom>
        </p:spPr>
      </p:pic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96ED3905-64C6-42FB-DA0C-DC312275BF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0D4E866-1ECD-1284-A725-802C3990C9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7" y="1852613"/>
            <a:ext cx="7832196" cy="3293545"/>
          </a:xfrm>
          <a:prstGeom prst="rect">
            <a:avLst/>
          </a:prstGeom>
        </p:spPr>
        <p:txBody>
          <a:bodyPr/>
          <a:lstStyle>
            <a:lvl1pPr marL="371475" indent="-371475">
              <a:spcBef>
                <a:spcPts val="1000"/>
              </a:spcBef>
              <a:buFont typeface="+mj-lt"/>
              <a:buAutoNum type="arabicPeriod"/>
              <a:tabLst>
                <a:tab pos="7112000" algn="l"/>
              </a:tabLst>
              <a:defRPr/>
            </a:lvl1pPr>
            <a:lvl2pPr marL="800100" indent="-342900">
              <a:spcBef>
                <a:spcPts val="1000"/>
              </a:spcBef>
              <a:buFont typeface="+mj-lt"/>
              <a:buAutoNum type="arabicPeriod"/>
              <a:tabLst>
                <a:tab pos="7112000" algn="l"/>
              </a:tabLst>
              <a:defRPr/>
            </a:lvl2pPr>
          </a:lstStyle>
          <a:p>
            <a:pPr lvl="0"/>
            <a:r>
              <a:rPr lang="en-US"/>
              <a:t>Insert agenda item	</a:t>
            </a:r>
          </a:p>
          <a:p>
            <a:pPr lvl="1"/>
            <a:r>
              <a:rPr lang="en-US"/>
              <a:t>Insert subtitle	</a:t>
            </a:r>
            <a:endParaRPr lang="nl-NL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7CACCA6-5277-A9BF-C408-7FDD39414EE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5145" b="25145"/>
          <a:stretch>
            <a:fillRect/>
          </a:stretch>
        </p:blipFill>
        <p:spPr>
          <a:xfrm>
            <a:off x="212642" y="6022990"/>
            <a:ext cx="1892708" cy="803176"/>
          </a:xfrm>
          <a:prstGeom prst="rect">
            <a:avLst/>
          </a:prstGeom>
        </p:spPr>
      </p:pic>
      <p:sp>
        <p:nvSpPr>
          <p:cNvPr id="10" name="Tijdelijke aanduiding voor dianummer 5">
            <a:extLst>
              <a:ext uri="{FF2B5EF4-FFF2-40B4-BE49-F238E27FC236}">
                <a16:creationId xmlns:a16="http://schemas.microsoft.com/office/drawing/2014/main" id="{9C6A1FE8-1C42-ADC3-5952-89DAAE85B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9250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text - option 1">
    <p:bg>
      <p:bgPr>
        <a:solidFill>
          <a:srgbClr val="E4E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6DCDB8-D1C0-4569-9B7B-8AE40A9625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8" r="18"/>
          <a:stretch/>
        </p:blipFill>
        <p:spPr>
          <a:xfrm>
            <a:off x="-1" y="-510"/>
            <a:ext cx="12310473" cy="68585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8" y="2633258"/>
            <a:ext cx="6201854" cy="1140469"/>
          </a:xfrm>
        </p:spPr>
        <p:txBody>
          <a:bodyPr anchor="t">
            <a:noAutofit/>
          </a:bodyPr>
          <a:lstStyle>
            <a:lvl1pPr algn="l"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Insert chapter title</a:t>
            </a:r>
          </a:p>
        </p:txBody>
      </p:sp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708C004E-9879-EA19-071C-B75BFBE86F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6511" y="1139959"/>
            <a:ext cx="2774571" cy="149329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1000" b="0"/>
            </a:lvl1pPr>
          </a:lstStyle>
          <a:p>
            <a:pPr lvl="0"/>
            <a:r>
              <a:rPr lang="en-US"/>
              <a:t>00</a:t>
            </a:r>
            <a:endParaRPr lang="en-GB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E50E1055-BC87-7080-A3D8-F03838B339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9" name="Tijdelijke aanduiding voor dianummer 5">
            <a:extLst>
              <a:ext uri="{FF2B5EF4-FFF2-40B4-BE49-F238E27FC236}">
                <a16:creationId xmlns:a16="http://schemas.microsoft.com/office/drawing/2014/main" id="{38C5A3F7-E479-1EF7-4191-E9E9994C2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tx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DAED4FDF-11B3-023F-C2D2-5033AD7471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4" y="3775137"/>
            <a:ext cx="6201854" cy="4003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4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 here</a:t>
            </a:r>
            <a:endParaRPr lang="en-ZA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FD5AC3C-F1C7-8EE8-E59F-24CF1020398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7306" b="27306"/>
          <a:stretch>
            <a:fillRect/>
          </a:stretch>
        </p:blipFill>
        <p:spPr>
          <a:xfrm>
            <a:off x="212642" y="6057901"/>
            <a:ext cx="1892709" cy="733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711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11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text -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6DCDB8-D1C0-4569-9B7B-8AE40A9625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" r="12"/>
          <a:stretch/>
        </p:blipFill>
        <p:spPr>
          <a:xfrm>
            <a:off x="2981" y="0"/>
            <a:ext cx="1218901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8" y="2633258"/>
            <a:ext cx="8762174" cy="529200"/>
          </a:xfrm>
        </p:spPr>
        <p:txBody>
          <a:bodyPr anchor="t">
            <a:noAutofit/>
          </a:bodyPr>
          <a:lstStyle>
            <a:lvl1pPr algn="l"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Insert chapter title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27E2DCC0-F66E-4C46-E10A-551B6D5BBDF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4" y="3213065"/>
            <a:ext cx="8762174" cy="4003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4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</a:t>
            </a:r>
            <a:endParaRPr lang="en-ZA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C44AA631-AE18-AA9D-C86F-23AD64B7B7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87E9D7C7-1232-9CA6-C319-5DA66CE5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tx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9" name="Text Placeholder 45">
            <a:extLst>
              <a:ext uri="{FF2B5EF4-FFF2-40B4-BE49-F238E27FC236}">
                <a16:creationId xmlns:a16="http://schemas.microsoft.com/office/drawing/2014/main" id="{AAE8B322-F8F0-989B-161C-E8AB3DDC6F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6511" y="1139959"/>
            <a:ext cx="2774571" cy="149329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1000" b="0"/>
            </a:lvl1pPr>
          </a:lstStyle>
          <a:p>
            <a:pPr lvl="0"/>
            <a:r>
              <a:rPr lang="en-US"/>
              <a:t>00</a:t>
            </a:r>
            <a:endParaRPr lang="en-GB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396109B-8855-0337-E622-6590EFAF59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5537" b="25537"/>
          <a:stretch>
            <a:fillRect/>
          </a:stretch>
        </p:blipFill>
        <p:spPr>
          <a:xfrm>
            <a:off x="212642" y="6029326"/>
            <a:ext cx="1892708" cy="790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649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picture - option 1">
    <p:bg>
      <p:bgPr>
        <a:solidFill>
          <a:srgbClr val="E4E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D9838E0-C0B6-5DFE-2D76-2DE047D4A6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-7530" r="11744" b="4192"/>
          <a:stretch>
            <a:fillRect/>
          </a:stretch>
        </p:blipFill>
        <p:spPr>
          <a:xfrm>
            <a:off x="1" y="0"/>
            <a:ext cx="1220595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8" y="2633258"/>
            <a:ext cx="4733395" cy="1461244"/>
          </a:xfrm>
        </p:spPr>
        <p:txBody>
          <a:bodyPr anchor="t">
            <a:noAutofit/>
          </a:bodyPr>
          <a:lstStyle>
            <a:lvl1pPr algn="l"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Insert chapter title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BF38FC7-4850-FF8C-1706-BF243F451D8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8691" y="1017589"/>
            <a:ext cx="6159499" cy="5272024"/>
          </a:xfrm>
          <a:prstGeom prst="rect">
            <a:avLst/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None/>
              <a:defRPr lang="en-US"/>
            </a:lvl1pPr>
          </a:lstStyle>
          <a:p>
            <a:pPr marL="285750" lvl="0" indent="-285750" algn="ctr"/>
            <a:r>
              <a:rPr lang="en-US"/>
              <a:t>Click icon to add picture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BA2297E3-AC27-1A62-C555-E2080FA25EA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4" y="4094502"/>
            <a:ext cx="4732924" cy="4003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4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 here</a:t>
            </a:r>
            <a:endParaRPr lang="en-ZA"/>
          </a:p>
        </p:txBody>
      </p:sp>
      <p:sp>
        <p:nvSpPr>
          <p:cNvPr id="6" name="Text Placeholder 45">
            <a:extLst>
              <a:ext uri="{FF2B5EF4-FFF2-40B4-BE49-F238E27FC236}">
                <a16:creationId xmlns:a16="http://schemas.microsoft.com/office/drawing/2014/main" id="{038A73AC-B3F9-964C-3FE9-58854A4C53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6511" y="1139959"/>
            <a:ext cx="2774571" cy="149329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1000" b="0"/>
            </a:lvl1pPr>
          </a:lstStyle>
          <a:p>
            <a:pPr lvl="0"/>
            <a:r>
              <a:rPr lang="en-US"/>
              <a:t>00</a:t>
            </a:r>
            <a:endParaRPr lang="en-GB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AE947C88-305D-7754-B6BE-341CE5F2E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1" name="Tijdelijke aanduiding voor dianummer 5">
            <a:extLst>
              <a:ext uri="{FF2B5EF4-FFF2-40B4-BE49-F238E27FC236}">
                <a16:creationId xmlns:a16="http://schemas.microsoft.com/office/drawing/2014/main" id="{90570D1E-2719-65EF-0841-F33EE680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A6143FA-5C34-2003-A5FD-521CAD186F9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7306" b="27306"/>
          <a:stretch>
            <a:fillRect/>
          </a:stretch>
        </p:blipFill>
        <p:spPr>
          <a:xfrm>
            <a:off x="212642" y="6057901"/>
            <a:ext cx="1892709" cy="733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294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picture - option 2">
    <p:bg>
      <p:bgPr>
        <a:solidFill>
          <a:srgbClr val="E4E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6DCDB8-D1C0-4569-9B7B-8AE40A9625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75" b="175"/>
          <a:stretch/>
        </p:blipFill>
        <p:spPr>
          <a:xfrm>
            <a:off x="0" y="0"/>
            <a:ext cx="12229969" cy="6858000"/>
          </a:xfrm>
          <a:prstGeom prst="rect">
            <a:avLst/>
          </a:prstGeom>
        </p:spPr>
      </p:pic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A3108185-5A8A-7E0A-A5D4-4F610B44798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678692" y="1017588"/>
            <a:ext cx="6159500" cy="5272025"/>
          </a:xfrm>
          <a:prstGeom prst="rect">
            <a:avLst/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None/>
              <a:defRPr lang="en-GB"/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8440DC-3062-CA50-A31E-50B85F26E0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5938" y="2633259"/>
            <a:ext cx="4677854" cy="1461244"/>
          </a:xfrm>
        </p:spPr>
        <p:txBody>
          <a:bodyPr anchor="t">
            <a:noAutofit/>
          </a:bodyPr>
          <a:lstStyle>
            <a:lvl1pPr algn="l"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Insert chapter title</a:t>
            </a:r>
          </a:p>
        </p:txBody>
      </p:sp>
      <p:sp>
        <p:nvSpPr>
          <p:cNvPr id="8" name="Text Placeholder 45">
            <a:extLst>
              <a:ext uri="{FF2B5EF4-FFF2-40B4-BE49-F238E27FC236}">
                <a16:creationId xmlns:a16="http://schemas.microsoft.com/office/drawing/2014/main" id="{FA647D94-535C-D0DF-25B4-543BB98AE4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6511" y="1139959"/>
            <a:ext cx="2774571" cy="149329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1000" b="0"/>
            </a:lvl1pPr>
          </a:lstStyle>
          <a:p>
            <a:pPr lvl="0"/>
            <a:r>
              <a:rPr lang="en-US"/>
              <a:t>00</a:t>
            </a:r>
            <a:endParaRPr lang="en-GB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2C454C4D-DFA5-81F7-8752-75F5ED413D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D11AD8E3-E34E-F559-F33E-738F52C6D4C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494" y="4094502"/>
            <a:ext cx="4732924" cy="40037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24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Optional subtitle here</a:t>
            </a:r>
            <a:endParaRPr lang="en-ZA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8F8ABB5-9CE7-BE9E-1CA2-5CDAF413B57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9959" b="29959"/>
          <a:stretch>
            <a:fillRect/>
          </a:stretch>
        </p:blipFill>
        <p:spPr>
          <a:xfrm>
            <a:off x="212642" y="6100764"/>
            <a:ext cx="1892709" cy="647628"/>
          </a:xfrm>
          <a:prstGeom prst="rect">
            <a:avLst/>
          </a:prstGeom>
        </p:spPr>
      </p:pic>
      <p:sp>
        <p:nvSpPr>
          <p:cNvPr id="11" name="Tijdelijke aanduiding voor dianummer 5">
            <a:extLst>
              <a:ext uri="{FF2B5EF4-FFF2-40B4-BE49-F238E27FC236}">
                <a16:creationId xmlns:a16="http://schemas.microsoft.com/office/drawing/2014/main" id="{F1F9E767-C99C-AE84-0692-0210256D1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25047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B8811-67C2-F130-A474-00B9111EC7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56799" cy="509071"/>
          </a:xfrm>
          <a:noFill/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 noProof="0"/>
              <a:t>Insert title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A780CA5-1E59-CD1F-2F2F-F8F798324E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47388"/>
            <a:ext cx="9957417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noProof="0"/>
              <a:t>Optional subtitle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88593100-B337-C60D-646C-6899BD8718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030153A-32F7-B7C9-A8BB-208D48CC894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5937" y="1798204"/>
            <a:ext cx="9956800" cy="41912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29DF4170-D5D1-5AF7-EC90-8A99FD5D60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0114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orient="horz" pos="51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icture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2E75C544-539D-AC1F-B37B-AA766481435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542086" y="0"/>
            <a:ext cx="5649914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0" tIns="0" rIns="0" bIns="1440000" rtlCol="0" anchor="t">
            <a:noAutofit/>
          </a:bodyPr>
          <a:lstStyle>
            <a:lvl1pPr marL="0" indent="0" algn="ctr">
              <a:buNone/>
              <a:defRPr lang="en-GB"/>
            </a:lvl1pPr>
          </a:lstStyle>
          <a:p>
            <a:pPr marL="285750" lvl="0" indent="-285750" algn="ctr"/>
            <a:r>
              <a:rPr lang="en-ZA"/>
              <a:t>Drag picture to slide or select the image placeholder field and go to ‘insert / Picture / Picture from file’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E20136-A013-9257-D23B-23F65F5A1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5133975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4077EA59-E313-134C-D705-501B095F8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53390"/>
            <a:ext cx="5133977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32C444-B09E-3F7E-4660-877051CC4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49146228-DDCE-14F4-DE2B-ACFF209CDE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1F40463-1BFC-33CC-715C-BA7333270E9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5937" y="1798204"/>
            <a:ext cx="5133977" cy="41912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35007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icture option 1 sp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2E75C544-539D-AC1F-B37B-AA766481435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542086" y="0"/>
            <a:ext cx="5649914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0" tIns="0" rIns="0" bIns="1440000" rtlCol="0" anchor="t">
            <a:noAutofit/>
          </a:bodyPr>
          <a:lstStyle>
            <a:lvl1pPr marL="0" indent="0" algn="ctr">
              <a:buNone/>
              <a:defRPr lang="en-GB"/>
            </a:lvl1pPr>
          </a:lstStyle>
          <a:p>
            <a:pPr marL="285750" lvl="0" indent="-285750" algn="ctr"/>
            <a:r>
              <a:rPr lang="en-ZA"/>
              <a:t>Drag picture to slide or select the image placeholder field and go to ‘insert / Picture / Picture from file’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E20136-A013-9257-D23B-23F65F5A1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5133975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4077EA59-E313-134C-D705-501B095F8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53390"/>
            <a:ext cx="5133977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4F3F3171-4BA0-1796-9819-A105F50D55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79600" y="2491200"/>
            <a:ext cx="3812400" cy="43668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anchor="b"/>
          <a:lstStyle>
            <a:lvl1pPr marL="0" indent="0" algn="l">
              <a:buNone/>
              <a:defRPr sz="800">
                <a:solidFill>
                  <a:schemeClr val="bg1">
                    <a:alpha val="0"/>
                  </a:schemeClr>
                </a:solidFill>
              </a:defRPr>
            </a:lvl1pPr>
            <a:lvl2pPr marL="457200" indent="0" algn="l">
              <a:buFont typeface="Arial" panose="020B0604020202020204" pitchFamily="34" charset="0"/>
              <a:buNone/>
              <a:defRPr/>
            </a:lvl2pPr>
            <a:lvl3pPr marL="914400" indent="0" algn="l">
              <a:buFont typeface="Arial" panose="020B0604020202020204" pitchFamily="34" charset="0"/>
              <a:buNone/>
              <a:defRPr/>
            </a:lvl3pPr>
            <a:lvl4pPr marL="1371600" indent="0" algn="l">
              <a:buFont typeface="Arial" panose="020B0604020202020204" pitchFamily="34" charset="0"/>
              <a:buNone/>
              <a:defRPr/>
            </a:lvl4pPr>
            <a:lvl5pPr marL="1828800" indent="0" algn="l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.</a:t>
            </a:r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32C444-B09E-3F7E-4660-877051CC4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A1A1A596-9C35-5AE9-7E42-05463EFE21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C2D719-B3E9-D6EF-649F-CA784EB15D6B}"/>
              </a:ext>
            </a:extLst>
          </p:cNvPr>
          <p:cNvSpPr txBox="1"/>
          <p:nvPr userDrawn="1"/>
        </p:nvSpPr>
        <p:spPr>
          <a:xfrm>
            <a:off x="12494125" y="1852949"/>
            <a:ext cx="2339475" cy="32932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nl-NL" sz="1600" b="1">
                <a:solidFill>
                  <a:schemeClr val="accent5"/>
                </a:solidFill>
              </a:rPr>
              <a:t>TIP</a:t>
            </a:r>
          </a:p>
          <a:p>
            <a:pPr marL="14288" lvl="0" indent="-14288" algn="l">
              <a:tabLst/>
            </a:pPr>
            <a:r>
              <a:rPr lang="en-ZA" sz="1600"/>
              <a:t>To insert a picture, drag your picture to the slide or select the image placeholder field and go to ‘insert / Picture / Picture from file’.</a:t>
            </a:r>
          </a:p>
          <a:p>
            <a:pPr marL="14288" lvl="0" indent="-14288" algn="l">
              <a:tabLst/>
            </a:pPr>
            <a:r>
              <a:rPr lang="en-ZA" sz="1600" b="1"/>
              <a:t>If the placeholder already has an image</a:t>
            </a:r>
            <a:r>
              <a:rPr lang="en-ZA" sz="1600"/>
              <a:t>, right click on the image and choose ‘Change picture / from a file’.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CAFDDE8-D359-00BF-A361-09250441B1E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5937" y="1798204"/>
            <a:ext cx="5133977" cy="41912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3457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icture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4E20136-A013-9257-D23B-23F65F5A1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4077EA59-E313-134C-D705-501B095F8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6" y="853390"/>
            <a:ext cx="991898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32C444-B09E-3F7E-4660-877051CC4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5" name="Picture Placeholder 7">
            <a:extLst>
              <a:ext uri="{FF2B5EF4-FFF2-40B4-BE49-F238E27FC236}">
                <a16:creationId xmlns:a16="http://schemas.microsoft.com/office/drawing/2014/main" id="{D65FAE06-DF55-B645-DFA3-BE0F6B38376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1733120"/>
            <a:ext cx="5649914" cy="4256292"/>
          </a:xfrm>
          <a:prstGeom prst="rect">
            <a:avLst/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None/>
              <a:defRPr lang="en-GB" dirty="0"/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9A6A47B7-1CC6-A371-B981-B584C268C0F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5937" y="1798204"/>
            <a:ext cx="5133977" cy="419120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7" name="Tijdelijke aanduiding voor dianummer 5">
            <a:extLst>
              <a:ext uri="{FF2B5EF4-FFF2-40B4-BE49-F238E27FC236}">
                <a16:creationId xmlns:a16="http://schemas.microsoft.com/office/drawing/2014/main" id="{4DB33338-13A8-BD5B-52CF-A2F6BD7F8E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68546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2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387E2F8-8D8E-8B25-0E1D-EF07B6D0A9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2455" y="1485899"/>
            <a:ext cx="5580062" cy="4601001"/>
          </a:xfrm>
          <a:prstGeom prst="rect">
            <a:avLst/>
          </a:prstGeom>
          <a:solidFill>
            <a:schemeClr val="accent4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02A8559-D3F1-BF99-EEC0-6AE1FB9AF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79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7646265-334F-8DB3-BBA3-FF465CDDBF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7" y="847388"/>
            <a:ext cx="9919595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D17C200-29AC-901A-0B03-047994F243F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51723" y="1517019"/>
            <a:ext cx="5161525" cy="63011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Insert heading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B5A22B-8722-121E-F159-E401D3EB0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7FE9CD8-C567-AFB6-858A-F17A9E2B5D7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31785" y="1485899"/>
            <a:ext cx="5580062" cy="4601001"/>
          </a:xfrm>
          <a:prstGeom prst="rect">
            <a:avLst/>
          </a:prstGeom>
          <a:solidFill>
            <a:schemeClr val="accent4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9633EDC9-3A7D-AE61-E1CF-FF7E0362F10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41053" y="1517019"/>
            <a:ext cx="5161525" cy="63011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Insert heading</a:t>
            </a:r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C3D09A-3A5B-7553-A0C2-7E0CE17CF108}"/>
              </a:ext>
            </a:extLst>
          </p:cNvPr>
          <p:cNvSpPr txBox="1"/>
          <p:nvPr userDrawn="1"/>
        </p:nvSpPr>
        <p:spPr>
          <a:xfrm>
            <a:off x="-2272553" y="1485899"/>
            <a:ext cx="1849219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Copy/paste or delete the amount of blocks to fit your content.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DCAE52-6111-83BF-7BBA-57B55CCFB8A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1723" y="2147131"/>
            <a:ext cx="5161525" cy="37988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ABA74F09-0F63-7BF6-A30B-AB16109FCC09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6540818" y="2147131"/>
            <a:ext cx="5161525" cy="37988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C2F3635E-80B0-7FF5-B30F-5BCB448F8D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66774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3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02A8559-D3F1-BF99-EEC0-6AE1FB9AF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79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7646265-334F-8DB3-BBA3-FF465CDDBF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7" y="847388"/>
            <a:ext cx="9919595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B5A22B-8722-121E-F159-E401D3EB0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350666C-0C3D-CBE2-CF23-D09AF49C67A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2455" y="1985110"/>
            <a:ext cx="3520800" cy="4101790"/>
          </a:xfrm>
          <a:prstGeom prst="rect">
            <a:avLst/>
          </a:prstGeom>
          <a:solidFill>
            <a:schemeClr val="accent4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5FB4C5-7F89-7F33-B61F-1CF7384DFC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2455" y="1468174"/>
            <a:ext cx="3520800" cy="516936"/>
          </a:xfrm>
          <a:prstGeom prst="rect">
            <a:avLst/>
          </a:prstGeom>
          <a:solidFill>
            <a:schemeClr val="accent1"/>
          </a:solidFill>
        </p:spPr>
        <p:txBody>
          <a:bodyPr lIns="216000" rIns="216000" anchor="ctr"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heading</a:t>
            </a:r>
            <a:endParaRPr lang="en-GB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9482910B-FAB9-67B9-2E04-02F7CF8A616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14868" y="1985110"/>
            <a:ext cx="3520800" cy="4101790"/>
          </a:xfrm>
          <a:prstGeom prst="rect">
            <a:avLst/>
          </a:prstGeom>
          <a:solidFill>
            <a:schemeClr val="accent4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72733523-5470-BB77-1386-EAE36D2EBC7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14868" y="1468174"/>
            <a:ext cx="3520800" cy="516936"/>
          </a:xfrm>
          <a:prstGeom prst="rect">
            <a:avLst/>
          </a:prstGeom>
          <a:solidFill>
            <a:schemeClr val="accent2"/>
          </a:solidFill>
        </p:spPr>
        <p:txBody>
          <a:bodyPr lIns="216000" rIns="216000" anchor="ctr"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heading</a:t>
            </a:r>
            <a:endParaRPr lang="en-GB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A0399487-E49A-77C0-BF3A-A2D6B56F4F8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91919" y="1985110"/>
            <a:ext cx="3520800" cy="4101790"/>
          </a:xfrm>
          <a:prstGeom prst="rect">
            <a:avLst/>
          </a:prstGeom>
          <a:solidFill>
            <a:schemeClr val="accent4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16E6034-763F-FDAD-606E-89E23EE3BC8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91919" y="1468174"/>
            <a:ext cx="3520800" cy="516936"/>
          </a:xfrm>
          <a:prstGeom prst="rect">
            <a:avLst/>
          </a:prstGeom>
          <a:solidFill>
            <a:schemeClr val="accent5"/>
          </a:solidFill>
        </p:spPr>
        <p:txBody>
          <a:bodyPr lIns="216000" rIns="216000" anchor="ctr"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heading</a:t>
            </a:r>
            <a:endParaRPr lang="en-GB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E0BB3E-48E1-CAE3-2FE9-44F2ADA2A67C}"/>
              </a:ext>
            </a:extLst>
          </p:cNvPr>
          <p:cNvSpPr txBox="1"/>
          <p:nvPr userDrawn="1"/>
        </p:nvSpPr>
        <p:spPr>
          <a:xfrm>
            <a:off x="-2272553" y="1485899"/>
            <a:ext cx="1849219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Copy/paste or delete the amount of blocks to fit your content.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7A309A-093B-2327-A1AF-F2D3177FE24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1665" y="2178249"/>
            <a:ext cx="3132419" cy="376773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DD956CA-C3D2-AB17-367A-592F3C61A958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4684387" y="2178249"/>
            <a:ext cx="3132419" cy="376773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4461AB3-022D-F234-09F4-45594064F996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8594078" y="2178249"/>
            <a:ext cx="3132419" cy="376773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48C6505D-7AB4-DBD3-6983-CC4C65704F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52872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4 blocks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02A8559-D3F1-BF99-EEC0-6AE1FB9AF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79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7646265-334F-8DB3-BBA3-FF465CDDBF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7" y="847388"/>
            <a:ext cx="9919595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B5A22B-8722-121E-F159-E401D3EB0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5FB4C5-7F89-7F33-B61F-1CF7384DFC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5814" y="1578047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72733523-5470-BB77-1386-EAE36D2EBC7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33246" y="1578047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16E6034-763F-FDAD-606E-89E23EE3BC8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809530" y="1578047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1C1C6891-6A28-56D5-C7D3-9A5FCB46536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5938" y="2219848"/>
            <a:ext cx="2233439" cy="379076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4234CB7-6838-CFF6-54C2-18CD8853817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41093" y="2219848"/>
            <a:ext cx="2232000" cy="379076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B4C3B9-EF7A-99B5-8496-5EE1287C8B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64809" y="2219848"/>
            <a:ext cx="2232000" cy="379076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96E0E02-C874-298A-0807-AEA9155FC70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88525" y="2219848"/>
            <a:ext cx="2232000" cy="3790764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349EB9CA-7D90-E36A-97DE-2E6A82C6AC3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856962" y="1578047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E974036F-98CC-71AA-B31B-E4BBEA73678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8299" y="1758782"/>
            <a:ext cx="165600" cy="1476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24E3CB06-0A62-68F7-9263-2DB023592D9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541093" y="1758782"/>
            <a:ext cx="165600" cy="1476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432819A3-BBA3-0912-D497-C6DD1238F52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64809" y="1758782"/>
            <a:ext cx="165600" cy="1476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090B10E2-CDFB-2832-82D9-59BDC8D7372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88525" y="1758782"/>
            <a:ext cx="165600" cy="1476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EAA59B-D6BD-B4AD-C7EE-1F9BC6210557}"/>
              </a:ext>
            </a:extLst>
          </p:cNvPr>
          <p:cNvSpPr txBox="1"/>
          <p:nvPr userDrawn="1"/>
        </p:nvSpPr>
        <p:spPr>
          <a:xfrm>
            <a:off x="-2272553" y="1485899"/>
            <a:ext cx="1849219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Copy/paste or delete the amount of blocks to fit your content. </a:t>
            </a:r>
          </a:p>
        </p:txBody>
      </p:sp>
      <p:sp>
        <p:nvSpPr>
          <p:cNvPr id="10" name="Tijdelijke aanduiding voor dianummer 5">
            <a:extLst>
              <a:ext uri="{FF2B5EF4-FFF2-40B4-BE49-F238E27FC236}">
                <a16:creationId xmlns:a16="http://schemas.microsoft.com/office/drawing/2014/main" id="{794D9DF3-57F4-7A2F-7BC3-7A5BFD063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1587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4 blocks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02A8559-D3F1-BF99-EEC0-6AE1FB9AF3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79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7646265-334F-8DB3-BBA3-FF465CDDBF1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937" y="847388"/>
            <a:ext cx="9919595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B5A22B-8722-121E-F159-E401D3EB0E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5FB4C5-7F89-7F33-B61F-1CF7384DFCC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5814" y="3382428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72733523-5470-BB77-1386-EAE36D2EBC7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833246" y="3382428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16E6034-763F-FDAD-606E-89E23EE3BC8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809530" y="3382428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1C1C6891-6A28-56D5-C7D3-9A5FCB46536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5938" y="4024229"/>
            <a:ext cx="2233439" cy="1763799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4234CB7-6838-CFF6-54C2-18CD8853817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41093" y="4024229"/>
            <a:ext cx="2232000" cy="1763799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B4C3B9-EF7A-99B5-8496-5EE1287C8B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64809" y="4024229"/>
            <a:ext cx="2232000" cy="1763799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96E0E02-C874-298A-0807-AEA9155FC70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588525" y="4024229"/>
            <a:ext cx="2232000" cy="1763799"/>
          </a:xfrm>
          <a:prstGeom prst="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349EB9CA-7D90-E36A-97DE-2E6A82C6AC3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856962" y="3382428"/>
            <a:ext cx="1963564" cy="509071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Short heading</a:t>
            </a:r>
            <a:endParaRPr lang="en-GB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E974036F-98CC-71AA-B31B-E4BBEA73678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8299" y="3563163"/>
            <a:ext cx="165600" cy="147600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24E3CB06-0A62-68F7-9263-2DB023592D9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541093" y="3563163"/>
            <a:ext cx="165600" cy="147600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432819A3-BBA3-0912-D497-C6DD1238F52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64809" y="3563163"/>
            <a:ext cx="165600" cy="147600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090B10E2-CDFB-2832-82D9-59BDC8D7372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88525" y="3563163"/>
            <a:ext cx="165600" cy="147600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4EC145CC-EC24-88B2-3ADE-973B7BCCAA8F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517451" y="1669925"/>
            <a:ext cx="2231926" cy="1579771"/>
          </a:xfrm>
          <a:prstGeom prst="rect">
            <a:avLst/>
          </a:prstGeom>
        </p:spPr>
        <p:txBody>
          <a:bodyPr bIns="0" anchor="t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/>
              <a:t>Insert image, icon chart, table or flow</a:t>
            </a:r>
            <a:endParaRPr lang="nl-NL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8AF0778-E580-B7DB-3BAF-A9EB6C63CF8A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3541093" y="1669925"/>
            <a:ext cx="2231926" cy="1579771"/>
          </a:xfrm>
          <a:prstGeom prst="rect">
            <a:avLst/>
          </a:prstGeom>
        </p:spPr>
        <p:txBody>
          <a:bodyPr bIns="0" anchor="t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/>
              <a:t>Insert image, icon chart, table or flow</a:t>
            </a:r>
            <a:endParaRPr lang="nl-NL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8C4D57E7-60A2-244A-7680-932ED33F378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564735" y="1669925"/>
            <a:ext cx="2231926" cy="1579771"/>
          </a:xfrm>
          <a:prstGeom prst="rect">
            <a:avLst/>
          </a:prstGeom>
        </p:spPr>
        <p:txBody>
          <a:bodyPr bIns="0" anchor="t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/>
              <a:t>Insert image, icon chart, table or flow</a:t>
            </a:r>
            <a:endParaRPr lang="nl-NL"/>
          </a:p>
        </p:txBody>
      </p:sp>
      <p:sp>
        <p:nvSpPr>
          <p:cNvPr id="18" name="Content Placeholder 9">
            <a:extLst>
              <a:ext uri="{FF2B5EF4-FFF2-40B4-BE49-F238E27FC236}">
                <a16:creationId xmlns:a16="http://schemas.microsoft.com/office/drawing/2014/main" id="{84CD72CB-9F91-7B84-6596-1B73866E9CE9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9588377" y="1669925"/>
            <a:ext cx="2231926" cy="1579771"/>
          </a:xfrm>
          <a:prstGeom prst="rect">
            <a:avLst/>
          </a:prstGeom>
        </p:spPr>
        <p:txBody>
          <a:bodyPr bIns="0" anchor="t"/>
          <a:lstStyle>
            <a:lvl1pPr marL="0" indent="0" algn="ctr">
              <a:buNone/>
              <a:defRPr sz="1200"/>
            </a:lvl1pPr>
          </a:lstStyle>
          <a:p>
            <a:pPr lvl="0"/>
            <a:r>
              <a:rPr lang="en-US"/>
              <a:t>Insert image, icon chart, table or flow</a:t>
            </a:r>
            <a:endParaRPr lang="nl-NL"/>
          </a:p>
        </p:txBody>
      </p:sp>
      <p:sp>
        <p:nvSpPr>
          <p:cNvPr id="20" name="Tijdelijke aanduiding voor dianummer 5">
            <a:extLst>
              <a:ext uri="{FF2B5EF4-FFF2-40B4-BE49-F238E27FC236}">
                <a16:creationId xmlns:a16="http://schemas.microsoft.com/office/drawing/2014/main" id="{D3B5DF51-6E48-C0AE-35B6-2E1B47BFAC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8753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summary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2AA97B48-916C-C564-A101-B0585E5321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18208" y="-1"/>
            <a:ext cx="4339282" cy="5476972"/>
          </a:xfrm>
          <a:prstGeom prst="rect">
            <a:avLst/>
          </a:prstGeom>
          <a:solidFill>
            <a:schemeClr val="accent1"/>
          </a:solidFill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698543" y="1798203"/>
            <a:ext cx="3387216" cy="3678769"/>
          </a:xfrm>
          <a:prstGeom prst="rect">
            <a:avLst/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l">
              <a:buNone/>
              <a:defRPr lang="en-GB"/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96CC529-3812-DEC2-B3CD-89DA0215CCF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729538" y="853390"/>
            <a:ext cx="3657600" cy="430546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defRPr lang="en-GB" sz="180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85000"/>
              </a:lnSpc>
            </a:pPr>
            <a:r>
              <a:rPr lang="en-US"/>
              <a:t>Insert summary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49F64C9-5AA7-74CD-95FE-688CFB0825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15597"/>
            <a:ext cx="6569822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B511C17-B142-0340-84FE-6F96EAAAFD3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4" y="853390"/>
            <a:ext cx="6569823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9ADF6D4-7C0C-0BA8-0E87-E5E9F6B1C2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8713DA-9796-A2E9-CD8D-EB718F79D665}"/>
              </a:ext>
            </a:extLst>
          </p:cNvPr>
          <p:cNvSpPr txBox="1"/>
          <p:nvPr userDrawn="1"/>
        </p:nvSpPr>
        <p:spPr>
          <a:xfrm>
            <a:off x="12494125" y="1852949"/>
            <a:ext cx="1849219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nl-NL" sz="1600" b="1">
                <a:solidFill>
                  <a:schemeClr val="accent5"/>
                </a:solidFill>
              </a:rPr>
              <a:t>TIP</a:t>
            </a:r>
          </a:p>
          <a:p>
            <a:pPr marL="14288" lvl="0" indent="-14288" algn="l">
              <a:tabLst/>
            </a:pPr>
            <a:r>
              <a:rPr lang="en-ZA" sz="1600"/>
              <a:t>You can change the colour of the background summary field if necessary.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91467A22-DAE7-7837-4385-517AC9024785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5" y="1798203"/>
            <a:ext cx="2936946" cy="367876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7" name="Tijdelijke aanduiding voor dianummer 5">
            <a:extLst>
              <a:ext uri="{FF2B5EF4-FFF2-40B4-BE49-F238E27FC236}">
                <a16:creationId xmlns:a16="http://schemas.microsoft.com/office/drawing/2014/main" id="{190FDCCD-4CB6-A4F4-32ED-386D0BFFA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1793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summary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404CFD-02ED-E1DD-9487-5AFF2603FB46}"/>
              </a:ext>
            </a:extLst>
          </p:cNvPr>
          <p:cNvSpPr/>
          <p:nvPr userDrawn="1"/>
        </p:nvSpPr>
        <p:spPr>
          <a:xfrm>
            <a:off x="6551629" y="0"/>
            <a:ext cx="4048191" cy="6858000"/>
          </a:xfrm>
          <a:prstGeom prst="rect">
            <a:avLst/>
          </a:prstGeom>
          <a:solidFill>
            <a:srgbClr val="E4E6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B51007-34FC-C2EC-E16D-8C6396CDB5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8" b="68"/>
          <a:stretch/>
        </p:blipFill>
        <p:spPr>
          <a:xfrm>
            <a:off x="10510887" y="0"/>
            <a:ext cx="1681113" cy="6858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7A74330B-8214-A36E-6D15-5A19BE2EEB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15597"/>
            <a:ext cx="534960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DB57A54A-B750-3BAF-19EE-7935E77ABB4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5" y="853390"/>
            <a:ext cx="534960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72EE21-FC42-6867-9437-9D49A2709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704EA58-2F0C-BBF2-E89F-1D87990C6CF9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5349600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41CF620-FDE7-5CE4-3CF5-5880D8597B6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086649" y="823913"/>
            <a:ext cx="2978150" cy="50387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2pPr>
              <a:spcAft>
                <a:spcPts val="400"/>
              </a:spcAft>
              <a:defRPr/>
            </a:lvl2pPr>
            <a:lvl3pPr>
              <a:spcAft>
                <a:spcPts val="400"/>
              </a:spcAft>
              <a:defRPr/>
            </a:lvl3pPr>
            <a:lvl4pPr>
              <a:spcAft>
                <a:spcPts val="400"/>
              </a:spcAft>
              <a:defRPr/>
            </a:lvl4pPr>
            <a:lvl5pPr>
              <a:spcAft>
                <a:spcPts val="400"/>
              </a:spcAft>
              <a:defRPr/>
            </a:lvl5pPr>
          </a:lstStyle>
          <a:p>
            <a:pPr lvl="0"/>
            <a:r>
              <a:rPr lang="en-US"/>
              <a:t>Insert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F22C44CF-0879-E402-477B-A02FC8FDA9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9313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List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2E75C544-539D-AC1F-B37B-AA766481435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53835" y="0"/>
            <a:ext cx="5038165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0" tIns="0" rIns="0" bIns="1440000" rtlCol="0" anchor="ctr">
            <a:noAutofit/>
          </a:bodyPr>
          <a:lstStyle>
            <a:lvl1pPr marL="285750" indent="-285750" algn="ctr">
              <a:buNone/>
              <a:defRPr lang="en-GB"/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A4596E49-8F32-13B6-5F94-85296EAD10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52283" y="1798203"/>
            <a:ext cx="5141728" cy="61113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E20136-A013-9257-D23B-23F65F5A13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6078071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4077EA59-E313-134C-D705-501B095F8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3390"/>
            <a:ext cx="6078074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32C444-B09E-3F7E-4660-877051CC4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49146228-DDCE-14F4-DE2B-ACFF209CDE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13EE0C54-D87D-09A1-9FF3-8AC7BB7E6E3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15937" y="1798638"/>
            <a:ext cx="631825" cy="6318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BC00F0C7-6A0D-1450-9A52-F3B2C252DA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52283" y="2685708"/>
            <a:ext cx="5141728" cy="61113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F3039455-DD99-E1B2-E004-ADAD1DF1849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15937" y="2686143"/>
            <a:ext cx="631825" cy="6318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EED8F27C-C1AE-8D10-5B20-E1D82F3C72D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452283" y="3573213"/>
            <a:ext cx="5141728" cy="61113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0A7A18F8-56E7-7C88-310E-820931F18AD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15937" y="3573648"/>
            <a:ext cx="631825" cy="6318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1CA7035A-BA6C-38D9-7102-0F23886937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52283" y="4460718"/>
            <a:ext cx="5141728" cy="61113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9" name="Picture Placeholder 12">
            <a:extLst>
              <a:ext uri="{FF2B5EF4-FFF2-40B4-BE49-F238E27FC236}">
                <a16:creationId xmlns:a16="http://schemas.microsoft.com/office/drawing/2014/main" id="{C71589EC-BF6F-C83E-320E-9C8667CBC45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15937" y="4461153"/>
            <a:ext cx="631825" cy="6318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EF1AA4E2-6B86-FF29-9EC8-CEBBD493308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52283" y="5348223"/>
            <a:ext cx="5141728" cy="61113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21" name="Picture Placeholder 12">
            <a:extLst>
              <a:ext uri="{FF2B5EF4-FFF2-40B4-BE49-F238E27FC236}">
                <a16:creationId xmlns:a16="http://schemas.microsoft.com/office/drawing/2014/main" id="{0072AAAD-0DD0-3ACA-5621-F5C059D51D4A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15937" y="5348658"/>
            <a:ext cx="631825" cy="6318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</p:spTree>
    <p:extLst>
      <p:ext uri="{BB962C8B-B14F-4D97-AF65-F5344CB8AC3E}">
        <p14:creationId xmlns:p14="http://schemas.microsoft.com/office/powerpoint/2010/main" val="4206606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char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4C86E75-6180-F936-E6A0-42ED372510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72E6FA9B-0B15-357F-1F1B-299A9E81A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2376"/>
            <a:ext cx="991898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116BCC9-86A0-B9DC-6AD2-A4BB86A3F2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5814" y="1629382"/>
            <a:ext cx="4512050" cy="406402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Insert title</a:t>
            </a:r>
            <a:endParaRPr lang="en-GB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0DF3C3D-C706-B847-D1C7-B427536B7A1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8299" y="1758782"/>
            <a:ext cx="165600" cy="1476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53DD23DB-CC30-AF22-81FE-1C8CED56BC8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6096000" y="1628775"/>
            <a:ext cx="5651500" cy="4437063"/>
          </a:xfrm>
          <a:prstGeom prst="rect">
            <a:avLst/>
          </a:prstGeom>
        </p:spPr>
        <p:txBody>
          <a:bodyPr bIns="2160000"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/>
              <a:t>Insert chart, table or flow</a:t>
            </a:r>
            <a:endParaRPr lang="nl-NL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073C039-D04F-5717-EB69-610BE24C0C81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5" y="2171701"/>
            <a:ext cx="4781926" cy="35126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47B9016E-6398-3CB0-024F-5B0E00ED7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559134-2FE4-1E7D-9D2C-73100B4EE8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9639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char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4C86E75-6180-F936-E6A0-42ED372510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72E6FA9B-0B15-357F-1F1B-299A9E81A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2376"/>
            <a:ext cx="9918980" cy="50907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116BCC9-86A0-B9DC-6AD2-A4BB86A3F2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80238" y="1629382"/>
            <a:ext cx="4512050" cy="406402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Insert title</a:t>
            </a:r>
            <a:endParaRPr lang="en-GB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0DF3C3D-C706-B847-D1C7-B427536B7A1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82723" y="1758782"/>
            <a:ext cx="165600" cy="147600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lIns="0" rIns="0" anchor="b"/>
          <a:lstStyle>
            <a:lvl1pPr marL="0" indent="0">
              <a:buNone/>
              <a:defRPr sz="800" b="1">
                <a:solidFill>
                  <a:schemeClr val="accent5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  <a:endParaRPr lang="en-GB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53DD23DB-CC30-AF22-81FE-1C8CED56BC83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582461" y="1628775"/>
            <a:ext cx="5651500" cy="4437063"/>
          </a:xfrm>
          <a:prstGeom prst="rect">
            <a:avLst/>
          </a:prstGeom>
        </p:spPr>
        <p:txBody>
          <a:bodyPr bIns="2160000"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/>
              <a:t>Insert chart, table or flow</a:t>
            </a:r>
            <a:endParaRPr lang="nl-NL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B4CB115-6E8A-1FB8-B421-4CAB30B4CB6A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6682723" y="2171700"/>
            <a:ext cx="4781926" cy="38941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44551123-F00F-B508-C51C-429E6698D6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FC2994-AECC-0E22-1705-370665249F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1387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rocess flow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0586E75E-D158-6CA8-25D5-22F2B0E434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86584" y="2026368"/>
            <a:ext cx="8248334" cy="74627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72000" rIns="72000" anchor="b"/>
          <a:lstStyle>
            <a:lvl1pPr marL="0" indent="0" algn="l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4C86E75-6180-F936-E6A0-42ED372510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72E6FA9B-0B15-357F-1F1B-299A9E81A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2376"/>
            <a:ext cx="9918980" cy="50907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4BB018D3-3E18-7FAB-BCA1-EDCBAB5F248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2026368"/>
            <a:ext cx="1670646" cy="746270"/>
          </a:xfrm>
          <a:prstGeom prst="rect">
            <a:avLst/>
          </a:prstGeom>
          <a:solidFill>
            <a:schemeClr val="accent1"/>
          </a:solidFill>
        </p:spPr>
        <p:txBody>
          <a:bodyPr lIns="72000" rIns="72000"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B8AE8AC-3B14-81A2-E57E-E463896B1DF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8984" y="2026368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0" name="Picture Placeholder 12">
            <a:extLst>
              <a:ext uri="{FF2B5EF4-FFF2-40B4-BE49-F238E27FC236}">
                <a16:creationId xmlns:a16="http://schemas.microsoft.com/office/drawing/2014/main" id="{7609D42F-AA47-DC67-096D-6FD7082791C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2313287" y="2151790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D3472E8C-EDDF-0721-0C4F-B201BCAF6D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24862" y="2026368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2" name="Picture Placeholder 12">
            <a:extLst>
              <a:ext uri="{FF2B5EF4-FFF2-40B4-BE49-F238E27FC236}">
                <a16:creationId xmlns:a16="http://schemas.microsoft.com/office/drawing/2014/main" id="{296A64EC-3842-87A6-B183-65812F93A22E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929165" y="2151790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53" name="Text Placeholder 4">
            <a:extLst>
              <a:ext uri="{FF2B5EF4-FFF2-40B4-BE49-F238E27FC236}">
                <a16:creationId xmlns:a16="http://schemas.microsoft.com/office/drawing/2014/main" id="{5D81DFD1-174F-DF86-FA2F-AAEE4067339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40740" y="2026368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4" name="Picture Placeholder 12">
            <a:extLst>
              <a:ext uri="{FF2B5EF4-FFF2-40B4-BE49-F238E27FC236}">
                <a16:creationId xmlns:a16="http://schemas.microsoft.com/office/drawing/2014/main" id="{32312383-BB08-361C-C7AD-4C2D492585A4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545043" y="2151790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55" name="Text Placeholder 4">
            <a:extLst>
              <a:ext uri="{FF2B5EF4-FFF2-40B4-BE49-F238E27FC236}">
                <a16:creationId xmlns:a16="http://schemas.microsoft.com/office/drawing/2014/main" id="{F9FD5ABF-2747-8AAC-9813-ADF107B5AE9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186584" y="3195411"/>
            <a:ext cx="8248334" cy="74627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72000" rIns="72000" anchor="b"/>
          <a:lstStyle>
            <a:lvl1pPr marL="0" indent="0" algn="l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57" name="Text Placeholder 4">
            <a:extLst>
              <a:ext uri="{FF2B5EF4-FFF2-40B4-BE49-F238E27FC236}">
                <a16:creationId xmlns:a16="http://schemas.microsoft.com/office/drawing/2014/main" id="{0C5445A0-7902-801E-33BD-7D2BC3E6E86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5938" y="3195411"/>
            <a:ext cx="1670646" cy="746270"/>
          </a:xfrm>
          <a:prstGeom prst="rect">
            <a:avLst/>
          </a:prstGeom>
          <a:solidFill>
            <a:schemeClr val="accent2"/>
          </a:solidFill>
        </p:spPr>
        <p:txBody>
          <a:bodyPr lIns="72000" rIns="72000"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8" name="Text Placeholder 4">
            <a:extLst>
              <a:ext uri="{FF2B5EF4-FFF2-40B4-BE49-F238E27FC236}">
                <a16:creationId xmlns:a16="http://schemas.microsoft.com/office/drawing/2014/main" id="{C6CFD946-608C-47EA-6494-1C9F77BDBCC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008984" y="3195411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59" name="Picture Placeholder 12">
            <a:extLst>
              <a:ext uri="{FF2B5EF4-FFF2-40B4-BE49-F238E27FC236}">
                <a16:creationId xmlns:a16="http://schemas.microsoft.com/office/drawing/2014/main" id="{CBF11236-3901-0AC7-2893-04FFCFEE5B70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2313287" y="3320833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60" name="Text Placeholder 4">
            <a:extLst>
              <a:ext uri="{FF2B5EF4-FFF2-40B4-BE49-F238E27FC236}">
                <a16:creationId xmlns:a16="http://schemas.microsoft.com/office/drawing/2014/main" id="{FB590E68-05B9-3876-EEF1-09CA3D7EB4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624862" y="3195411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61" name="Picture Placeholder 12">
            <a:extLst>
              <a:ext uri="{FF2B5EF4-FFF2-40B4-BE49-F238E27FC236}">
                <a16:creationId xmlns:a16="http://schemas.microsoft.com/office/drawing/2014/main" id="{173D9991-A7F7-6B9C-BE94-5D6A7DFA444A}"/>
              </a:ext>
            </a:extLst>
          </p:cNvPr>
          <p:cNvSpPr>
            <a:spLocks noGrp="1" noChangeAspect="1"/>
          </p:cNvSpPr>
          <p:nvPr>
            <p:ph type="pic" sz="quarter" idx="30" hasCustomPrompt="1"/>
          </p:nvPr>
        </p:nvSpPr>
        <p:spPr>
          <a:xfrm>
            <a:off x="4929165" y="3320833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62" name="Text Placeholder 4">
            <a:extLst>
              <a:ext uri="{FF2B5EF4-FFF2-40B4-BE49-F238E27FC236}">
                <a16:creationId xmlns:a16="http://schemas.microsoft.com/office/drawing/2014/main" id="{4D50F0A4-7501-738C-9713-64EF16C8CA5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240740" y="3195411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63" name="Picture Placeholder 12">
            <a:extLst>
              <a:ext uri="{FF2B5EF4-FFF2-40B4-BE49-F238E27FC236}">
                <a16:creationId xmlns:a16="http://schemas.microsoft.com/office/drawing/2014/main" id="{97A12E96-1AF7-E962-F022-65BB9980D40F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7545043" y="3320833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64" name="Text Placeholder 4">
            <a:extLst>
              <a:ext uri="{FF2B5EF4-FFF2-40B4-BE49-F238E27FC236}">
                <a16:creationId xmlns:a16="http://schemas.microsoft.com/office/drawing/2014/main" id="{90291BF8-CB7F-82B1-11F1-87F80A2FBB5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186584" y="4364454"/>
            <a:ext cx="8248334" cy="74627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72000" rIns="72000" anchor="b"/>
          <a:lstStyle>
            <a:lvl1pPr marL="0" indent="0" algn="l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66" name="Text Placeholder 4">
            <a:extLst>
              <a:ext uri="{FF2B5EF4-FFF2-40B4-BE49-F238E27FC236}">
                <a16:creationId xmlns:a16="http://schemas.microsoft.com/office/drawing/2014/main" id="{50D4D226-8315-F258-9F76-42B69A92989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5938" y="4364454"/>
            <a:ext cx="1670646" cy="746270"/>
          </a:xfrm>
          <a:prstGeom prst="rect">
            <a:avLst/>
          </a:prstGeom>
          <a:solidFill>
            <a:schemeClr val="accent5"/>
          </a:solidFill>
        </p:spPr>
        <p:txBody>
          <a:bodyPr lIns="72000" rIns="72000" anchor="ctr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B41DFEE7-CC32-97C3-CAC4-2BD259E1547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008984" y="4364454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30F72ACF-D6BE-CD86-B035-C9BF32128289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313287" y="4489876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69" name="Text Placeholder 4">
            <a:extLst>
              <a:ext uri="{FF2B5EF4-FFF2-40B4-BE49-F238E27FC236}">
                <a16:creationId xmlns:a16="http://schemas.microsoft.com/office/drawing/2014/main" id="{AC39611F-BC0C-EF30-3036-EA26240E120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624862" y="4364454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49F75A70-CD5D-10FA-31E5-5350C8B3EBC7}"/>
              </a:ext>
            </a:extLst>
          </p:cNvPr>
          <p:cNvSpPr>
            <a:spLocks noGrp="1" noChangeAspect="1"/>
          </p:cNvSpPr>
          <p:nvPr>
            <p:ph type="pic" sz="quarter" idx="38" hasCustomPrompt="1"/>
          </p:nvPr>
        </p:nvSpPr>
        <p:spPr>
          <a:xfrm>
            <a:off x="4929165" y="4489876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71" name="Text Placeholder 4">
            <a:extLst>
              <a:ext uri="{FF2B5EF4-FFF2-40B4-BE49-F238E27FC236}">
                <a16:creationId xmlns:a16="http://schemas.microsoft.com/office/drawing/2014/main" id="{556482D5-2D1A-F1F9-6C23-4A2AB421AC5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240740" y="4364454"/>
            <a:ext cx="1585134" cy="746270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72" name="Picture Placeholder 12">
            <a:extLst>
              <a:ext uri="{FF2B5EF4-FFF2-40B4-BE49-F238E27FC236}">
                <a16:creationId xmlns:a16="http://schemas.microsoft.com/office/drawing/2014/main" id="{55ABE2DD-CC50-2FB2-4091-FB182CD78B26}"/>
              </a:ext>
            </a:extLst>
          </p:cNvPr>
          <p:cNvSpPr>
            <a:spLocks noGrp="1" noChangeAspect="1"/>
          </p:cNvSpPr>
          <p:nvPr>
            <p:ph type="pic" sz="quarter" idx="40" hasCustomPrompt="1"/>
          </p:nvPr>
        </p:nvSpPr>
        <p:spPr>
          <a:xfrm>
            <a:off x="7545043" y="4489876"/>
            <a:ext cx="504000" cy="5040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B6C42409-D943-919E-FEC1-EBDC13A68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623D9DE-9F62-89F7-37F7-A5E21A1321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20667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process flow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BF79B51-4DAA-F8A9-3970-1C1C075EA35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624514" y="3048186"/>
            <a:ext cx="2397952" cy="536780"/>
          </a:xfrm>
          <a:prstGeom prst="homePlate">
            <a:avLst/>
          </a:prstGeom>
          <a:solidFill>
            <a:schemeClr val="accent3"/>
          </a:solidFill>
        </p:spPr>
        <p:txBody>
          <a:bodyPr lIns="0" rIns="0" anchor="b"/>
          <a:lstStyle>
            <a:lvl1pPr marL="0" indent="0" algn="l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99F4200B-0371-D0D8-DCC4-A0F4CB84AE3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921655" y="3048186"/>
            <a:ext cx="2397952" cy="536780"/>
          </a:xfrm>
          <a:prstGeom prst="homePlate">
            <a:avLst/>
          </a:prstGeom>
          <a:solidFill>
            <a:schemeClr val="accent5"/>
          </a:solidFill>
        </p:spPr>
        <p:txBody>
          <a:bodyPr lIns="0" rIns="0" anchor="b"/>
          <a:lstStyle>
            <a:lvl1pPr marL="0" indent="0" algn="l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B1AEDAF-7B2B-34D0-D078-63EBB9B9A7B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03904" y="3048186"/>
            <a:ext cx="2397952" cy="536780"/>
          </a:xfrm>
          <a:prstGeom prst="homePlate">
            <a:avLst/>
          </a:prstGeom>
          <a:solidFill>
            <a:schemeClr val="accent2"/>
          </a:solidFill>
        </p:spPr>
        <p:txBody>
          <a:bodyPr lIns="0" rIns="0" anchor="b"/>
          <a:lstStyle>
            <a:lvl1pPr marL="0" indent="0" algn="l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D3472E8C-EDDF-0721-0C4F-B201BCAF6D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5937" y="3048186"/>
            <a:ext cx="2397952" cy="536780"/>
          </a:xfrm>
          <a:prstGeom prst="homePlate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8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6952A21-E107-3CB9-F1B1-E3905EEA75E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15937" y="3584966"/>
            <a:ext cx="2106237" cy="2009190"/>
          </a:xfrm>
          <a:prstGeom prst="rect">
            <a:avLst/>
          </a:prstGeom>
          <a:solidFill>
            <a:schemeClr val="accent4"/>
          </a:solidFill>
        </p:spPr>
        <p:txBody>
          <a:bodyPr lIns="108000" tIns="108000" rIns="360000" bIns="10800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4C86E75-6180-F936-E6A0-42ED372510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72E6FA9B-0B15-357F-1F1B-299A9E81A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2376"/>
            <a:ext cx="9918980" cy="50907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B8AE8AC-3B14-81A2-E57E-E463896B1DF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1792" y="3129014"/>
            <a:ext cx="2000384" cy="367507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E2041496-A874-07C1-8AA0-CD76219FD0E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218796" y="3584966"/>
            <a:ext cx="2106237" cy="2009190"/>
          </a:xfrm>
          <a:prstGeom prst="rect">
            <a:avLst/>
          </a:prstGeom>
          <a:solidFill>
            <a:schemeClr val="accent4"/>
          </a:solidFill>
        </p:spPr>
        <p:txBody>
          <a:bodyPr lIns="108000" tIns="108000" rIns="360000" bIns="10800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5C7BE0FF-2CAB-5C4A-EF95-DCD197D0075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324651" y="3129014"/>
            <a:ext cx="2000384" cy="367507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680FE16-0FF9-F204-1379-50A273B79D0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921655" y="3584966"/>
            <a:ext cx="2106237" cy="2009190"/>
          </a:xfrm>
          <a:prstGeom prst="rect">
            <a:avLst/>
          </a:prstGeom>
          <a:solidFill>
            <a:schemeClr val="accent4"/>
          </a:solidFill>
        </p:spPr>
        <p:txBody>
          <a:bodyPr lIns="108000" tIns="108000" rIns="360000" bIns="10800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6AB59FF-176E-0718-A0B7-CF353135624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27510" y="3129014"/>
            <a:ext cx="2000384" cy="367507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436DBD8-3906-6C0A-DCF7-B08504E47EF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624514" y="3584966"/>
            <a:ext cx="2106237" cy="2009190"/>
          </a:xfrm>
          <a:prstGeom prst="rect">
            <a:avLst/>
          </a:prstGeom>
          <a:solidFill>
            <a:schemeClr val="accent4"/>
          </a:solidFill>
        </p:spPr>
        <p:txBody>
          <a:bodyPr lIns="108000" tIns="108000" rIns="360000" bIns="10800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6B50ACA-7B88-AF10-B1B6-24D5B2A4190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730369" y="3129014"/>
            <a:ext cx="2000384" cy="367507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Add title</a:t>
            </a:r>
          </a:p>
        </p:txBody>
      </p:sp>
      <p:sp>
        <p:nvSpPr>
          <p:cNvPr id="36" name="Picture Placeholder 12">
            <a:extLst>
              <a:ext uri="{FF2B5EF4-FFF2-40B4-BE49-F238E27FC236}">
                <a16:creationId xmlns:a16="http://schemas.microsoft.com/office/drawing/2014/main" id="{8E8395AC-DB57-7F29-9529-E7DA0F5EB597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515937" y="1950720"/>
            <a:ext cx="2106237" cy="1089849"/>
          </a:xfrm>
          <a:prstGeom prst="rect">
            <a:avLst/>
          </a:prstGeom>
        </p:spPr>
        <p:txBody>
          <a:bodyPr tIns="144000"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37" name="Picture Placeholder 12">
            <a:extLst>
              <a:ext uri="{FF2B5EF4-FFF2-40B4-BE49-F238E27FC236}">
                <a16:creationId xmlns:a16="http://schemas.microsoft.com/office/drawing/2014/main" id="{8996144C-5B5E-C387-AD5A-32559DF20FBE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3218796" y="1950720"/>
            <a:ext cx="2106237" cy="1089849"/>
          </a:xfrm>
          <a:prstGeom prst="rect">
            <a:avLst/>
          </a:prstGeom>
        </p:spPr>
        <p:txBody>
          <a:bodyPr tIns="144000"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38" name="Picture Placeholder 12">
            <a:extLst>
              <a:ext uri="{FF2B5EF4-FFF2-40B4-BE49-F238E27FC236}">
                <a16:creationId xmlns:a16="http://schemas.microsoft.com/office/drawing/2014/main" id="{C0C0E61E-EF98-05B6-51AF-7721B94A7099}"/>
              </a:ext>
            </a:extLst>
          </p:cNvPr>
          <p:cNvSpPr>
            <a:spLocks noGrp="1" noChangeAspect="1"/>
          </p:cNvSpPr>
          <p:nvPr>
            <p:ph type="pic" sz="quarter" idx="40" hasCustomPrompt="1"/>
          </p:nvPr>
        </p:nvSpPr>
        <p:spPr>
          <a:xfrm>
            <a:off x="5921655" y="1950720"/>
            <a:ext cx="2106237" cy="1089849"/>
          </a:xfrm>
          <a:prstGeom prst="rect">
            <a:avLst/>
          </a:prstGeom>
        </p:spPr>
        <p:txBody>
          <a:bodyPr tIns="144000"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2D3BFB90-3A57-2203-9F43-881F48E21B6C}"/>
              </a:ext>
            </a:extLst>
          </p:cNvPr>
          <p:cNvSpPr>
            <a:spLocks noGrp="1" noChangeAspect="1"/>
          </p:cNvSpPr>
          <p:nvPr>
            <p:ph type="pic" sz="quarter" idx="41" hasCustomPrompt="1"/>
          </p:nvPr>
        </p:nvSpPr>
        <p:spPr>
          <a:xfrm>
            <a:off x="8624514" y="1950720"/>
            <a:ext cx="2106237" cy="1089849"/>
          </a:xfrm>
          <a:prstGeom prst="rect">
            <a:avLst/>
          </a:prstGeom>
        </p:spPr>
        <p:txBody>
          <a:bodyPr tIns="144000"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 or picture</a:t>
            </a:r>
          </a:p>
        </p:txBody>
      </p:sp>
      <p:sp>
        <p:nvSpPr>
          <p:cNvPr id="7" name="Tijdelijke aanduiding voor dianummer 5">
            <a:extLst>
              <a:ext uri="{FF2B5EF4-FFF2-40B4-BE49-F238E27FC236}">
                <a16:creationId xmlns:a16="http://schemas.microsoft.com/office/drawing/2014/main" id="{7EC86171-E28F-636C-CD6F-7CC72B22F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08DB97E-22C5-B93E-CB78-E5331C15BE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97752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4C86E75-6180-F936-E6A0-42ED372510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315597"/>
            <a:ext cx="9918980" cy="50907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72E6FA9B-0B15-357F-1F1B-299A9E81A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852376"/>
            <a:ext cx="9918980" cy="509071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9" name="Text Placeholder 4">
            <a:extLst>
              <a:ext uri="{FF2B5EF4-FFF2-40B4-BE49-F238E27FC236}">
                <a16:creationId xmlns:a16="http://schemas.microsoft.com/office/drawing/2014/main" id="{0B8AE8AC-3B14-81A2-E57E-E463896B1DF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0630" y="2192092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50" name="Picture Placeholder 12">
            <a:extLst>
              <a:ext uri="{FF2B5EF4-FFF2-40B4-BE49-F238E27FC236}">
                <a16:creationId xmlns:a16="http://schemas.microsoft.com/office/drawing/2014/main" id="{7609D42F-AA47-DC67-096D-6FD7082791C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515938" y="1586055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51" name="Text Placeholder 4">
            <a:extLst>
              <a:ext uri="{FF2B5EF4-FFF2-40B4-BE49-F238E27FC236}">
                <a16:creationId xmlns:a16="http://schemas.microsoft.com/office/drawing/2014/main" id="{D3472E8C-EDDF-0721-0C4F-B201BCAF6D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0630" y="2495574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0549ED6-E83F-A73C-94DC-8B18E22EFAC1}"/>
              </a:ext>
            </a:extLst>
          </p:cNvPr>
          <p:cNvCxnSpPr/>
          <p:nvPr userDrawn="1"/>
        </p:nvCxnSpPr>
        <p:spPr>
          <a:xfrm>
            <a:off x="0" y="3778623"/>
            <a:ext cx="11053482" cy="0"/>
          </a:xfrm>
          <a:prstGeom prst="straightConnector1">
            <a:avLst/>
          </a:prstGeom>
          <a:ln w="19050"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E545B030-E0EA-FCBC-3141-02DA980201E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190456" y="4835178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833AFD41-921E-CCF9-798F-9D3861C69D83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2145764" y="4229141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D03585D-9C51-5879-C999-ADE10E0775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190456" y="5138660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4F26AC06-95EC-0756-D3C7-4C0C9C57D9C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51630" y="3398772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E4AA1B3-1512-91EB-9C46-10C7E3B170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145764" y="3798475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31EAF07-0D3A-F492-07B0-A5FCF27CB70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820282" y="2192092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3980003-7EC8-BF40-1694-CE5E0F132313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3775590" y="1586055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6952A21-E107-3CB9-F1B1-E3905EEA75E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20282" y="2495574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8DF4B9BD-EBC0-5DB4-5882-79FC347819A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450108" y="4835178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ADE5687A-0B1E-628B-0233-964F76B5B8E2}"/>
              </a:ext>
            </a:extLst>
          </p:cNvPr>
          <p:cNvSpPr>
            <a:spLocks noGrp="1" noChangeAspect="1"/>
          </p:cNvSpPr>
          <p:nvPr>
            <p:ph type="pic" sz="quarter" idx="31" hasCustomPrompt="1"/>
          </p:nvPr>
        </p:nvSpPr>
        <p:spPr>
          <a:xfrm>
            <a:off x="5405416" y="4229141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A76E95D-E310-C7AB-B702-CEC30174E9A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450108" y="5138660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0E2170-E0E0-988D-7BA4-E70DDB5037C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811282" y="3398772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A90377A-B033-34C0-2133-CF2B0870FD4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05416" y="3798475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C2AF37D-027B-EFC5-D980-42E4BE67528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079934" y="2192092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1" name="Picture Placeholder 12">
            <a:extLst>
              <a:ext uri="{FF2B5EF4-FFF2-40B4-BE49-F238E27FC236}">
                <a16:creationId xmlns:a16="http://schemas.microsoft.com/office/drawing/2014/main" id="{294F1039-9C07-E94D-49BC-6DC4E4E0F14A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7035242" y="1586055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A73B6B36-206E-5F86-0335-2FA5D9C5E02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079934" y="2495574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79875517-E246-5B7F-1450-DD160B92084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09760" y="4835178"/>
            <a:ext cx="1585134" cy="201445"/>
          </a:xfrm>
          <a:prstGeom prst="rect">
            <a:avLst/>
          </a:prstGeom>
          <a:noFill/>
        </p:spPr>
        <p:txBody>
          <a:bodyPr lIns="0" rIns="0" anchor="ctr"/>
          <a:lstStyle>
            <a:lvl1pPr marL="0" indent="0" algn="l">
              <a:buNone/>
              <a:defRPr sz="11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24" name="Picture Placeholder 12">
            <a:extLst>
              <a:ext uri="{FF2B5EF4-FFF2-40B4-BE49-F238E27FC236}">
                <a16:creationId xmlns:a16="http://schemas.microsoft.com/office/drawing/2014/main" id="{3FCD60AF-6DDD-9D46-D41F-075822897172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8665068" y="4229141"/>
            <a:ext cx="504000" cy="504000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 sz="800"/>
            </a:lvl1pPr>
          </a:lstStyle>
          <a:p>
            <a:r>
              <a:rPr lang="nl-NL"/>
              <a:t>Icon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290BB2F-3E65-2964-7112-24A755C64B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709760" y="5138660"/>
            <a:ext cx="1585134" cy="746270"/>
          </a:xfrm>
          <a:prstGeom prst="rect">
            <a:avLst/>
          </a:prstGeom>
          <a:noFill/>
        </p:spPr>
        <p:txBody>
          <a:bodyPr lIns="0" rIns="0" anchor="t"/>
          <a:lstStyle>
            <a:lvl1pPr marL="0" indent="0"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Insert content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EE6B9D9F-519B-2605-1093-3B902F2632F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070934" y="3398772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46CC0616-78B3-3EBF-F22D-04B58DF88CE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665068" y="3798475"/>
            <a:ext cx="18000" cy="360000"/>
          </a:xfrm>
          <a:prstGeom prst="rect">
            <a:avLst/>
          </a:prstGeom>
          <a:solidFill>
            <a:schemeClr val="accent1"/>
          </a:solidFill>
        </p:spPr>
        <p:txBody>
          <a:bodyPr lIns="0" rIns="0" anchor="b"/>
          <a:lstStyle>
            <a:lvl1pPr marL="0" indent="0" algn="l">
              <a:buNone/>
              <a:defRPr sz="1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.</a:t>
            </a:r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11EC6833-5577-5FEA-B9A5-B7C13941EF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C99B4C7-299A-4150-BB7F-2FD7F51AE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12606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mobile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39A073D-5D92-5A92-4C17-E4420EA435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8" b="68"/>
          <a:stretch/>
        </p:blipFill>
        <p:spPr>
          <a:xfrm>
            <a:off x="10510887" y="0"/>
            <a:ext cx="1681113" cy="68580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5368774-82A9-DB90-2721-13271067EE09}"/>
              </a:ext>
            </a:extLst>
          </p:cNvPr>
          <p:cNvSpPr/>
          <p:nvPr userDrawn="1"/>
        </p:nvSpPr>
        <p:spPr>
          <a:xfrm>
            <a:off x="8229600" y="853390"/>
            <a:ext cx="2281282" cy="5090210"/>
          </a:xfrm>
          <a:prstGeom prst="roundRect">
            <a:avLst>
              <a:gd name="adj" fmla="val 9210"/>
            </a:avLst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C269B0-3A8B-1529-2DB7-4ACE8A32A3B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" b="10"/>
          <a:stretch/>
        </p:blipFill>
        <p:spPr>
          <a:xfrm>
            <a:off x="6430856" y="-299001"/>
            <a:ext cx="5761144" cy="7157001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242255" y="952358"/>
            <a:ext cx="2215452" cy="4910738"/>
          </a:xfrm>
          <a:custGeom>
            <a:avLst/>
            <a:gdLst>
              <a:gd name="connsiteX0" fmla="*/ 0 w 2178280"/>
              <a:gd name="connsiteY0" fmla="*/ 152044 h 4910738"/>
              <a:gd name="connsiteX1" fmla="*/ 152044 w 2178280"/>
              <a:gd name="connsiteY1" fmla="*/ 0 h 4910738"/>
              <a:gd name="connsiteX2" fmla="*/ 2026236 w 2178280"/>
              <a:gd name="connsiteY2" fmla="*/ 0 h 4910738"/>
              <a:gd name="connsiteX3" fmla="*/ 2178280 w 2178280"/>
              <a:gd name="connsiteY3" fmla="*/ 152044 h 4910738"/>
              <a:gd name="connsiteX4" fmla="*/ 2178280 w 2178280"/>
              <a:gd name="connsiteY4" fmla="*/ 4758694 h 4910738"/>
              <a:gd name="connsiteX5" fmla="*/ 2026236 w 2178280"/>
              <a:gd name="connsiteY5" fmla="*/ 4910738 h 4910738"/>
              <a:gd name="connsiteX6" fmla="*/ 152044 w 2178280"/>
              <a:gd name="connsiteY6" fmla="*/ 4910738 h 4910738"/>
              <a:gd name="connsiteX7" fmla="*/ 0 w 2178280"/>
              <a:gd name="connsiteY7" fmla="*/ 4758694 h 4910738"/>
              <a:gd name="connsiteX8" fmla="*/ 0 w 2178280"/>
              <a:gd name="connsiteY8" fmla="*/ 152044 h 4910738"/>
              <a:gd name="connsiteX0" fmla="*/ 0 w 2178280"/>
              <a:gd name="connsiteY0" fmla="*/ 152044 h 4910738"/>
              <a:gd name="connsiteX1" fmla="*/ 152044 w 2178280"/>
              <a:gd name="connsiteY1" fmla="*/ 0 h 4910738"/>
              <a:gd name="connsiteX2" fmla="*/ 2026236 w 2178280"/>
              <a:gd name="connsiteY2" fmla="*/ 0 h 4910738"/>
              <a:gd name="connsiteX3" fmla="*/ 2178280 w 2178280"/>
              <a:gd name="connsiteY3" fmla="*/ 152044 h 4910738"/>
              <a:gd name="connsiteX4" fmla="*/ 2178280 w 2178280"/>
              <a:gd name="connsiteY4" fmla="*/ 4758694 h 4910738"/>
              <a:gd name="connsiteX5" fmla="*/ 2026236 w 2178280"/>
              <a:gd name="connsiteY5" fmla="*/ 4910738 h 4910738"/>
              <a:gd name="connsiteX6" fmla="*/ 152044 w 2178280"/>
              <a:gd name="connsiteY6" fmla="*/ 4910738 h 4910738"/>
              <a:gd name="connsiteX7" fmla="*/ 15844 w 2178280"/>
              <a:gd name="connsiteY7" fmla="*/ 4749640 h 4910738"/>
              <a:gd name="connsiteX8" fmla="*/ 0 w 2178280"/>
              <a:gd name="connsiteY8" fmla="*/ 152044 h 4910738"/>
              <a:gd name="connsiteX0" fmla="*/ 0 w 2178280"/>
              <a:gd name="connsiteY0" fmla="*/ 152044 h 4910738"/>
              <a:gd name="connsiteX1" fmla="*/ 152044 w 2178280"/>
              <a:gd name="connsiteY1" fmla="*/ 0 h 4910738"/>
              <a:gd name="connsiteX2" fmla="*/ 2026236 w 2178280"/>
              <a:gd name="connsiteY2" fmla="*/ 0 h 4910738"/>
              <a:gd name="connsiteX3" fmla="*/ 2178280 w 2178280"/>
              <a:gd name="connsiteY3" fmla="*/ 152044 h 4910738"/>
              <a:gd name="connsiteX4" fmla="*/ 2178280 w 2178280"/>
              <a:gd name="connsiteY4" fmla="*/ 4758694 h 4910738"/>
              <a:gd name="connsiteX5" fmla="*/ 2023973 w 2178280"/>
              <a:gd name="connsiteY5" fmla="*/ 4897158 h 4910738"/>
              <a:gd name="connsiteX6" fmla="*/ 152044 w 2178280"/>
              <a:gd name="connsiteY6" fmla="*/ 4910738 h 4910738"/>
              <a:gd name="connsiteX7" fmla="*/ 15844 w 2178280"/>
              <a:gd name="connsiteY7" fmla="*/ 4749640 h 4910738"/>
              <a:gd name="connsiteX8" fmla="*/ 0 w 2178280"/>
              <a:gd name="connsiteY8" fmla="*/ 152044 h 4910738"/>
              <a:gd name="connsiteX0" fmla="*/ 3114 w 2181394"/>
              <a:gd name="connsiteY0" fmla="*/ 152044 h 4910738"/>
              <a:gd name="connsiteX1" fmla="*/ 155158 w 2181394"/>
              <a:gd name="connsiteY1" fmla="*/ 0 h 4910738"/>
              <a:gd name="connsiteX2" fmla="*/ 2029350 w 2181394"/>
              <a:gd name="connsiteY2" fmla="*/ 0 h 4910738"/>
              <a:gd name="connsiteX3" fmla="*/ 2181394 w 2181394"/>
              <a:gd name="connsiteY3" fmla="*/ 152044 h 4910738"/>
              <a:gd name="connsiteX4" fmla="*/ 2181394 w 2181394"/>
              <a:gd name="connsiteY4" fmla="*/ 4758694 h 4910738"/>
              <a:gd name="connsiteX5" fmla="*/ 2027087 w 2181394"/>
              <a:gd name="connsiteY5" fmla="*/ 4897158 h 4910738"/>
              <a:gd name="connsiteX6" fmla="*/ 155158 w 2181394"/>
              <a:gd name="connsiteY6" fmla="*/ 4910738 h 4910738"/>
              <a:gd name="connsiteX7" fmla="*/ 18958 w 2181394"/>
              <a:gd name="connsiteY7" fmla="*/ 4749640 h 4910738"/>
              <a:gd name="connsiteX8" fmla="*/ 96033 w 2181394"/>
              <a:gd name="connsiteY8" fmla="*/ 4175033 h 4910738"/>
              <a:gd name="connsiteX9" fmla="*/ 3114 w 2181394"/>
              <a:gd name="connsiteY9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97810 w 2183171"/>
              <a:gd name="connsiteY8" fmla="*/ 4175033 h 4910738"/>
              <a:gd name="connsiteX9" fmla="*/ 18031 w 2183171"/>
              <a:gd name="connsiteY9" fmla="*/ 3938761 h 4910738"/>
              <a:gd name="connsiteX10" fmla="*/ 4891 w 2183171"/>
              <a:gd name="connsiteY10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97810 w 2183171"/>
              <a:gd name="connsiteY8" fmla="*/ 4175033 h 4910738"/>
              <a:gd name="connsiteX9" fmla="*/ 18031 w 2183171"/>
              <a:gd name="connsiteY9" fmla="*/ 3938761 h 4910738"/>
              <a:gd name="connsiteX10" fmla="*/ 4891 w 2183171"/>
              <a:gd name="connsiteY10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24168 w 2183171"/>
              <a:gd name="connsiteY8" fmla="*/ 4405167 h 4910738"/>
              <a:gd name="connsiteX9" fmla="*/ 97810 w 2183171"/>
              <a:gd name="connsiteY9" fmla="*/ 4175033 h 4910738"/>
              <a:gd name="connsiteX10" fmla="*/ 18031 w 2183171"/>
              <a:gd name="connsiteY10" fmla="*/ 3938761 h 4910738"/>
              <a:gd name="connsiteX11" fmla="*/ 4891 w 2183171"/>
              <a:gd name="connsiteY11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24168 w 2183171"/>
              <a:gd name="connsiteY8" fmla="*/ 4405167 h 4910738"/>
              <a:gd name="connsiteX9" fmla="*/ 97810 w 2183171"/>
              <a:gd name="connsiteY9" fmla="*/ 4175033 h 4910738"/>
              <a:gd name="connsiteX10" fmla="*/ 18031 w 2183171"/>
              <a:gd name="connsiteY10" fmla="*/ 3938761 h 4910738"/>
              <a:gd name="connsiteX11" fmla="*/ 4891 w 2183171"/>
              <a:gd name="connsiteY11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20358 w 2183171"/>
              <a:gd name="connsiteY8" fmla="*/ 4389927 h 4910738"/>
              <a:gd name="connsiteX9" fmla="*/ 97810 w 2183171"/>
              <a:gd name="connsiteY9" fmla="*/ 4175033 h 4910738"/>
              <a:gd name="connsiteX10" fmla="*/ 18031 w 2183171"/>
              <a:gd name="connsiteY10" fmla="*/ 3938761 h 4910738"/>
              <a:gd name="connsiteX11" fmla="*/ 4891 w 2183171"/>
              <a:gd name="connsiteY11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83171 w 2183171"/>
              <a:gd name="connsiteY4" fmla="*/ 4758694 h 4910738"/>
              <a:gd name="connsiteX5" fmla="*/ 2028864 w 2183171"/>
              <a:gd name="connsiteY5" fmla="*/ 4897158 h 4910738"/>
              <a:gd name="connsiteX6" fmla="*/ 156935 w 2183171"/>
              <a:gd name="connsiteY6" fmla="*/ 4910738 h 4910738"/>
              <a:gd name="connsiteX7" fmla="*/ 20735 w 2183171"/>
              <a:gd name="connsiteY7" fmla="*/ 4749640 h 4910738"/>
              <a:gd name="connsiteX8" fmla="*/ 20358 w 2183171"/>
              <a:gd name="connsiteY8" fmla="*/ 4389927 h 4910738"/>
              <a:gd name="connsiteX9" fmla="*/ 97810 w 2183171"/>
              <a:gd name="connsiteY9" fmla="*/ 4175033 h 4910738"/>
              <a:gd name="connsiteX10" fmla="*/ 18031 w 2183171"/>
              <a:gd name="connsiteY10" fmla="*/ 3938761 h 4910738"/>
              <a:gd name="connsiteX11" fmla="*/ 4891 w 2183171"/>
              <a:gd name="connsiteY11" fmla="*/ 152044 h 4910738"/>
              <a:gd name="connsiteX0" fmla="*/ 4891 w 2183171"/>
              <a:gd name="connsiteY0" fmla="*/ 152044 h 4910738"/>
              <a:gd name="connsiteX1" fmla="*/ 156935 w 2183171"/>
              <a:gd name="connsiteY1" fmla="*/ 0 h 4910738"/>
              <a:gd name="connsiteX2" fmla="*/ 2031127 w 2183171"/>
              <a:gd name="connsiteY2" fmla="*/ 0 h 4910738"/>
              <a:gd name="connsiteX3" fmla="*/ 2183171 w 2183171"/>
              <a:gd name="connsiteY3" fmla="*/ 152044 h 4910738"/>
              <a:gd name="connsiteX4" fmla="*/ 2149522 w 2183171"/>
              <a:gd name="connsiteY4" fmla="*/ 2674762 h 4910738"/>
              <a:gd name="connsiteX5" fmla="*/ 2183171 w 2183171"/>
              <a:gd name="connsiteY5" fmla="*/ 4758694 h 4910738"/>
              <a:gd name="connsiteX6" fmla="*/ 2028864 w 2183171"/>
              <a:gd name="connsiteY6" fmla="*/ 4897158 h 4910738"/>
              <a:gd name="connsiteX7" fmla="*/ 156935 w 2183171"/>
              <a:gd name="connsiteY7" fmla="*/ 4910738 h 4910738"/>
              <a:gd name="connsiteX8" fmla="*/ 20735 w 2183171"/>
              <a:gd name="connsiteY8" fmla="*/ 4749640 h 4910738"/>
              <a:gd name="connsiteX9" fmla="*/ 20358 w 2183171"/>
              <a:gd name="connsiteY9" fmla="*/ 4389927 h 4910738"/>
              <a:gd name="connsiteX10" fmla="*/ 97810 w 2183171"/>
              <a:gd name="connsiteY10" fmla="*/ 4175033 h 4910738"/>
              <a:gd name="connsiteX11" fmla="*/ 18031 w 2183171"/>
              <a:gd name="connsiteY11" fmla="*/ 3938761 h 4910738"/>
              <a:gd name="connsiteX12" fmla="*/ 4891 w 2183171"/>
              <a:gd name="connsiteY12" fmla="*/ 152044 h 4910738"/>
              <a:gd name="connsiteX0" fmla="*/ 4891 w 2187622"/>
              <a:gd name="connsiteY0" fmla="*/ 152044 h 4910738"/>
              <a:gd name="connsiteX1" fmla="*/ 156935 w 2187622"/>
              <a:gd name="connsiteY1" fmla="*/ 0 h 4910738"/>
              <a:gd name="connsiteX2" fmla="*/ 2031127 w 2187622"/>
              <a:gd name="connsiteY2" fmla="*/ 0 h 4910738"/>
              <a:gd name="connsiteX3" fmla="*/ 2183171 w 2187622"/>
              <a:gd name="connsiteY3" fmla="*/ 152044 h 4910738"/>
              <a:gd name="connsiteX4" fmla="*/ 2149522 w 2187622"/>
              <a:gd name="connsiteY4" fmla="*/ 2674762 h 4910738"/>
              <a:gd name="connsiteX5" fmla="*/ 2187622 w 2187622"/>
              <a:gd name="connsiteY5" fmla="*/ 2912887 h 4910738"/>
              <a:gd name="connsiteX6" fmla="*/ 2183171 w 2187622"/>
              <a:gd name="connsiteY6" fmla="*/ 4758694 h 4910738"/>
              <a:gd name="connsiteX7" fmla="*/ 2028864 w 2187622"/>
              <a:gd name="connsiteY7" fmla="*/ 4897158 h 4910738"/>
              <a:gd name="connsiteX8" fmla="*/ 156935 w 2187622"/>
              <a:gd name="connsiteY8" fmla="*/ 4910738 h 4910738"/>
              <a:gd name="connsiteX9" fmla="*/ 20735 w 2187622"/>
              <a:gd name="connsiteY9" fmla="*/ 4749640 h 4910738"/>
              <a:gd name="connsiteX10" fmla="*/ 20358 w 2187622"/>
              <a:gd name="connsiteY10" fmla="*/ 4389927 h 4910738"/>
              <a:gd name="connsiteX11" fmla="*/ 97810 w 2187622"/>
              <a:gd name="connsiteY11" fmla="*/ 4175033 h 4910738"/>
              <a:gd name="connsiteX12" fmla="*/ 18031 w 2187622"/>
              <a:gd name="connsiteY12" fmla="*/ 3938761 h 4910738"/>
              <a:gd name="connsiteX13" fmla="*/ 4891 w 2187622"/>
              <a:gd name="connsiteY13" fmla="*/ 152044 h 4910738"/>
              <a:gd name="connsiteX0" fmla="*/ 4891 w 2187622"/>
              <a:gd name="connsiteY0" fmla="*/ 152044 h 4910738"/>
              <a:gd name="connsiteX1" fmla="*/ 156935 w 2187622"/>
              <a:gd name="connsiteY1" fmla="*/ 0 h 4910738"/>
              <a:gd name="connsiteX2" fmla="*/ 2031127 w 2187622"/>
              <a:gd name="connsiteY2" fmla="*/ 0 h 4910738"/>
              <a:gd name="connsiteX3" fmla="*/ 2183171 w 2187622"/>
              <a:gd name="connsiteY3" fmla="*/ 152044 h 4910738"/>
              <a:gd name="connsiteX4" fmla="*/ 2149522 w 2187622"/>
              <a:gd name="connsiteY4" fmla="*/ 2674762 h 4910738"/>
              <a:gd name="connsiteX5" fmla="*/ 2187622 w 2187622"/>
              <a:gd name="connsiteY5" fmla="*/ 2912887 h 4910738"/>
              <a:gd name="connsiteX6" fmla="*/ 2179361 w 2187622"/>
              <a:gd name="connsiteY6" fmla="*/ 4732024 h 4910738"/>
              <a:gd name="connsiteX7" fmla="*/ 2028864 w 2187622"/>
              <a:gd name="connsiteY7" fmla="*/ 4897158 h 4910738"/>
              <a:gd name="connsiteX8" fmla="*/ 156935 w 2187622"/>
              <a:gd name="connsiteY8" fmla="*/ 4910738 h 4910738"/>
              <a:gd name="connsiteX9" fmla="*/ 20735 w 2187622"/>
              <a:gd name="connsiteY9" fmla="*/ 4749640 h 4910738"/>
              <a:gd name="connsiteX10" fmla="*/ 20358 w 2187622"/>
              <a:gd name="connsiteY10" fmla="*/ 4389927 h 4910738"/>
              <a:gd name="connsiteX11" fmla="*/ 97810 w 2187622"/>
              <a:gd name="connsiteY11" fmla="*/ 4175033 h 4910738"/>
              <a:gd name="connsiteX12" fmla="*/ 18031 w 2187622"/>
              <a:gd name="connsiteY12" fmla="*/ 3938761 h 4910738"/>
              <a:gd name="connsiteX13" fmla="*/ 4891 w 2187622"/>
              <a:gd name="connsiteY13" fmla="*/ 152044 h 4910738"/>
              <a:gd name="connsiteX0" fmla="*/ 4891 w 2187622"/>
              <a:gd name="connsiteY0" fmla="*/ 152044 h 4910738"/>
              <a:gd name="connsiteX1" fmla="*/ 156935 w 2187622"/>
              <a:gd name="connsiteY1" fmla="*/ 0 h 4910738"/>
              <a:gd name="connsiteX2" fmla="*/ 2031127 w 2187622"/>
              <a:gd name="connsiteY2" fmla="*/ 0 h 4910738"/>
              <a:gd name="connsiteX3" fmla="*/ 2183171 w 2187622"/>
              <a:gd name="connsiteY3" fmla="*/ 152044 h 4910738"/>
              <a:gd name="connsiteX4" fmla="*/ 2159047 w 2187622"/>
              <a:gd name="connsiteY4" fmla="*/ 2661427 h 4910738"/>
              <a:gd name="connsiteX5" fmla="*/ 2187622 w 2187622"/>
              <a:gd name="connsiteY5" fmla="*/ 2912887 h 4910738"/>
              <a:gd name="connsiteX6" fmla="*/ 2179361 w 2187622"/>
              <a:gd name="connsiteY6" fmla="*/ 4732024 h 4910738"/>
              <a:gd name="connsiteX7" fmla="*/ 2028864 w 2187622"/>
              <a:gd name="connsiteY7" fmla="*/ 4897158 h 4910738"/>
              <a:gd name="connsiteX8" fmla="*/ 156935 w 2187622"/>
              <a:gd name="connsiteY8" fmla="*/ 4910738 h 4910738"/>
              <a:gd name="connsiteX9" fmla="*/ 20735 w 2187622"/>
              <a:gd name="connsiteY9" fmla="*/ 4749640 h 4910738"/>
              <a:gd name="connsiteX10" fmla="*/ 20358 w 2187622"/>
              <a:gd name="connsiteY10" fmla="*/ 4389927 h 4910738"/>
              <a:gd name="connsiteX11" fmla="*/ 97810 w 2187622"/>
              <a:gd name="connsiteY11" fmla="*/ 4175033 h 4910738"/>
              <a:gd name="connsiteX12" fmla="*/ 18031 w 2187622"/>
              <a:gd name="connsiteY12" fmla="*/ 3938761 h 4910738"/>
              <a:gd name="connsiteX13" fmla="*/ 4891 w 2187622"/>
              <a:gd name="connsiteY13" fmla="*/ 152044 h 4910738"/>
              <a:gd name="connsiteX0" fmla="*/ 4891 w 2195272"/>
              <a:gd name="connsiteY0" fmla="*/ 152044 h 4910738"/>
              <a:gd name="connsiteX1" fmla="*/ 156935 w 2195272"/>
              <a:gd name="connsiteY1" fmla="*/ 0 h 4910738"/>
              <a:gd name="connsiteX2" fmla="*/ 2031127 w 2195272"/>
              <a:gd name="connsiteY2" fmla="*/ 0 h 4910738"/>
              <a:gd name="connsiteX3" fmla="*/ 2183171 w 2195272"/>
              <a:gd name="connsiteY3" fmla="*/ 152044 h 4910738"/>
              <a:gd name="connsiteX4" fmla="*/ 2187621 w 2195272"/>
              <a:gd name="connsiteY4" fmla="*/ 2389012 h 4910738"/>
              <a:gd name="connsiteX5" fmla="*/ 2159047 w 2195272"/>
              <a:gd name="connsiteY5" fmla="*/ 2661427 h 4910738"/>
              <a:gd name="connsiteX6" fmla="*/ 2187622 w 2195272"/>
              <a:gd name="connsiteY6" fmla="*/ 2912887 h 4910738"/>
              <a:gd name="connsiteX7" fmla="*/ 2179361 w 2195272"/>
              <a:gd name="connsiteY7" fmla="*/ 4732024 h 4910738"/>
              <a:gd name="connsiteX8" fmla="*/ 2028864 w 2195272"/>
              <a:gd name="connsiteY8" fmla="*/ 4897158 h 4910738"/>
              <a:gd name="connsiteX9" fmla="*/ 156935 w 2195272"/>
              <a:gd name="connsiteY9" fmla="*/ 4910738 h 4910738"/>
              <a:gd name="connsiteX10" fmla="*/ 20735 w 2195272"/>
              <a:gd name="connsiteY10" fmla="*/ 4749640 h 4910738"/>
              <a:gd name="connsiteX11" fmla="*/ 20358 w 2195272"/>
              <a:gd name="connsiteY11" fmla="*/ 4389927 h 4910738"/>
              <a:gd name="connsiteX12" fmla="*/ 97810 w 2195272"/>
              <a:gd name="connsiteY12" fmla="*/ 4175033 h 4910738"/>
              <a:gd name="connsiteX13" fmla="*/ 18031 w 2195272"/>
              <a:gd name="connsiteY13" fmla="*/ 3938761 h 4910738"/>
              <a:gd name="connsiteX14" fmla="*/ 4891 w 2195272"/>
              <a:gd name="connsiteY14" fmla="*/ 152044 h 4910738"/>
              <a:gd name="connsiteX0" fmla="*/ 4891 w 2195272"/>
              <a:gd name="connsiteY0" fmla="*/ 152044 h 4910738"/>
              <a:gd name="connsiteX1" fmla="*/ 156935 w 2195272"/>
              <a:gd name="connsiteY1" fmla="*/ 0 h 4910738"/>
              <a:gd name="connsiteX2" fmla="*/ 2031127 w 2195272"/>
              <a:gd name="connsiteY2" fmla="*/ 0 h 4910738"/>
              <a:gd name="connsiteX3" fmla="*/ 2183171 w 2195272"/>
              <a:gd name="connsiteY3" fmla="*/ 152044 h 4910738"/>
              <a:gd name="connsiteX4" fmla="*/ 2187621 w 2195272"/>
              <a:gd name="connsiteY4" fmla="*/ 2389012 h 4910738"/>
              <a:gd name="connsiteX5" fmla="*/ 2159046 w 2195272"/>
              <a:gd name="connsiteY5" fmla="*/ 2531887 h 4910738"/>
              <a:gd name="connsiteX6" fmla="*/ 2159047 w 2195272"/>
              <a:gd name="connsiteY6" fmla="*/ 2661427 h 4910738"/>
              <a:gd name="connsiteX7" fmla="*/ 2187622 w 2195272"/>
              <a:gd name="connsiteY7" fmla="*/ 2912887 h 4910738"/>
              <a:gd name="connsiteX8" fmla="*/ 2179361 w 2195272"/>
              <a:gd name="connsiteY8" fmla="*/ 4732024 h 4910738"/>
              <a:gd name="connsiteX9" fmla="*/ 2028864 w 2195272"/>
              <a:gd name="connsiteY9" fmla="*/ 4897158 h 4910738"/>
              <a:gd name="connsiteX10" fmla="*/ 156935 w 2195272"/>
              <a:gd name="connsiteY10" fmla="*/ 4910738 h 4910738"/>
              <a:gd name="connsiteX11" fmla="*/ 20735 w 2195272"/>
              <a:gd name="connsiteY11" fmla="*/ 4749640 h 4910738"/>
              <a:gd name="connsiteX12" fmla="*/ 20358 w 2195272"/>
              <a:gd name="connsiteY12" fmla="*/ 4389927 h 4910738"/>
              <a:gd name="connsiteX13" fmla="*/ 97810 w 2195272"/>
              <a:gd name="connsiteY13" fmla="*/ 4175033 h 4910738"/>
              <a:gd name="connsiteX14" fmla="*/ 18031 w 2195272"/>
              <a:gd name="connsiteY14" fmla="*/ 3938761 h 4910738"/>
              <a:gd name="connsiteX15" fmla="*/ 4891 w 2195272"/>
              <a:gd name="connsiteY15" fmla="*/ 152044 h 4910738"/>
              <a:gd name="connsiteX0" fmla="*/ 4891 w 2195272"/>
              <a:gd name="connsiteY0" fmla="*/ 152044 h 4910738"/>
              <a:gd name="connsiteX1" fmla="*/ 156935 w 2195272"/>
              <a:gd name="connsiteY1" fmla="*/ 0 h 4910738"/>
              <a:gd name="connsiteX2" fmla="*/ 2031127 w 2195272"/>
              <a:gd name="connsiteY2" fmla="*/ 0 h 4910738"/>
              <a:gd name="connsiteX3" fmla="*/ 2183171 w 2195272"/>
              <a:gd name="connsiteY3" fmla="*/ 152044 h 4910738"/>
              <a:gd name="connsiteX4" fmla="*/ 2187621 w 2195272"/>
              <a:gd name="connsiteY4" fmla="*/ 2389012 h 4910738"/>
              <a:gd name="connsiteX5" fmla="*/ 2159046 w 2195272"/>
              <a:gd name="connsiteY5" fmla="*/ 2531887 h 4910738"/>
              <a:gd name="connsiteX6" fmla="*/ 2159047 w 2195272"/>
              <a:gd name="connsiteY6" fmla="*/ 2661427 h 4910738"/>
              <a:gd name="connsiteX7" fmla="*/ 2187622 w 2195272"/>
              <a:gd name="connsiteY7" fmla="*/ 2912887 h 4910738"/>
              <a:gd name="connsiteX8" fmla="*/ 2179361 w 2195272"/>
              <a:gd name="connsiteY8" fmla="*/ 4732024 h 4910738"/>
              <a:gd name="connsiteX9" fmla="*/ 2028864 w 2195272"/>
              <a:gd name="connsiteY9" fmla="*/ 4897158 h 4910738"/>
              <a:gd name="connsiteX10" fmla="*/ 156935 w 2195272"/>
              <a:gd name="connsiteY10" fmla="*/ 4910738 h 4910738"/>
              <a:gd name="connsiteX11" fmla="*/ 20735 w 2195272"/>
              <a:gd name="connsiteY11" fmla="*/ 4749640 h 4910738"/>
              <a:gd name="connsiteX12" fmla="*/ 20358 w 2195272"/>
              <a:gd name="connsiteY12" fmla="*/ 4389927 h 4910738"/>
              <a:gd name="connsiteX13" fmla="*/ 97810 w 2195272"/>
              <a:gd name="connsiteY13" fmla="*/ 4175033 h 4910738"/>
              <a:gd name="connsiteX14" fmla="*/ 18031 w 2195272"/>
              <a:gd name="connsiteY14" fmla="*/ 3938761 h 4910738"/>
              <a:gd name="connsiteX15" fmla="*/ 4891 w 2195272"/>
              <a:gd name="connsiteY15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59047 w 2198991"/>
              <a:gd name="connsiteY6" fmla="*/ 2661427 h 4910738"/>
              <a:gd name="connsiteX7" fmla="*/ 2187622 w 2198991"/>
              <a:gd name="connsiteY7" fmla="*/ 2912887 h 4910738"/>
              <a:gd name="connsiteX8" fmla="*/ 2179361 w 2198991"/>
              <a:gd name="connsiteY8" fmla="*/ 4732024 h 4910738"/>
              <a:gd name="connsiteX9" fmla="*/ 2028864 w 2198991"/>
              <a:gd name="connsiteY9" fmla="*/ 4897158 h 4910738"/>
              <a:gd name="connsiteX10" fmla="*/ 156935 w 2198991"/>
              <a:gd name="connsiteY10" fmla="*/ 4910738 h 4910738"/>
              <a:gd name="connsiteX11" fmla="*/ 20735 w 2198991"/>
              <a:gd name="connsiteY11" fmla="*/ 4749640 h 4910738"/>
              <a:gd name="connsiteX12" fmla="*/ 20358 w 2198991"/>
              <a:gd name="connsiteY12" fmla="*/ 4389927 h 4910738"/>
              <a:gd name="connsiteX13" fmla="*/ 97810 w 2198991"/>
              <a:gd name="connsiteY13" fmla="*/ 4175033 h 4910738"/>
              <a:gd name="connsiteX14" fmla="*/ 18031 w 2198991"/>
              <a:gd name="connsiteY14" fmla="*/ 3938761 h 4910738"/>
              <a:gd name="connsiteX15" fmla="*/ 4891 w 2198991"/>
              <a:gd name="connsiteY15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59047 w 2198991"/>
              <a:gd name="connsiteY6" fmla="*/ 2661427 h 4910738"/>
              <a:gd name="connsiteX7" fmla="*/ 2187622 w 2198991"/>
              <a:gd name="connsiteY7" fmla="*/ 2912887 h 4910738"/>
              <a:gd name="connsiteX8" fmla="*/ 2179361 w 2198991"/>
              <a:gd name="connsiteY8" fmla="*/ 4732024 h 4910738"/>
              <a:gd name="connsiteX9" fmla="*/ 2028864 w 2198991"/>
              <a:gd name="connsiteY9" fmla="*/ 4897158 h 4910738"/>
              <a:gd name="connsiteX10" fmla="*/ 156935 w 2198991"/>
              <a:gd name="connsiteY10" fmla="*/ 4910738 h 4910738"/>
              <a:gd name="connsiteX11" fmla="*/ 20735 w 2198991"/>
              <a:gd name="connsiteY11" fmla="*/ 4749640 h 4910738"/>
              <a:gd name="connsiteX12" fmla="*/ 20358 w 2198991"/>
              <a:gd name="connsiteY12" fmla="*/ 4389927 h 4910738"/>
              <a:gd name="connsiteX13" fmla="*/ 97810 w 2198991"/>
              <a:gd name="connsiteY13" fmla="*/ 4175033 h 4910738"/>
              <a:gd name="connsiteX14" fmla="*/ 18031 w 2198991"/>
              <a:gd name="connsiteY14" fmla="*/ 3938761 h 4910738"/>
              <a:gd name="connsiteX15" fmla="*/ 4891 w 2198991"/>
              <a:gd name="connsiteY15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47616 w 2198991"/>
              <a:gd name="connsiteY6" fmla="*/ 2688097 h 4910738"/>
              <a:gd name="connsiteX7" fmla="*/ 2159047 w 2198991"/>
              <a:gd name="connsiteY7" fmla="*/ 2661427 h 4910738"/>
              <a:gd name="connsiteX8" fmla="*/ 2187622 w 2198991"/>
              <a:gd name="connsiteY8" fmla="*/ 2912887 h 4910738"/>
              <a:gd name="connsiteX9" fmla="*/ 2179361 w 2198991"/>
              <a:gd name="connsiteY9" fmla="*/ 4732024 h 4910738"/>
              <a:gd name="connsiteX10" fmla="*/ 2028864 w 2198991"/>
              <a:gd name="connsiteY10" fmla="*/ 4897158 h 4910738"/>
              <a:gd name="connsiteX11" fmla="*/ 156935 w 2198991"/>
              <a:gd name="connsiteY11" fmla="*/ 4910738 h 4910738"/>
              <a:gd name="connsiteX12" fmla="*/ 20735 w 2198991"/>
              <a:gd name="connsiteY12" fmla="*/ 4749640 h 4910738"/>
              <a:gd name="connsiteX13" fmla="*/ 20358 w 2198991"/>
              <a:gd name="connsiteY13" fmla="*/ 4389927 h 4910738"/>
              <a:gd name="connsiteX14" fmla="*/ 97810 w 2198991"/>
              <a:gd name="connsiteY14" fmla="*/ 4175033 h 4910738"/>
              <a:gd name="connsiteX15" fmla="*/ 18031 w 2198991"/>
              <a:gd name="connsiteY15" fmla="*/ 3938761 h 4910738"/>
              <a:gd name="connsiteX16" fmla="*/ 4891 w 2198991"/>
              <a:gd name="connsiteY16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51426 w 2198991"/>
              <a:gd name="connsiteY6" fmla="*/ 2609992 h 4910738"/>
              <a:gd name="connsiteX7" fmla="*/ 2147616 w 2198991"/>
              <a:gd name="connsiteY7" fmla="*/ 2688097 h 4910738"/>
              <a:gd name="connsiteX8" fmla="*/ 2159047 w 2198991"/>
              <a:gd name="connsiteY8" fmla="*/ 2661427 h 4910738"/>
              <a:gd name="connsiteX9" fmla="*/ 2187622 w 2198991"/>
              <a:gd name="connsiteY9" fmla="*/ 2912887 h 4910738"/>
              <a:gd name="connsiteX10" fmla="*/ 2179361 w 2198991"/>
              <a:gd name="connsiteY10" fmla="*/ 4732024 h 4910738"/>
              <a:gd name="connsiteX11" fmla="*/ 2028864 w 2198991"/>
              <a:gd name="connsiteY11" fmla="*/ 4897158 h 4910738"/>
              <a:gd name="connsiteX12" fmla="*/ 156935 w 2198991"/>
              <a:gd name="connsiteY12" fmla="*/ 4910738 h 4910738"/>
              <a:gd name="connsiteX13" fmla="*/ 20735 w 2198991"/>
              <a:gd name="connsiteY13" fmla="*/ 4749640 h 4910738"/>
              <a:gd name="connsiteX14" fmla="*/ 20358 w 2198991"/>
              <a:gd name="connsiteY14" fmla="*/ 4389927 h 4910738"/>
              <a:gd name="connsiteX15" fmla="*/ 97810 w 2198991"/>
              <a:gd name="connsiteY15" fmla="*/ 4175033 h 4910738"/>
              <a:gd name="connsiteX16" fmla="*/ 18031 w 2198991"/>
              <a:gd name="connsiteY16" fmla="*/ 3938761 h 4910738"/>
              <a:gd name="connsiteX17" fmla="*/ 4891 w 2198991"/>
              <a:gd name="connsiteY17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47616 w 2198991"/>
              <a:gd name="connsiteY6" fmla="*/ 2688097 h 4910738"/>
              <a:gd name="connsiteX7" fmla="*/ 2159047 w 2198991"/>
              <a:gd name="connsiteY7" fmla="*/ 2661427 h 4910738"/>
              <a:gd name="connsiteX8" fmla="*/ 2187622 w 2198991"/>
              <a:gd name="connsiteY8" fmla="*/ 2912887 h 4910738"/>
              <a:gd name="connsiteX9" fmla="*/ 2179361 w 2198991"/>
              <a:gd name="connsiteY9" fmla="*/ 4732024 h 4910738"/>
              <a:gd name="connsiteX10" fmla="*/ 2028864 w 2198991"/>
              <a:gd name="connsiteY10" fmla="*/ 4897158 h 4910738"/>
              <a:gd name="connsiteX11" fmla="*/ 156935 w 2198991"/>
              <a:gd name="connsiteY11" fmla="*/ 4910738 h 4910738"/>
              <a:gd name="connsiteX12" fmla="*/ 20735 w 2198991"/>
              <a:gd name="connsiteY12" fmla="*/ 4749640 h 4910738"/>
              <a:gd name="connsiteX13" fmla="*/ 20358 w 2198991"/>
              <a:gd name="connsiteY13" fmla="*/ 4389927 h 4910738"/>
              <a:gd name="connsiteX14" fmla="*/ 97810 w 2198991"/>
              <a:gd name="connsiteY14" fmla="*/ 4175033 h 4910738"/>
              <a:gd name="connsiteX15" fmla="*/ 18031 w 2198991"/>
              <a:gd name="connsiteY15" fmla="*/ 3938761 h 4910738"/>
              <a:gd name="connsiteX16" fmla="*/ 4891 w 2198991"/>
              <a:gd name="connsiteY16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59047 w 2198991"/>
              <a:gd name="connsiteY6" fmla="*/ 2661427 h 4910738"/>
              <a:gd name="connsiteX7" fmla="*/ 2187622 w 2198991"/>
              <a:gd name="connsiteY7" fmla="*/ 2912887 h 4910738"/>
              <a:gd name="connsiteX8" fmla="*/ 2179361 w 2198991"/>
              <a:gd name="connsiteY8" fmla="*/ 4732024 h 4910738"/>
              <a:gd name="connsiteX9" fmla="*/ 2028864 w 2198991"/>
              <a:gd name="connsiteY9" fmla="*/ 4897158 h 4910738"/>
              <a:gd name="connsiteX10" fmla="*/ 156935 w 2198991"/>
              <a:gd name="connsiteY10" fmla="*/ 4910738 h 4910738"/>
              <a:gd name="connsiteX11" fmla="*/ 20735 w 2198991"/>
              <a:gd name="connsiteY11" fmla="*/ 4749640 h 4910738"/>
              <a:gd name="connsiteX12" fmla="*/ 20358 w 2198991"/>
              <a:gd name="connsiteY12" fmla="*/ 4389927 h 4910738"/>
              <a:gd name="connsiteX13" fmla="*/ 97810 w 2198991"/>
              <a:gd name="connsiteY13" fmla="*/ 4175033 h 4910738"/>
              <a:gd name="connsiteX14" fmla="*/ 18031 w 2198991"/>
              <a:gd name="connsiteY14" fmla="*/ 3938761 h 4910738"/>
              <a:gd name="connsiteX15" fmla="*/ 4891 w 2198991"/>
              <a:gd name="connsiteY15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6 w 2198991"/>
              <a:gd name="connsiteY5" fmla="*/ 2531887 h 4910738"/>
              <a:gd name="connsiteX6" fmla="*/ 2159047 w 2198991"/>
              <a:gd name="connsiteY6" fmla="*/ 2661427 h 4910738"/>
              <a:gd name="connsiteX7" fmla="*/ 2187622 w 2198991"/>
              <a:gd name="connsiteY7" fmla="*/ 2912887 h 4910738"/>
              <a:gd name="connsiteX8" fmla="*/ 2179361 w 2198991"/>
              <a:gd name="connsiteY8" fmla="*/ 4732024 h 4910738"/>
              <a:gd name="connsiteX9" fmla="*/ 2028864 w 2198991"/>
              <a:gd name="connsiteY9" fmla="*/ 4897158 h 4910738"/>
              <a:gd name="connsiteX10" fmla="*/ 156935 w 2198991"/>
              <a:gd name="connsiteY10" fmla="*/ 4910738 h 4910738"/>
              <a:gd name="connsiteX11" fmla="*/ 20735 w 2198991"/>
              <a:gd name="connsiteY11" fmla="*/ 4749640 h 4910738"/>
              <a:gd name="connsiteX12" fmla="*/ 20358 w 2198991"/>
              <a:gd name="connsiteY12" fmla="*/ 4389927 h 4910738"/>
              <a:gd name="connsiteX13" fmla="*/ 97810 w 2198991"/>
              <a:gd name="connsiteY13" fmla="*/ 4175033 h 4910738"/>
              <a:gd name="connsiteX14" fmla="*/ 18031 w 2198991"/>
              <a:gd name="connsiteY14" fmla="*/ 3938761 h 4910738"/>
              <a:gd name="connsiteX15" fmla="*/ 4891 w 2198991"/>
              <a:gd name="connsiteY15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7 w 2198991"/>
              <a:gd name="connsiteY5" fmla="*/ 2661427 h 4910738"/>
              <a:gd name="connsiteX6" fmla="*/ 2187622 w 2198991"/>
              <a:gd name="connsiteY6" fmla="*/ 2912887 h 4910738"/>
              <a:gd name="connsiteX7" fmla="*/ 2179361 w 2198991"/>
              <a:gd name="connsiteY7" fmla="*/ 4732024 h 4910738"/>
              <a:gd name="connsiteX8" fmla="*/ 2028864 w 2198991"/>
              <a:gd name="connsiteY8" fmla="*/ 4897158 h 4910738"/>
              <a:gd name="connsiteX9" fmla="*/ 156935 w 2198991"/>
              <a:gd name="connsiteY9" fmla="*/ 4910738 h 4910738"/>
              <a:gd name="connsiteX10" fmla="*/ 20735 w 2198991"/>
              <a:gd name="connsiteY10" fmla="*/ 4749640 h 4910738"/>
              <a:gd name="connsiteX11" fmla="*/ 20358 w 2198991"/>
              <a:gd name="connsiteY11" fmla="*/ 4389927 h 4910738"/>
              <a:gd name="connsiteX12" fmla="*/ 97810 w 2198991"/>
              <a:gd name="connsiteY12" fmla="*/ 4175033 h 4910738"/>
              <a:gd name="connsiteX13" fmla="*/ 18031 w 2198991"/>
              <a:gd name="connsiteY13" fmla="*/ 3938761 h 4910738"/>
              <a:gd name="connsiteX14" fmla="*/ 4891 w 2198991"/>
              <a:gd name="connsiteY14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7 w 2198991"/>
              <a:gd name="connsiteY5" fmla="*/ 2661427 h 4910738"/>
              <a:gd name="connsiteX6" fmla="*/ 2187622 w 2198991"/>
              <a:gd name="connsiteY6" fmla="*/ 2912887 h 4910738"/>
              <a:gd name="connsiteX7" fmla="*/ 2179361 w 2198991"/>
              <a:gd name="connsiteY7" fmla="*/ 4732024 h 4910738"/>
              <a:gd name="connsiteX8" fmla="*/ 2028864 w 2198991"/>
              <a:gd name="connsiteY8" fmla="*/ 4897158 h 4910738"/>
              <a:gd name="connsiteX9" fmla="*/ 156935 w 2198991"/>
              <a:gd name="connsiteY9" fmla="*/ 4910738 h 4910738"/>
              <a:gd name="connsiteX10" fmla="*/ 20735 w 2198991"/>
              <a:gd name="connsiteY10" fmla="*/ 4749640 h 4910738"/>
              <a:gd name="connsiteX11" fmla="*/ 20358 w 2198991"/>
              <a:gd name="connsiteY11" fmla="*/ 4389927 h 4910738"/>
              <a:gd name="connsiteX12" fmla="*/ 97810 w 2198991"/>
              <a:gd name="connsiteY12" fmla="*/ 4175033 h 4910738"/>
              <a:gd name="connsiteX13" fmla="*/ 18031 w 2198991"/>
              <a:gd name="connsiteY13" fmla="*/ 3938761 h 4910738"/>
              <a:gd name="connsiteX14" fmla="*/ 4891 w 2198991"/>
              <a:gd name="connsiteY14" fmla="*/ 152044 h 4910738"/>
              <a:gd name="connsiteX0" fmla="*/ 4891 w 2198991"/>
              <a:gd name="connsiteY0" fmla="*/ 152044 h 4910738"/>
              <a:gd name="connsiteX1" fmla="*/ 156935 w 2198991"/>
              <a:gd name="connsiteY1" fmla="*/ 0 h 4910738"/>
              <a:gd name="connsiteX2" fmla="*/ 2031127 w 2198991"/>
              <a:gd name="connsiteY2" fmla="*/ 0 h 4910738"/>
              <a:gd name="connsiteX3" fmla="*/ 2183171 w 2198991"/>
              <a:gd name="connsiteY3" fmla="*/ 152044 h 4910738"/>
              <a:gd name="connsiteX4" fmla="*/ 2195241 w 2198991"/>
              <a:gd name="connsiteY4" fmla="*/ 2135647 h 4910738"/>
              <a:gd name="connsiteX5" fmla="*/ 2159047 w 2198991"/>
              <a:gd name="connsiteY5" fmla="*/ 2661427 h 4910738"/>
              <a:gd name="connsiteX6" fmla="*/ 2187622 w 2198991"/>
              <a:gd name="connsiteY6" fmla="*/ 2912887 h 4910738"/>
              <a:gd name="connsiteX7" fmla="*/ 2179361 w 2198991"/>
              <a:gd name="connsiteY7" fmla="*/ 4732024 h 4910738"/>
              <a:gd name="connsiteX8" fmla="*/ 2028864 w 2198991"/>
              <a:gd name="connsiteY8" fmla="*/ 4897158 h 4910738"/>
              <a:gd name="connsiteX9" fmla="*/ 156935 w 2198991"/>
              <a:gd name="connsiteY9" fmla="*/ 4910738 h 4910738"/>
              <a:gd name="connsiteX10" fmla="*/ 20735 w 2198991"/>
              <a:gd name="connsiteY10" fmla="*/ 4749640 h 4910738"/>
              <a:gd name="connsiteX11" fmla="*/ 20358 w 2198991"/>
              <a:gd name="connsiteY11" fmla="*/ 4389927 h 4910738"/>
              <a:gd name="connsiteX12" fmla="*/ 97810 w 2198991"/>
              <a:gd name="connsiteY12" fmla="*/ 4175033 h 4910738"/>
              <a:gd name="connsiteX13" fmla="*/ 18031 w 2198991"/>
              <a:gd name="connsiteY13" fmla="*/ 3938761 h 4910738"/>
              <a:gd name="connsiteX14" fmla="*/ 4891 w 2198991"/>
              <a:gd name="connsiteY14" fmla="*/ 152044 h 4910738"/>
              <a:gd name="connsiteX0" fmla="*/ 4891 w 2215452"/>
              <a:gd name="connsiteY0" fmla="*/ 152044 h 4910738"/>
              <a:gd name="connsiteX1" fmla="*/ 156935 w 2215452"/>
              <a:gd name="connsiteY1" fmla="*/ 0 h 4910738"/>
              <a:gd name="connsiteX2" fmla="*/ 2031127 w 2215452"/>
              <a:gd name="connsiteY2" fmla="*/ 0 h 4910738"/>
              <a:gd name="connsiteX3" fmla="*/ 2207695 w 2215452"/>
              <a:gd name="connsiteY3" fmla="*/ 166058 h 4910738"/>
              <a:gd name="connsiteX4" fmla="*/ 2195241 w 2215452"/>
              <a:gd name="connsiteY4" fmla="*/ 2135647 h 4910738"/>
              <a:gd name="connsiteX5" fmla="*/ 2159047 w 2215452"/>
              <a:gd name="connsiteY5" fmla="*/ 2661427 h 4910738"/>
              <a:gd name="connsiteX6" fmla="*/ 2187622 w 2215452"/>
              <a:gd name="connsiteY6" fmla="*/ 2912887 h 4910738"/>
              <a:gd name="connsiteX7" fmla="*/ 2179361 w 2215452"/>
              <a:gd name="connsiteY7" fmla="*/ 4732024 h 4910738"/>
              <a:gd name="connsiteX8" fmla="*/ 2028864 w 2215452"/>
              <a:gd name="connsiteY8" fmla="*/ 4897158 h 4910738"/>
              <a:gd name="connsiteX9" fmla="*/ 156935 w 2215452"/>
              <a:gd name="connsiteY9" fmla="*/ 4910738 h 4910738"/>
              <a:gd name="connsiteX10" fmla="*/ 20735 w 2215452"/>
              <a:gd name="connsiteY10" fmla="*/ 4749640 h 4910738"/>
              <a:gd name="connsiteX11" fmla="*/ 20358 w 2215452"/>
              <a:gd name="connsiteY11" fmla="*/ 4389927 h 4910738"/>
              <a:gd name="connsiteX12" fmla="*/ 97810 w 2215452"/>
              <a:gd name="connsiteY12" fmla="*/ 4175033 h 4910738"/>
              <a:gd name="connsiteX13" fmla="*/ 18031 w 2215452"/>
              <a:gd name="connsiteY13" fmla="*/ 3938761 h 4910738"/>
              <a:gd name="connsiteX14" fmla="*/ 4891 w 2215452"/>
              <a:gd name="connsiteY14" fmla="*/ 152044 h 4910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5452" h="4910738">
                <a:moveTo>
                  <a:pt x="4891" y="152044"/>
                </a:moveTo>
                <a:cubicBezTo>
                  <a:pt x="4891" y="68072"/>
                  <a:pt x="72963" y="0"/>
                  <a:pt x="156935" y="0"/>
                </a:cubicBezTo>
                <a:lnTo>
                  <a:pt x="2031127" y="0"/>
                </a:lnTo>
                <a:cubicBezTo>
                  <a:pt x="2115099" y="0"/>
                  <a:pt x="2207695" y="82086"/>
                  <a:pt x="2207695" y="166058"/>
                </a:cubicBezTo>
                <a:cubicBezTo>
                  <a:pt x="2229332" y="572164"/>
                  <a:pt x="2199262" y="1717417"/>
                  <a:pt x="2195241" y="2135647"/>
                </a:cubicBezTo>
                <a:cubicBezTo>
                  <a:pt x="2191220" y="2553877"/>
                  <a:pt x="2150792" y="2495692"/>
                  <a:pt x="2159047" y="2661427"/>
                </a:cubicBezTo>
                <a:cubicBezTo>
                  <a:pt x="2160952" y="2743342"/>
                  <a:pt x="2185717" y="2830972"/>
                  <a:pt x="2187622" y="2912887"/>
                </a:cubicBezTo>
                <a:cubicBezTo>
                  <a:pt x="2186138" y="3528156"/>
                  <a:pt x="2180845" y="4116755"/>
                  <a:pt x="2179361" y="4732024"/>
                </a:cubicBezTo>
                <a:cubicBezTo>
                  <a:pt x="2179361" y="4815996"/>
                  <a:pt x="2112836" y="4897158"/>
                  <a:pt x="2028864" y="4897158"/>
                </a:cubicBezTo>
                <a:lnTo>
                  <a:pt x="156935" y="4910738"/>
                </a:lnTo>
                <a:cubicBezTo>
                  <a:pt x="72963" y="4910738"/>
                  <a:pt x="20735" y="4833612"/>
                  <a:pt x="20735" y="4749640"/>
                </a:cubicBezTo>
                <a:cubicBezTo>
                  <a:pt x="10370" y="4672538"/>
                  <a:pt x="13227" y="4561895"/>
                  <a:pt x="20358" y="4389927"/>
                </a:cubicBezTo>
                <a:cubicBezTo>
                  <a:pt x="23679" y="4400839"/>
                  <a:pt x="110595" y="4259927"/>
                  <a:pt x="97810" y="4175033"/>
                </a:cubicBezTo>
                <a:cubicBezTo>
                  <a:pt x="109633" y="4051649"/>
                  <a:pt x="18175" y="3998636"/>
                  <a:pt x="18031" y="3938761"/>
                </a:cubicBezTo>
                <a:cubicBezTo>
                  <a:pt x="2545" y="3268263"/>
                  <a:pt x="-5986" y="820267"/>
                  <a:pt x="4891" y="152044"/>
                </a:cubicBezTo>
                <a:close/>
              </a:path>
            </a:pathLst>
          </a:custGeom>
        </p:spPr>
        <p:txBody>
          <a:bodyPr vert="horz" lIns="0" tIns="0" rIns="0" bIns="1440000" rtlCol="0" anchor="ctr">
            <a:noAutofit/>
          </a:bodyPr>
          <a:lstStyle>
            <a:lvl1pPr marL="12700" indent="-12700" algn="ctr">
              <a:buFont typeface="Arial" panose="020B0604020202020204" pitchFamily="34" charset="0"/>
              <a:buNone/>
              <a:tabLst/>
              <a:defRPr lang="en-GB" dirty="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4EFCB07D-4EEA-8385-95BC-45C937D0F2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15597"/>
            <a:ext cx="6397692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2CCA4E3-33EC-20BE-939B-11122AB19F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4" y="853390"/>
            <a:ext cx="6399211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D9B6EA30-8328-585E-78C4-5B2A0B6E5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77CA63F-B470-8279-978D-253A04BAA0B7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6397692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E359C97-E2FD-D382-AB44-0941F5562D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7882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mobile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4404CFD-02ED-E1DD-9487-5AFF2603FB46}"/>
              </a:ext>
            </a:extLst>
          </p:cNvPr>
          <p:cNvSpPr/>
          <p:nvPr userDrawn="1"/>
        </p:nvSpPr>
        <p:spPr>
          <a:xfrm>
            <a:off x="6551629" y="0"/>
            <a:ext cx="4048191" cy="6858000"/>
          </a:xfrm>
          <a:prstGeom prst="rect">
            <a:avLst/>
          </a:prstGeom>
          <a:solidFill>
            <a:srgbClr val="E4E6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B51007-34FC-C2EC-E16D-8C6396CDB5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8" b="68"/>
          <a:stretch/>
        </p:blipFill>
        <p:spPr>
          <a:xfrm>
            <a:off x="10510887" y="0"/>
            <a:ext cx="1681113" cy="68580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73A645C-CA41-6662-492D-9EDE2973A00F}"/>
              </a:ext>
            </a:extLst>
          </p:cNvPr>
          <p:cNvSpPr/>
          <p:nvPr userDrawn="1"/>
        </p:nvSpPr>
        <p:spPr>
          <a:xfrm rot="21353593">
            <a:off x="8464674" y="958195"/>
            <a:ext cx="1973786" cy="4451908"/>
          </a:xfrm>
          <a:prstGeom prst="roundRect">
            <a:avLst>
              <a:gd name="adj" fmla="val 9210"/>
            </a:avLst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3" name="Picture 2" descr="A hand holding a black cellphone&#10;&#10;Description automatically generated">
            <a:extLst>
              <a:ext uri="{FF2B5EF4-FFF2-40B4-BE49-F238E27FC236}">
                <a16:creationId xmlns:a16="http://schemas.microsoft.com/office/drawing/2014/main" id="{B1B36F27-729D-0E48-6915-43B9466706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11290" b="7800"/>
          <a:stretch/>
        </p:blipFill>
        <p:spPr>
          <a:xfrm>
            <a:off x="6850323" y="315597"/>
            <a:ext cx="5596380" cy="6542403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 rot="21387957">
            <a:off x="8500632" y="995260"/>
            <a:ext cx="1942271" cy="4383255"/>
          </a:xfrm>
          <a:custGeom>
            <a:avLst/>
            <a:gdLst>
              <a:gd name="connsiteX0" fmla="*/ 0 w 1885595"/>
              <a:gd name="connsiteY0" fmla="*/ 176247 h 4372200"/>
              <a:gd name="connsiteX1" fmla="*/ 176247 w 1885595"/>
              <a:gd name="connsiteY1" fmla="*/ 0 h 4372200"/>
              <a:gd name="connsiteX2" fmla="*/ 1709348 w 1885595"/>
              <a:gd name="connsiteY2" fmla="*/ 0 h 4372200"/>
              <a:gd name="connsiteX3" fmla="*/ 1885595 w 1885595"/>
              <a:gd name="connsiteY3" fmla="*/ 176247 h 4372200"/>
              <a:gd name="connsiteX4" fmla="*/ 1885595 w 1885595"/>
              <a:gd name="connsiteY4" fmla="*/ 4195953 h 4372200"/>
              <a:gd name="connsiteX5" fmla="*/ 1709348 w 1885595"/>
              <a:gd name="connsiteY5" fmla="*/ 4372200 h 4372200"/>
              <a:gd name="connsiteX6" fmla="*/ 176247 w 1885595"/>
              <a:gd name="connsiteY6" fmla="*/ 4372200 h 4372200"/>
              <a:gd name="connsiteX7" fmla="*/ 0 w 1885595"/>
              <a:gd name="connsiteY7" fmla="*/ 4195953 h 4372200"/>
              <a:gd name="connsiteX8" fmla="*/ 0 w 1885595"/>
              <a:gd name="connsiteY8" fmla="*/ 176247 h 4372200"/>
              <a:gd name="connsiteX0" fmla="*/ 14788 w 1900383"/>
              <a:gd name="connsiteY0" fmla="*/ 176247 h 4372200"/>
              <a:gd name="connsiteX1" fmla="*/ 191035 w 1900383"/>
              <a:gd name="connsiteY1" fmla="*/ 0 h 4372200"/>
              <a:gd name="connsiteX2" fmla="*/ 1724136 w 1900383"/>
              <a:gd name="connsiteY2" fmla="*/ 0 h 4372200"/>
              <a:gd name="connsiteX3" fmla="*/ 1900383 w 1900383"/>
              <a:gd name="connsiteY3" fmla="*/ 176247 h 4372200"/>
              <a:gd name="connsiteX4" fmla="*/ 1900383 w 1900383"/>
              <a:gd name="connsiteY4" fmla="*/ 4195953 h 4372200"/>
              <a:gd name="connsiteX5" fmla="*/ 1724136 w 1900383"/>
              <a:gd name="connsiteY5" fmla="*/ 4372200 h 4372200"/>
              <a:gd name="connsiteX6" fmla="*/ 191035 w 1900383"/>
              <a:gd name="connsiteY6" fmla="*/ 4372200 h 4372200"/>
              <a:gd name="connsiteX7" fmla="*/ 0 w 1900383"/>
              <a:gd name="connsiteY7" fmla="*/ 4128756 h 4372200"/>
              <a:gd name="connsiteX8" fmla="*/ 14788 w 1900383"/>
              <a:gd name="connsiteY8" fmla="*/ 176247 h 4372200"/>
              <a:gd name="connsiteX0" fmla="*/ 14788 w 1900383"/>
              <a:gd name="connsiteY0" fmla="*/ 176247 h 4372200"/>
              <a:gd name="connsiteX1" fmla="*/ 191035 w 1900383"/>
              <a:gd name="connsiteY1" fmla="*/ 0 h 4372200"/>
              <a:gd name="connsiteX2" fmla="*/ 1724136 w 1900383"/>
              <a:gd name="connsiteY2" fmla="*/ 0 h 4372200"/>
              <a:gd name="connsiteX3" fmla="*/ 1900383 w 1900383"/>
              <a:gd name="connsiteY3" fmla="*/ 176247 h 4372200"/>
              <a:gd name="connsiteX4" fmla="*/ 1900383 w 1900383"/>
              <a:gd name="connsiteY4" fmla="*/ 4195953 h 4372200"/>
              <a:gd name="connsiteX5" fmla="*/ 1723233 w 1900383"/>
              <a:gd name="connsiteY5" fmla="*/ 4348471 h 4372200"/>
              <a:gd name="connsiteX6" fmla="*/ 191035 w 1900383"/>
              <a:gd name="connsiteY6" fmla="*/ 4372200 h 4372200"/>
              <a:gd name="connsiteX7" fmla="*/ 0 w 1900383"/>
              <a:gd name="connsiteY7" fmla="*/ 4128756 h 4372200"/>
              <a:gd name="connsiteX8" fmla="*/ 14788 w 1900383"/>
              <a:gd name="connsiteY8" fmla="*/ 176247 h 4372200"/>
              <a:gd name="connsiteX0" fmla="*/ 14788 w 1924638"/>
              <a:gd name="connsiteY0" fmla="*/ 176247 h 4372200"/>
              <a:gd name="connsiteX1" fmla="*/ 191035 w 1924638"/>
              <a:gd name="connsiteY1" fmla="*/ 0 h 4372200"/>
              <a:gd name="connsiteX2" fmla="*/ 1724136 w 1924638"/>
              <a:gd name="connsiteY2" fmla="*/ 0 h 4372200"/>
              <a:gd name="connsiteX3" fmla="*/ 1900383 w 1924638"/>
              <a:gd name="connsiteY3" fmla="*/ 176247 h 4372200"/>
              <a:gd name="connsiteX4" fmla="*/ 1924638 w 1924638"/>
              <a:gd name="connsiteY4" fmla="*/ 4109860 h 4372200"/>
              <a:gd name="connsiteX5" fmla="*/ 1723233 w 1924638"/>
              <a:gd name="connsiteY5" fmla="*/ 4348471 h 4372200"/>
              <a:gd name="connsiteX6" fmla="*/ 191035 w 1924638"/>
              <a:gd name="connsiteY6" fmla="*/ 4372200 h 4372200"/>
              <a:gd name="connsiteX7" fmla="*/ 0 w 1924638"/>
              <a:gd name="connsiteY7" fmla="*/ 4128756 h 4372200"/>
              <a:gd name="connsiteX8" fmla="*/ 14788 w 1924638"/>
              <a:gd name="connsiteY8" fmla="*/ 176247 h 4372200"/>
              <a:gd name="connsiteX0" fmla="*/ 24583 w 1934433"/>
              <a:gd name="connsiteY0" fmla="*/ 176247 h 4372200"/>
              <a:gd name="connsiteX1" fmla="*/ 200830 w 1934433"/>
              <a:gd name="connsiteY1" fmla="*/ 0 h 4372200"/>
              <a:gd name="connsiteX2" fmla="*/ 1733931 w 1934433"/>
              <a:gd name="connsiteY2" fmla="*/ 0 h 4372200"/>
              <a:gd name="connsiteX3" fmla="*/ 1910178 w 1934433"/>
              <a:gd name="connsiteY3" fmla="*/ 176247 h 4372200"/>
              <a:gd name="connsiteX4" fmla="*/ 1934433 w 1934433"/>
              <a:gd name="connsiteY4" fmla="*/ 4109860 h 4372200"/>
              <a:gd name="connsiteX5" fmla="*/ 1733028 w 1934433"/>
              <a:gd name="connsiteY5" fmla="*/ 4348471 h 4372200"/>
              <a:gd name="connsiteX6" fmla="*/ 200830 w 1934433"/>
              <a:gd name="connsiteY6" fmla="*/ 4372200 h 4372200"/>
              <a:gd name="connsiteX7" fmla="*/ 9795 w 1934433"/>
              <a:gd name="connsiteY7" fmla="*/ 4128756 h 4372200"/>
              <a:gd name="connsiteX8" fmla="*/ 34005 w 1934433"/>
              <a:gd name="connsiteY8" fmla="*/ 2451789 h 4372200"/>
              <a:gd name="connsiteX9" fmla="*/ 24583 w 1934433"/>
              <a:gd name="connsiteY9" fmla="*/ 176247 h 4372200"/>
              <a:gd name="connsiteX0" fmla="*/ 24583 w 1934433"/>
              <a:gd name="connsiteY0" fmla="*/ 176247 h 4372200"/>
              <a:gd name="connsiteX1" fmla="*/ 200830 w 1934433"/>
              <a:gd name="connsiteY1" fmla="*/ 0 h 4372200"/>
              <a:gd name="connsiteX2" fmla="*/ 1733931 w 1934433"/>
              <a:gd name="connsiteY2" fmla="*/ 0 h 4372200"/>
              <a:gd name="connsiteX3" fmla="*/ 1910178 w 1934433"/>
              <a:gd name="connsiteY3" fmla="*/ 176247 h 4372200"/>
              <a:gd name="connsiteX4" fmla="*/ 1934433 w 1934433"/>
              <a:gd name="connsiteY4" fmla="*/ 4109860 h 4372200"/>
              <a:gd name="connsiteX5" fmla="*/ 1733028 w 1934433"/>
              <a:gd name="connsiteY5" fmla="*/ 4348471 h 4372200"/>
              <a:gd name="connsiteX6" fmla="*/ 200830 w 1934433"/>
              <a:gd name="connsiteY6" fmla="*/ 4372200 h 4372200"/>
              <a:gd name="connsiteX7" fmla="*/ 9795 w 1934433"/>
              <a:gd name="connsiteY7" fmla="*/ 4128756 h 4372200"/>
              <a:gd name="connsiteX8" fmla="*/ 34005 w 1934433"/>
              <a:gd name="connsiteY8" fmla="*/ 2451789 h 4372200"/>
              <a:gd name="connsiteX9" fmla="*/ 8375 w 1934433"/>
              <a:gd name="connsiteY9" fmla="*/ 2341414 h 4372200"/>
              <a:gd name="connsiteX10" fmla="*/ 24583 w 1934433"/>
              <a:gd name="connsiteY10" fmla="*/ 176247 h 4372200"/>
              <a:gd name="connsiteX0" fmla="*/ 24583 w 1934433"/>
              <a:gd name="connsiteY0" fmla="*/ 176247 h 4372200"/>
              <a:gd name="connsiteX1" fmla="*/ 200830 w 1934433"/>
              <a:gd name="connsiteY1" fmla="*/ 0 h 4372200"/>
              <a:gd name="connsiteX2" fmla="*/ 1733931 w 1934433"/>
              <a:gd name="connsiteY2" fmla="*/ 0 h 4372200"/>
              <a:gd name="connsiteX3" fmla="*/ 1910178 w 1934433"/>
              <a:gd name="connsiteY3" fmla="*/ 176247 h 4372200"/>
              <a:gd name="connsiteX4" fmla="*/ 1934433 w 1934433"/>
              <a:gd name="connsiteY4" fmla="*/ 4109860 h 4372200"/>
              <a:gd name="connsiteX5" fmla="*/ 1733028 w 1934433"/>
              <a:gd name="connsiteY5" fmla="*/ 4348471 h 4372200"/>
              <a:gd name="connsiteX6" fmla="*/ 200830 w 1934433"/>
              <a:gd name="connsiteY6" fmla="*/ 4372200 h 4372200"/>
              <a:gd name="connsiteX7" fmla="*/ 9795 w 1934433"/>
              <a:gd name="connsiteY7" fmla="*/ 4128756 h 4372200"/>
              <a:gd name="connsiteX8" fmla="*/ 34005 w 1934433"/>
              <a:gd name="connsiteY8" fmla="*/ 2451789 h 4372200"/>
              <a:gd name="connsiteX9" fmla="*/ 8375 w 1934433"/>
              <a:gd name="connsiteY9" fmla="*/ 2341414 h 4372200"/>
              <a:gd name="connsiteX10" fmla="*/ 24583 w 1934433"/>
              <a:gd name="connsiteY10" fmla="*/ 176247 h 4372200"/>
              <a:gd name="connsiteX0" fmla="*/ 28430 w 1938280"/>
              <a:gd name="connsiteY0" fmla="*/ 176247 h 4372200"/>
              <a:gd name="connsiteX1" fmla="*/ 204677 w 1938280"/>
              <a:gd name="connsiteY1" fmla="*/ 0 h 4372200"/>
              <a:gd name="connsiteX2" fmla="*/ 1737778 w 1938280"/>
              <a:gd name="connsiteY2" fmla="*/ 0 h 4372200"/>
              <a:gd name="connsiteX3" fmla="*/ 1914025 w 1938280"/>
              <a:gd name="connsiteY3" fmla="*/ 176247 h 4372200"/>
              <a:gd name="connsiteX4" fmla="*/ 1938280 w 1938280"/>
              <a:gd name="connsiteY4" fmla="*/ 4109860 h 4372200"/>
              <a:gd name="connsiteX5" fmla="*/ 1736875 w 1938280"/>
              <a:gd name="connsiteY5" fmla="*/ 4348471 h 4372200"/>
              <a:gd name="connsiteX6" fmla="*/ 204677 w 1938280"/>
              <a:gd name="connsiteY6" fmla="*/ 4372200 h 4372200"/>
              <a:gd name="connsiteX7" fmla="*/ 13642 w 1938280"/>
              <a:gd name="connsiteY7" fmla="*/ 4128756 h 4372200"/>
              <a:gd name="connsiteX8" fmla="*/ 16558 w 1938280"/>
              <a:gd name="connsiteY8" fmla="*/ 2580261 h 4372200"/>
              <a:gd name="connsiteX9" fmla="*/ 12222 w 1938280"/>
              <a:gd name="connsiteY9" fmla="*/ 2341414 h 4372200"/>
              <a:gd name="connsiteX10" fmla="*/ 28430 w 1938280"/>
              <a:gd name="connsiteY10" fmla="*/ 176247 h 4372200"/>
              <a:gd name="connsiteX0" fmla="*/ 28430 w 1938280"/>
              <a:gd name="connsiteY0" fmla="*/ 176247 h 4372200"/>
              <a:gd name="connsiteX1" fmla="*/ 204677 w 1938280"/>
              <a:gd name="connsiteY1" fmla="*/ 0 h 4372200"/>
              <a:gd name="connsiteX2" fmla="*/ 1737778 w 1938280"/>
              <a:gd name="connsiteY2" fmla="*/ 0 h 4372200"/>
              <a:gd name="connsiteX3" fmla="*/ 1914025 w 1938280"/>
              <a:gd name="connsiteY3" fmla="*/ 176247 h 4372200"/>
              <a:gd name="connsiteX4" fmla="*/ 1938280 w 1938280"/>
              <a:gd name="connsiteY4" fmla="*/ 4109860 h 4372200"/>
              <a:gd name="connsiteX5" fmla="*/ 1736875 w 1938280"/>
              <a:gd name="connsiteY5" fmla="*/ 4348471 h 4372200"/>
              <a:gd name="connsiteX6" fmla="*/ 204677 w 1938280"/>
              <a:gd name="connsiteY6" fmla="*/ 4372200 h 4372200"/>
              <a:gd name="connsiteX7" fmla="*/ 13642 w 1938280"/>
              <a:gd name="connsiteY7" fmla="*/ 4128756 h 4372200"/>
              <a:gd name="connsiteX8" fmla="*/ 16558 w 1938280"/>
              <a:gd name="connsiteY8" fmla="*/ 2580261 h 4372200"/>
              <a:gd name="connsiteX9" fmla="*/ 12222 w 1938280"/>
              <a:gd name="connsiteY9" fmla="*/ 2341414 h 4372200"/>
              <a:gd name="connsiteX10" fmla="*/ 28430 w 1938280"/>
              <a:gd name="connsiteY10" fmla="*/ 176247 h 4372200"/>
              <a:gd name="connsiteX0" fmla="*/ 28430 w 1938280"/>
              <a:gd name="connsiteY0" fmla="*/ 176247 h 4372200"/>
              <a:gd name="connsiteX1" fmla="*/ 204677 w 1938280"/>
              <a:gd name="connsiteY1" fmla="*/ 0 h 4372200"/>
              <a:gd name="connsiteX2" fmla="*/ 1737778 w 1938280"/>
              <a:gd name="connsiteY2" fmla="*/ 0 h 4372200"/>
              <a:gd name="connsiteX3" fmla="*/ 1914025 w 1938280"/>
              <a:gd name="connsiteY3" fmla="*/ 176247 h 4372200"/>
              <a:gd name="connsiteX4" fmla="*/ 1938280 w 1938280"/>
              <a:gd name="connsiteY4" fmla="*/ 4109860 h 4372200"/>
              <a:gd name="connsiteX5" fmla="*/ 1736875 w 1938280"/>
              <a:gd name="connsiteY5" fmla="*/ 4348471 h 4372200"/>
              <a:gd name="connsiteX6" fmla="*/ 204677 w 1938280"/>
              <a:gd name="connsiteY6" fmla="*/ 4372200 h 4372200"/>
              <a:gd name="connsiteX7" fmla="*/ 13642 w 1938280"/>
              <a:gd name="connsiteY7" fmla="*/ 4128756 h 4372200"/>
              <a:gd name="connsiteX8" fmla="*/ 16558 w 1938280"/>
              <a:gd name="connsiteY8" fmla="*/ 2580261 h 4372200"/>
              <a:gd name="connsiteX9" fmla="*/ 12222 w 1938280"/>
              <a:gd name="connsiteY9" fmla="*/ 2341414 h 4372200"/>
              <a:gd name="connsiteX10" fmla="*/ 28430 w 1938280"/>
              <a:gd name="connsiteY10" fmla="*/ 176247 h 4372200"/>
              <a:gd name="connsiteX0" fmla="*/ 28430 w 1938280"/>
              <a:gd name="connsiteY0" fmla="*/ 176247 h 4372200"/>
              <a:gd name="connsiteX1" fmla="*/ 204677 w 1938280"/>
              <a:gd name="connsiteY1" fmla="*/ 0 h 4372200"/>
              <a:gd name="connsiteX2" fmla="*/ 1737778 w 1938280"/>
              <a:gd name="connsiteY2" fmla="*/ 0 h 4372200"/>
              <a:gd name="connsiteX3" fmla="*/ 1914025 w 1938280"/>
              <a:gd name="connsiteY3" fmla="*/ 176247 h 4372200"/>
              <a:gd name="connsiteX4" fmla="*/ 1938280 w 1938280"/>
              <a:gd name="connsiteY4" fmla="*/ 4109860 h 4372200"/>
              <a:gd name="connsiteX5" fmla="*/ 1736875 w 1938280"/>
              <a:gd name="connsiteY5" fmla="*/ 4348471 h 4372200"/>
              <a:gd name="connsiteX6" fmla="*/ 204677 w 1938280"/>
              <a:gd name="connsiteY6" fmla="*/ 4372200 h 4372200"/>
              <a:gd name="connsiteX7" fmla="*/ 13642 w 1938280"/>
              <a:gd name="connsiteY7" fmla="*/ 4128756 h 4372200"/>
              <a:gd name="connsiteX8" fmla="*/ 16558 w 1938280"/>
              <a:gd name="connsiteY8" fmla="*/ 2580261 h 4372200"/>
              <a:gd name="connsiteX9" fmla="*/ 9264 w 1938280"/>
              <a:gd name="connsiteY9" fmla="*/ 2358409 h 4372200"/>
              <a:gd name="connsiteX10" fmla="*/ 28430 w 1938280"/>
              <a:gd name="connsiteY10" fmla="*/ 176247 h 4372200"/>
              <a:gd name="connsiteX0" fmla="*/ 29798 w 1939648"/>
              <a:gd name="connsiteY0" fmla="*/ 176247 h 4372200"/>
              <a:gd name="connsiteX1" fmla="*/ 206045 w 1939648"/>
              <a:gd name="connsiteY1" fmla="*/ 0 h 4372200"/>
              <a:gd name="connsiteX2" fmla="*/ 1739146 w 1939648"/>
              <a:gd name="connsiteY2" fmla="*/ 0 h 4372200"/>
              <a:gd name="connsiteX3" fmla="*/ 1915393 w 1939648"/>
              <a:gd name="connsiteY3" fmla="*/ 176247 h 4372200"/>
              <a:gd name="connsiteX4" fmla="*/ 1939648 w 1939648"/>
              <a:gd name="connsiteY4" fmla="*/ 4109860 h 4372200"/>
              <a:gd name="connsiteX5" fmla="*/ 1738243 w 1939648"/>
              <a:gd name="connsiteY5" fmla="*/ 4348471 h 4372200"/>
              <a:gd name="connsiteX6" fmla="*/ 206045 w 1939648"/>
              <a:gd name="connsiteY6" fmla="*/ 4372200 h 4372200"/>
              <a:gd name="connsiteX7" fmla="*/ 15010 w 1939648"/>
              <a:gd name="connsiteY7" fmla="*/ 4128756 h 4372200"/>
              <a:gd name="connsiteX8" fmla="*/ 12927 w 1939648"/>
              <a:gd name="connsiteY8" fmla="*/ 2568500 h 4372200"/>
              <a:gd name="connsiteX9" fmla="*/ 10632 w 1939648"/>
              <a:gd name="connsiteY9" fmla="*/ 2358409 h 4372200"/>
              <a:gd name="connsiteX10" fmla="*/ 29798 w 1939648"/>
              <a:gd name="connsiteY10" fmla="*/ 176247 h 4372200"/>
              <a:gd name="connsiteX0" fmla="*/ 29798 w 1939648"/>
              <a:gd name="connsiteY0" fmla="*/ 176247 h 4372200"/>
              <a:gd name="connsiteX1" fmla="*/ 206045 w 1939648"/>
              <a:gd name="connsiteY1" fmla="*/ 0 h 4372200"/>
              <a:gd name="connsiteX2" fmla="*/ 1739146 w 1939648"/>
              <a:gd name="connsiteY2" fmla="*/ 0 h 4372200"/>
              <a:gd name="connsiteX3" fmla="*/ 1915393 w 1939648"/>
              <a:gd name="connsiteY3" fmla="*/ 176247 h 4372200"/>
              <a:gd name="connsiteX4" fmla="*/ 1939648 w 1939648"/>
              <a:gd name="connsiteY4" fmla="*/ 4109860 h 4372200"/>
              <a:gd name="connsiteX5" fmla="*/ 1738243 w 1939648"/>
              <a:gd name="connsiteY5" fmla="*/ 4348471 h 4372200"/>
              <a:gd name="connsiteX6" fmla="*/ 206045 w 1939648"/>
              <a:gd name="connsiteY6" fmla="*/ 4372200 h 4372200"/>
              <a:gd name="connsiteX7" fmla="*/ 15010 w 1939648"/>
              <a:gd name="connsiteY7" fmla="*/ 4128756 h 4372200"/>
              <a:gd name="connsiteX8" fmla="*/ 12927 w 1939648"/>
              <a:gd name="connsiteY8" fmla="*/ 2568500 h 4372200"/>
              <a:gd name="connsiteX9" fmla="*/ 10632 w 1939648"/>
              <a:gd name="connsiteY9" fmla="*/ 2358409 h 4372200"/>
              <a:gd name="connsiteX10" fmla="*/ 29798 w 1939648"/>
              <a:gd name="connsiteY10" fmla="*/ 176247 h 4372200"/>
              <a:gd name="connsiteX0" fmla="*/ 12702 w 1942270"/>
              <a:gd name="connsiteY0" fmla="*/ 186481 h 4372200"/>
              <a:gd name="connsiteX1" fmla="*/ 208667 w 1942270"/>
              <a:gd name="connsiteY1" fmla="*/ 0 h 4372200"/>
              <a:gd name="connsiteX2" fmla="*/ 1741768 w 1942270"/>
              <a:gd name="connsiteY2" fmla="*/ 0 h 4372200"/>
              <a:gd name="connsiteX3" fmla="*/ 1918015 w 1942270"/>
              <a:gd name="connsiteY3" fmla="*/ 176247 h 4372200"/>
              <a:gd name="connsiteX4" fmla="*/ 1942270 w 1942270"/>
              <a:gd name="connsiteY4" fmla="*/ 4109860 h 4372200"/>
              <a:gd name="connsiteX5" fmla="*/ 1740865 w 1942270"/>
              <a:gd name="connsiteY5" fmla="*/ 4348471 h 4372200"/>
              <a:gd name="connsiteX6" fmla="*/ 208667 w 1942270"/>
              <a:gd name="connsiteY6" fmla="*/ 4372200 h 4372200"/>
              <a:gd name="connsiteX7" fmla="*/ 17632 w 1942270"/>
              <a:gd name="connsiteY7" fmla="*/ 4128756 h 4372200"/>
              <a:gd name="connsiteX8" fmla="*/ 15549 w 1942270"/>
              <a:gd name="connsiteY8" fmla="*/ 2568500 h 4372200"/>
              <a:gd name="connsiteX9" fmla="*/ 13254 w 1942270"/>
              <a:gd name="connsiteY9" fmla="*/ 2358409 h 4372200"/>
              <a:gd name="connsiteX10" fmla="*/ 12702 w 1942270"/>
              <a:gd name="connsiteY10" fmla="*/ 186481 h 4372200"/>
              <a:gd name="connsiteX0" fmla="*/ 12702 w 1942270"/>
              <a:gd name="connsiteY0" fmla="*/ 199298 h 4385017"/>
              <a:gd name="connsiteX1" fmla="*/ 186555 w 1942270"/>
              <a:gd name="connsiteY1" fmla="*/ 0 h 4385017"/>
              <a:gd name="connsiteX2" fmla="*/ 1741768 w 1942270"/>
              <a:gd name="connsiteY2" fmla="*/ 12817 h 4385017"/>
              <a:gd name="connsiteX3" fmla="*/ 1918015 w 1942270"/>
              <a:gd name="connsiteY3" fmla="*/ 189064 h 4385017"/>
              <a:gd name="connsiteX4" fmla="*/ 1942270 w 1942270"/>
              <a:gd name="connsiteY4" fmla="*/ 4122677 h 4385017"/>
              <a:gd name="connsiteX5" fmla="*/ 1740865 w 1942270"/>
              <a:gd name="connsiteY5" fmla="*/ 4361288 h 4385017"/>
              <a:gd name="connsiteX6" fmla="*/ 208667 w 1942270"/>
              <a:gd name="connsiteY6" fmla="*/ 4385017 h 4385017"/>
              <a:gd name="connsiteX7" fmla="*/ 17632 w 1942270"/>
              <a:gd name="connsiteY7" fmla="*/ 4141573 h 4385017"/>
              <a:gd name="connsiteX8" fmla="*/ 15549 w 1942270"/>
              <a:gd name="connsiteY8" fmla="*/ 2581317 h 4385017"/>
              <a:gd name="connsiteX9" fmla="*/ 13254 w 1942270"/>
              <a:gd name="connsiteY9" fmla="*/ 2371226 h 4385017"/>
              <a:gd name="connsiteX10" fmla="*/ 12702 w 1942270"/>
              <a:gd name="connsiteY10" fmla="*/ 199298 h 4385017"/>
              <a:gd name="connsiteX0" fmla="*/ 12702 w 1942270"/>
              <a:gd name="connsiteY0" fmla="*/ 199298 h 4385017"/>
              <a:gd name="connsiteX1" fmla="*/ 186555 w 1942270"/>
              <a:gd name="connsiteY1" fmla="*/ 0 h 4385017"/>
              <a:gd name="connsiteX2" fmla="*/ 1741768 w 1942270"/>
              <a:gd name="connsiteY2" fmla="*/ 12817 h 4385017"/>
              <a:gd name="connsiteX3" fmla="*/ 1907944 w 1942270"/>
              <a:gd name="connsiteY3" fmla="*/ 228523 h 4385017"/>
              <a:gd name="connsiteX4" fmla="*/ 1942270 w 1942270"/>
              <a:gd name="connsiteY4" fmla="*/ 4122677 h 4385017"/>
              <a:gd name="connsiteX5" fmla="*/ 1740865 w 1942270"/>
              <a:gd name="connsiteY5" fmla="*/ 4361288 h 4385017"/>
              <a:gd name="connsiteX6" fmla="*/ 208667 w 1942270"/>
              <a:gd name="connsiteY6" fmla="*/ 4385017 h 4385017"/>
              <a:gd name="connsiteX7" fmla="*/ 17632 w 1942270"/>
              <a:gd name="connsiteY7" fmla="*/ 4141573 h 4385017"/>
              <a:gd name="connsiteX8" fmla="*/ 15549 w 1942270"/>
              <a:gd name="connsiteY8" fmla="*/ 2581317 h 4385017"/>
              <a:gd name="connsiteX9" fmla="*/ 13254 w 1942270"/>
              <a:gd name="connsiteY9" fmla="*/ 2371226 h 4385017"/>
              <a:gd name="connsiteX10" fmla="*/ 12702 w 1942270"/>
              <a:gd name="connsiteY10" fmla="*/ 199298 h 4385017"/>
              <a:gd name="connsiteX0" fmla="*/ 12702 w 1942270"/>
              <a:gd name="connsiteY0" fmla="*/ 199298 h 4385017"/>
              <a:gd name="connsiteX1" fmla="*/ 186555 w 1942270"/>
              <a:gd name="connsiteY1" fmla="*/ 0 h 4385017"/>
              <a:gd name="connsiteX2" fmla="*/ 1717285 w 1942270"/>
              <a:gd name="connsiteY2" fmla="*/ 7488 h 4385017"/>
              <a:gd name="connsiteX3" fmla="*/ 1907944 w 1942270"/>
              <a:gd name="connsiteY3" fmla="*/ 228523 h 4385017"/>
              <a:gd name="connsiteX4" fmla="*/ 1942270 w 1942270"/>
              <a:gd name="connsiteY4" fmla="*/ 4122677 h 4385017"/>
              <a:gd name="connsiteX5" fmla="*/ 1740865 w 1942270"/>
              <a:gd name="connsiteY5" fmla="*/ 4361288 h 4385017"/>
              <a:gd name="connsiteX6" fmla="*/ 208667 w 1942270"/>
              <a:gd name="connsiteY6" fmla="*/ 4385017 h 4385017"/>
              <a:gd name="connsiteX7" fmla="*/ 17632 w 1942270"/>
              <a:gd name="connsiteY7" fmla="*/ 4141573 h 4385017"/>
              <a:gd name="connsiteX8" fmla="*/ 15549 w 1942270"/>
              <a:gd name="connsiteY8" fmla="*/ 2581317 h 4385017"/>
              <a:gd name="connsiteX9" fmla="*/ 13254 w 1942270"/>
              <a:gd name="connsiteY9" fmla="*/ 2371226 h 4385017"/>
              <a:gd name="connsiteX10" fmla="*/ 12702 w 1942270"/>
              <a:gd name="connsiteY10" fmla="*/ 199298 h 4385017"/>
              <a:gd name="connsiteX0" fmla="*/ 12702 w 1942270"/>
              <a:gd name="connsiteY0" fmla="*/ 199298 h 4383255"/>
              <a:gd name="connsiteX1" fmla="*/ 186555 w 1942270"/>
              <a:gd name="connsiteY1" fmla="*/ 0 h 4383255"/>
              <a:gd name="connsiteX2" fmla="*/ 1717285 w 1942270"/>
              <a:gd name="connsiteY2" fmla="*/ 7488 h 4383255"/>
              <a:gd name="connsiteX3" fmla="*/ 1907944 w 1942270"/>
              <a:gd name="connsiteY3" fmla="*/ 228523 h 4383255"/>
              <a:gd name="connsiteX4" fmla="*/ 1942270 w 1942270"/>
              <a:gd name="connsiteY4" fmla="*/ 4122677 h 4383255"/>
              <a:gd name="connsiteX5" fmla="*/ 1740865 w 1942270"/>
              <a:gd name="connsiteY5" fmla="*/ 4361288 h 4383255"/>
              <a:gd name="connsiteX6" fmla="*/ 180147 w 1942270"/>
              <a:gd name="connsiteY6" fmla="*/ 4383255 h 4383255"/>
              <a:gd name="connsiteX7" fmla="*/ 17632 w 1942270"/>
              <a:gd name="connsiteY7" fmla="*/ 4141573 h 4383255"/>
              <a:gd name="connsiteX8" fmla="*/ 15549 w 1942270"/>
              <a:gd name="connsiteY8" fmla="*/ 2581317 h 4383255"/>
              <a:gd name="connsiteX9" fmla="*/ 13254 w 1942270"/>
              <a:gd name="connsiteY9" fmla="*/ 2371226 h 4383255"/>
              <a:gd name="connsiteX10" fmla="*/ 12702 w 1942270"/>
              <a:gd name="connsiteY10" fmla="*/ 199298 h 4383255"/>
              <a:gd name="connsiteX0" fmla="*/ 21575 w 1951143"/>
              <a:gd name="connsiteY0" fmla="*/ 199298 h 4383255"/>
              <a:gd name="connsiteX1" fmla="*/ 195428 w 1951143"/>
              <a:gd name="connsiteY1" fmla="*/ 0 h 4383255"/>
              <a:gd name="connsiteX2" fmla="*/ 1726158 w 1951143"/>
              <a:gd name="connsiteY2" fmla="*/ 7488 h 4383255"/>
              <a:gd name="connsiteX3" fmla="*/ 1916817 w 1951143"/>
              <a:gd name="connsiteY3" fmla="*/ 228523 h 4383255"/>
              <a:gd name="connsiteX4" fmla="*/ 1951143 w 1951143"/>
              <a:gd name="connsiteY4" fmla="*/ 4122677 h 4383255"/>
              <a:gd name="connsiteX5" fmla="*/ 1749738 w 1951143"/>
              <a:gd name="connsiteY5" fmla="*/ 4361288 h 4383255"/>
              <a:gd name="connsiteX6" fmla="*/ 189020 w 1951143"/>
              <a:gd name="connsiteY6" fmla="*/ 4383255 h 4383255"/>
              <a:gd name="connsiteX7" fmla="*/ 11528 w 1951143"/>
              <a:gd name="connsiteY7" fmla="*/ 4136831 h 4383255"/>
              <a:gd name="connsiteX8" fmla="*/ 24422 w 1951143"/>
              <a:gd name="connsiteY8" fmla="*/ 2581317 h 4383255"/>
              <a:gd name="connsiteX9" fmla="*/ 22127 w 1951143"/>
              <a:gd name="connsiteY9" fmla="*/ 2371226 h 4383255"/>
              <a:gd name="connsiteX10" fmla="*/ 21575 w 1951143"/>
              <a:gd name="connsiteY10" fmla="*/ 199298 h 4383255"/>
              <a:gd name="connsiteX0" fmla="*/ 12703 w 1942271"/>
              <a:gd name="connsiteY0" fmla="*/ 199298 h 4383255"/>
              <a:gd name="connsiteX1" fmla="*/ 186556 w 1942271"/>
              <a:gd name="connsiteY1" fmla="*/ 0 h 4383255"/>
              <a:gd name="connsiteX2" fmla="*/ 1717286 w 1942271"/>
              <a:gd name="connsiteY2" fmla="*/ 7488 h 4383255"/>
              <a:gd name="connsiteX3" fmla="*/ 1907945 w 1942271"/>
              <a:gd name="connsiteY3" fmla="*/ 228523 h 4383255"/>
              <a:gd name="connsiteX4" fmla="*/ 1942271 w 1942271"/>
              <a:gd name="connsiteY4" fmla="*/ 4122677 h 4383255"/>
              <a:gd name="connsiteX5" fmla="*/ 1740866 w 1942271"/>
              <a:gd name="connsiteY5" fmla="*/ 4361288 h 4383255"/>
              <a:gd name="connsiteX6" fmla="*/ 180148 w 1942271"/>
              <a:gd name="connsiteY6" fmla="*/ 4383255 h 4383255"/>
              <a:gd name="connsiteX7" fmla="*/ 2656 w 1942271"/>
              <a:gd name="connsiteY7" fmla="*/ 4136831 h 4383255"/>
              <a:gd name="connsiteX8" fmla="*/ 15550 w 1942271"/>
              <a:gd name="connsiteY8" fmla="*/ 2581317 h 4383255"/>
              <a:gd name="connsiteX9" fmla="*/ 13255 w 1942271"/>
              <a:gd name="connsiteY9" fmla="*/ 2371226 h 4383255"/>
              <a:gd name="connsiteX10" fmla="*/ 12703 w 1942271"/>
              <a:gd name="connsiteY10" fmla="*/ 199298 h 4383255"/>
              <a:gd name="connsiteX0" fmla="*/ 18110 w 1947678"/>
              <a:gd name="connsiteY0" fmla="*/ 199298 h 4383255"/>
              <a:gd name="connsiteX1" fmla="*/ 191963 w 1947678"/>
              <a:gd name="connsiteY1" fmla="*/ 0 h 4383255"/>
              <a:gd name="connsiteX2" fmla="*/ 1722693 w 1947678"/>
              <a:gd name="connsiteY2" fmla="*/ 7488 h 4383255"/>
              <a:gd name="connsiteX3" fmla="*/ 1913352 w 1947678"/>
              <a:gd name="connsiteY3" fmla="*/ 228523 h 4383255"/>
              <a:gd name="connsiteX4" fmla="*/ 1947678 w 1947678"/>
              <a:gd name="connsiteY4" fmla="*/ 4122677 h 4383255"/>
              <a:gd name="connsiteX5" fmla="*/ 1746273 w 1947678"/>
              <a:gd name="connsiteY5" fmla="*/ 4361288 h 4383255"/>
              <a:gd name="connsiteX6" fmla="*/ 185555 w 1947678"/>
              <a:gd name="connsiteY6" fmla="*/ 4383255 h 4383255"/>
              <a:gd name="connsiteX7" fmla="*/ 8063 w 1947678"/>
              <a:gd name="connsiteY7" fmla="*/ 4136831 h 4383255"/>
              <a:gd name="connsiteX8" fmla="*/ 34599 w 1947678"/>
              <a:gd name="connsiteY8" fmla="*/ 3194829 h 4383255"/>
              <a:gd name="connsiteX9" fmla="*/ 20957 w 1947678"/>
              <a:gd name="connsiteY9" fmla="*/ 2581317 h 4383255"/>
              <a:gd name="connsiteX10" fmla="*/ 18662 w 1947678"/>
              <a:gd name="connsiteY10" fmla="*/ 2371226 h 4383255"/>
              <a:gd name="connsiteX11" fmla="*/ 18110 w 1947678"/>
              <a:gd name="connsiteY11" fmla="*/ 199298 h 4383255"/>
              <a:gd name="connsiteX0" fmla="*/ 18110 w 1947678"/>
              <a:gd name="connsiteY0" fmla="*/ 199298 h 4383255"/>
              <a:gd name="connsiteX1" fmla="*/ 191963 w 1947678"/>
              <a:gd name="connsiteY1" fmla="*/ 0 h 4383255"/>
              <a:gd name="connsiteX2" fmla="*/ 1722693 w 1947678"/>
              <a:gd name="connsiteY2" fmla="*/ 7488 h 4383255"/>
              <a:gd name="connsiteX3" fmla="*/ 1913352 w 1947678"/>
              <a:gd name="connsiteY3" fmla="*/ 228523 h 4383255"/>
              <a:gd name="connsiteX4" fmla="*/ 1947678 w 1947678"/>
              <a:gd name="connsiteY4" fmla="*/ 4122677 h 4383255"/>
              <a:gd name="connsiteX5" fmla="*/ 1746273 w 1947678"/>
              <a:gd name="connsiteY5" fmla="*/ 4361288 h 4383255"/>
              <a:gd name="connsiteX6" fmla="*/ 185555 w 1947678"/>
              <a:gd name="connsiteY6" fmla="*/ 4383255 h 4383255"/>
              <a:gd name="connsiteX7" fmla="*/ 8063 w 1947678"/>
              <a:gd name="connsiteY7" fmla="*/ 4136831 h 4383255"/>
              <a:gd name="connsiteX8" fmla="*/ 34599 w 1947678"/>
              <a:gd name="connsiteY8" fmla="*/ 3194829 h 4383255"/>
              <a:gd name="connsiteX9" fmla="*/ 24319 w 1947678"/>
              <a:gd name="connsiteY9" fmla="*/ 3114031 h 4383255"/>
              <a:gd name="connsiteX10" fmla="*/ 20957 w 1947678"/>
              <a:gd name="connsiteY10" fmla="*/ 2581317 h 4383255"/>
              <a:gd name="connsiteX11" fmla="*/ 18662 w 1947678"/>
              <a:gd name="connsiteY11" fmla="*/ 2371226 h 4383255"/>
              <a:gd name="connsiteX12" fmla="*/ 18110 w 1947678"/>
              <a:gd name="connsiteY12" fmla="*/ 199298 h 4383255"/>
              <a:gd name="connsiteX0" fmla="*/ 18510 w 1948078"/>
              <a:gd name="connsiteY0" fmla="*/ 199298 h 4383255"/>
              <a:gd name="connsiteX1" fmla="*/ 192363 w 1948078"/>
              <a:gd name="connsiteY1" fmla="*/ 0 h 4383255"/>
              <a:gd name="connsiteX2" fmla="*/ 1723093 w 1948078"/>
              <a:gd name="connsiteY2" fmla="*/ 7488 h 4383255"/>
              <a:gd name="connsiteX3" fmla="*/ 1913752 w 1948078"/>
              <a:gd name="connsiteY3" fmla="*/ 228523 h 4383255"/>
              <a:gd name="connsiteX4" fmla="*/ 1948078 w 1948078"/>
              <a:gd name="connsiteY4" fmla="*/ 4122677 h 4383255"/>
              <a:gd name="connsiteX5" fmla="*/ 1746673 w 1948078"/>
              <a:gd name="connsiteY5" fmla="*/ 4361288 h 4383255"/>
              <a:gd name="connsiteX6" fmla="*/ 185955 w 1948078"/>
              <a:gd name="connsiteY6" fmla="*/ 4383255 h 4383255"/>
              <a:gd name="connsiteX7" fmla="*/ 8463 w 1948078"/>
              <a:gd name="connsiteY7" fmla="*/ 4136831 h 4383255"/>
              <a:gd name="connsiteX8" fmla="*/ 31616 w 1948078"/>
              <a:gd name="connsiteY8" fmla="*/ 3280509 h 4383255"/>
              <a:gd name="connsiteX9" fmla="*/ 24719 w 1948078"/>
              <a:gd name="connsiteY9" fmla="*/ 3114031 h 4383255"/>
              <a:gd name="connsiteX10" fmla="*/ 21357 w 1948078"/>
              <a:gd name="connsiteY10" fmla="*/ 2581317 h 4383255"/>
              <a:gd name="connsiteX11" fmla="*/ 19062 w 1948078"/>
              <a:gd name="connsiteY11" fmla="*/ 2371226 h 4383255"/>
              <a:gd name="connsiteX12" fmla="*/ 18510 w 1948078"/>
              <a:gd name="connsiteY12" fmla="*/ 199298 h 4383255"/>
              <a:gd name="connsiteX0" fmla="*/ 18510 w 1948078"/>
              <a:gd name="connsiteY0" fmla="*/ 199298 h 4383255"/>
              <a:gd name="connsiteX1" fmla="*/ 192363 w 1948078"/>
              <a:gd name="connsiteY1" fmla="*/ 0 h 4383255"/>
              <a:gd name="connsiteX2" fmla="*/ 1723093 w 1948078"/>
              <a:gd name="connsiteY2" fmla="*/ 7488 h 4383255"/>
              <a:gd name="connsiteX3" fmla="*/ 1913752 w 1948078"/>
              <a:gd name="connsiteY3" fmla="*/ 228523 h 4383255"/>
              <a:gd name="connsiteX4" fmla="*/ 1948078 w 1948078"/>
              <a:gd name="connsiteY4" fmla="*/ 4122677 h 4383255"/>
              <a:gd name="connsiteX5" fmla="*/ 1746673 w 1948078"/>
              <a:gd name="connsiteY5" fmla="*/ 4361288 h 4383255"/>
              <a:gd name="connsiteX6" fmla="*/ 185955 w 1948078"/>
              <a:gd name="connsiteY6" fmla="*/ 4383255 h 4383255"/>
              <a:gd name="connsiteX7" fmla="*/ 8463 w 1948078"/>
              <a:gd name="connsiteY7" fmla="*/ 4136831 h 4383255"/>
              <a:gd name="connsiteX8" fmla="*/ 31616 w 1948078"/>
              <a:gd name="connsiteY8" fmla="*/ 3280509 h 4383255"/>
              <a:gd name="connsiteX9" fmla="*/ 24719 w 1948078"/>
              <a:gd name="connsiteY9" fmla="*/ 3114031 h 4383255"/>
              <a:gd name="connsiteX10" fmla="*/ 21357 w 1948078"/>
              <a:gd name="connsiteY10" fmla="*/ 2581317 h 4383255"/>
              <a:gd name="connsiteX11" fmla="*/ 19062 w 1948078"/>
              <a:gd name="connsiteY11" fmla="*/ 2371226 h 4383255"/>
              <a:gd name="connsiteX12" fmla="*/ 18510 w 1948078"/>
              <a:gd name="connsiteY12" fmla="*/ 199298 h 4383255"/>
              <a:gd name="connsiteX0" fmla="*/ 19704 w 1949272"/>
              <a:gd name="connsiteY0" fmla="*/ 199298 h 4383255"/>
              <a:gd name="connsiteX1" fmla="*/ 193557 w 1949272"/>
              <a:gd name="connsiteY1" fmla="*/ 0 h 4383255"/>
              <a:gd name="connsiteX2" fmla="*/ 1724287 w 1949272"/>
              <a:gd name="connsiteY2" fmla="*/ 7488 h 4383255"/>
              <a:gd name="connsiteX3" fmla="*/ 1914946 w 1949272"/>
              <a:gd name="connsiteY3" fmla="*/ 228523 h 4383255"/>
              <a:gd name="connsiteX4" fmla="*/ 1949272 w 1949272"/>
              <a:gd name="connsiteY4" fmla="*/ 4122677 h 4383255"/>
              <a:gd name="connsiteX5" fmla="*/ 1747867 w 1949272"/>
              <a:gd name="connsiteY5" fmla="*/ 4361288 h 4383255"/>
              <a:gd name="connsiteX6" fmla="*/ 187149 w 1949272"/>
              <a:gd name="connsiteY6" fmla="*/ 4383255 h 4383255"/>
              <a:gd name="connsiteX7" fmla="*/ 9657 w 1949272"/>
              <a:gd name="connsiteY7" fmla="*/ 4136831 h 4383255"/>
              <a:gd name="connsiteX8" fmla="*/ 24360 w 1949272"/>
              <a:gd name="connsiteY8" fmla="*/ 3262810 h 4383255"/>
              <a:gd name="connsiteX9" fmla="*/ 25913 w 1949272"/>
              <a:gd name="connsiteY9" fmla="*/ 3114031 h 4383255"/>
              <a:gd name="connsiteX10" fmla="*/ 22551 w 1949272"/>
              <a:gd name="connsiteY10" fmla="*/ 2581317 h 4383255"/>
              <a:gd name="connsiteX11" fmla="*/ 20256 w 1949272"/>
              <a:gd name="connsiteY11" fmla="*/ 2371226 h 4383255"/>
              <a:gd name="connsiteX12" fmla="*/ 19704 w 1949272"/>
              <a:gd name="connsiteY12" fmla="*/ 199298 h 4383255"/>
              <a:gd name="connsiteX0" fmla="*/ 19704 w 1949272"/>
              <a:gd name="connsiteY0" fmla="*/ 199298 h 4383255"/>
              <a:gd name="connsiteX1" fmla="*/ 193557 w 1949272"/>
              <a:gd name="connsiteY1" fmla="*/ 0 h 4383255"/>
              <a:gd name="connsiteX2" fmla="*/ 1724287 w 1949272"/>
              <a:gd name="connsiteY2" fmla="*/ 7488 h 4383255"/>
              <a:gd name="connsiteX3" fmla="*/ 1914946 w 1949272"/>
              <a:gd name="connsiteY3" fmla="*/ 228523 h 4383255"/>
              <a:gd name="connsiteX4" fmla="*/ 1949272 w 1949272"/>
              <a:gd name="connsiteY4" fmla="*/ 4122677 h 4383255"/>
              <a:gd name="connsiteX5" fmla="*/ 1747867 w 1949272"/>
              <a:gd name="connsiteY5" fmla="*/ 4361288 h 4383255"/>
              <a:gd name="connsiteX6" fmla="*/ 187149 w 1949272"/>
              <a:gd name="connsiteY6" fmla="*/ 4383255 h 4383255"/>
              <a:gd name="connsiteX7" fmla="*/ 9657 w 1949272"/>
              <a:gd name="connsiteY7" fmla="*/ 4136831 h 4383255"/>
              <a:gd name="connsiteX8" fmla="*/ 24360 w 1949272"/>
              <a:gd name="connsiteY8" fmla="*/ 3262810 h 4383255"/>
              <a:gd name="connsiteX9" fmla="*/ 67206 w 1949272"/>
              <a:gd name="connsiteY9" fmla="*/ 3032602 h 4383255"/>
              <a:gd name="connsiteX10" fmla="*/ 22551 w 1949272"/>
              <a:gd name="connsiteY10" fmla="*/ 2581317 h 4383255"/>
              <a:gd name="connsiteX11" fmla="*/ 20256 w 1949272"/>
              <a:gd name="connsiteY11" fmla="*/ 2371226 h 4383255"/>
              <a:gd name="connsiteX12" fmla="*/ 19704 w 1949272"/>
              <a:gd name="connsiteY12" fmla="*/ 199298 h 4383255"/>
              <a:gd name="connsiteX0" fmla="*/ 19704 w 1949272"/>
              <a:gd name="connsiteY0" fmla="*/ 199298 h 4383255"/>
              <a:gd name="connsiteX1" fmla="*/ 193557 w 1949272"/>
              <a:gd name="connsiteY1" fmla="*/ 0 h 4383255"/>
              <a:gd name="connsiteX2" fmla="*/ 1724287 w 1949272"/>
              <a:gd name="connsiteY2" fmla="*/ 7488 h 4383255"/>
              <a:gd name="connsiteX3" fmla="*/ 1914946 w 1949272"/>
              <a:gd name="connsiteY3" fmla="*/ 228523 h 4383255"/>
              <a:gd name="connsiteX4" fmla="*/ 1949272 w 1949272"/>
              <a:gd name="connsiteY4" fmla="*/ 4122677 h 4383255"/>
              <a:gd name="connsiteX5" fmla="*/ 1747867 w 1949272"/>
              <a:gd name="connsiteY5" fmla="*/ 4361288 h 4383255"/>
              <a:gd name="connsiteX6" fmla="*/ 187149 w 1949272"/>
              <a:gd name="connsiteY6" fmla="*/ 4383255 h 4383255"/>
              <a:gd name="connsiteX7" fmla="*/ 9657 w 1949272"/>
              <a:gd name="connsiteY7" fmla="*/ 4136831 h 4383255"/>
              <a:gd name="connsiteX8" fmla="*/ 24360 w 1949272"/>
              <a:gd name="connsiteY8" fmla="*/ 3262810 h 4383255"/>
              <a:gd name="connsiteX9" fmla="*/ 34882 w 1949272"/>
              <a:gd name="connsiteY9" fmla="*/ 3030605 h 4383255"/>
              <a:gd name="connsiteX10" fmla="*/ 22551 w 1949272"/>
              <a:gd name="connsiteY10" fmla="*/ 2581317 h 4383255"/>
              <a:gd name="connsiteX11" fmla="*/ 20256 w 1949272"/>
              <a:gd name="connsiteY11" fmla="*/ 2371226 h 4383255"/>
              <a:gd name="connsiteX12" fmla="*/ 19704 w 1949272"/>
              <a:gd name="connsiteY12" fmla="*/ 199298 h 4383255"/>
              <a:gd name="connsiteX0" fmla="*/ 19704 w 1949272"/>
              <a:gd name="connsiteY0" fmla="*/ 199298 h 4383255"/>
              <a:gd name="connsiteX1" fmla="*/ 193557 w 1949272"/>
              <a:gd name="connsiteY1" fmla="*/ 0 h 4383255"/>
              <a:gd name="connsiteX2" fmla="*/ 1724287 w 1949272"/>
              <a:gd name="connsiteY2" fmla="*/ 7488 h 4383255"/>
              <a:gd name="connsiteX3" fmla="*/ 1914946 w 1949272"/>
              <a:gd name="connsiteY3" fmla="*/ 228523 h 4383255"/>
              <a:gd name="connsiteX4" fmla="*/ 1949272 w 1949272"/>
              <a:gd name="connsiteY4" fmla="*/ 4122677 h 4383255"/>
              <a:gd name="connsiteX5" fmla="*/ 1747867 w 1949272"/>
              <a:gd name="connsiteY5" fmla="*/ 4361288 h 4383255"/>
              <a:gd name="connsiteX6" fmla="*/ 187149 w 1949272"/>
              <a:gd name="connsiteY6" fmla="*/ 4383255 h 4383255"/>
              <a:gd name="connsiteX7" fmla="*/ 9657 w 1949272"/>
              <a:gd name="connsiteY7" fmla="*/ 4136831 h 4383255"/>
              <a:gd name="connsiteX8" fmla="*/ 24360 w 1949272"/>
              <a:gd name="connsiteY8" fmla="*/ 3262810 h 4383255"/>
              <a:gd name="connsiteX9" fmla="*/ 34882 w 1949272"/>
              <a:gd name="connsiteY9" fmla="*/ 3030605 h 4383255"/>
              <a:gd name="connsiteX10" fmla="*/ 22551 w 1949272"/>
              <a:gd name="connsiteY10" fmla="*/ 2581317 h 4383255"/>
              <a:gd name="connsiteX11" fmla="*/ 20256 w 1949272"/>
              <a:gd name="connsiteY11" fmla="*/ 2371226 h 4383255"/>
              <a:gd name="connsiteX12" fmla="*/ 19704 w 1949272"/>
              <a:gd name="connsiteY12" fmla="*/ 199298 h 4383255"/>
              <a:gd name="connsiteX0" fmla="*/ 19704 w 1949272"/>
              <a:gd name="connsiteY0" fmla="*/ 199298 h 4383255"/>
              <a:gd name="connsiteX1" fmla="*/ 193557 w 1949272"/>
              <a:gd name="connsiteY1" fmla="*/ 0 h 4383255"/>
              <a:gd name="connsiteX2" fmla="*/ 1724287 w 1949272"/>
              <a:gd name="connsiteY2" fmla="*/ 7488 h 4383255"/>
              <a:gd name="connsiteX3" fmla="*/ 1914946 w 1949272"/>
              <a:gd name="connsiteY3" fmla="*/ 228523 h 4383255"/>
              <a:gd name="connsiteX4" fmla="*/ 1949272 w 1949272"/>
              <a:gd name="connsiteY4" fmla="*/ 4122677 h 4383255"/>
              <a:gd name="connsiteX5" fmla="*/ 1747867 w 1949272"/>
              <a:gd name="connsiteY5" fmla="*/ 4361288 h 4383255"/>
              <a:gd name="connsiteX6" fmla="*/ 187149 w 1949272"/>
              <a:gd name="connsiteY6" fmla="*/ 4383255 h 4383255"/>
              <a:gd name="connsiteX7" fmla="*/ 9657 w 1949272"/>
              <a:gd name="connsiteY7" fmla="*/ 4136831 h 4383255"/>
              <a:gd name="connsiteX8" fmla="*/ 24360 w 1949272"/>
              <a:gd name="connsiteY8" fmla="*/ 3262810 h 4383255"/>
              <a:gd name="connsiteX9" fmla="*/ 25208 w 1949272"/>
              <a:gd name="connsiteY9" fmla="*/ 3125439 h 4383255"/>
              <a:gd name="connsiteX10" fmla="*/ 22551 w 1949272"/>
              <a:gd name="connsiteY10" fmla="*/ 2581317 h 4383255"/>
              <a:gd name="connsiteX11" fmla="*/ 20256 w 1949272"/>
              <a:gd name="connsiteY11" fmla="*/ 2371226 h 4383255"/>
              <a:gd name="connsiteX12" fmla="*/ 19704 w 1949272"/>
              <a:gd name="connsiteY12" fmla="*/ 199298 h 4383255"/>
              <a:gd name="connsiteX0" fmla="*/ 19716 w 1949284"/>
              <a:gd name="connsiteY0" fmla="*/ 199298 h 4383255"/>
              <a:gd name="connsiteX1" fmla="*/ 193569 w 1949284"/>
              <a:gd name="connsiteY1" fmla="*/ 0 h 4383255"/>
              <a:gd name="connsiteX2" fmla="*/ 1724299 w 1949284"/>
              <a:gd name="connsiteY2" fmla="*/ 7488 h 4383255"/>
              <a:gd name="connsiteX3" fmla="*/ 1914958 w 1949284"/>
              <a:gd name="connsiteY3" fmla="*/ 228523 h 4383255"/>
              <a:gd name="connsiteX4" fmla="*/ 1949284 w 1949284"/>
              <a:gd name="connsiteY4" fmla="*/ 4122677 h 4383255"/>
              <a:gd name="connsiteX5" fmla="*/ 1747879 w 1949284"/>
              <a:gd name="connsiteY5" fmla="*/ 4361288 h 4383255"/>
              <a:gd name="connsiteX6" fmla="*/ 187161 w 1949284"/>
              <a:gd name="connsiteY6" fmla="*/ 4383255 h 4383255"/>
              <a:gd name="connsiteX7" fmla="*/ 9669 w 1949284"/>
              <a:gd name="connsiteY7" fmla="*/ 4136831 h 4383255"/>
              <a:gd name="connsiteX8" fmla="*/ 24300 w 1949284"/>
              <a:gd name="connsiteY8" fmla="*/ 3325790 h 4383255"/>
              <a:gd name="connsiteX9" fmla="*/ 25220 w 1949284"/>
              <a:gd name="connsiteY9" fmla="*/ 3125439 h 4383255"/>
              <a:gd name="connsiteX10" fmla="*/ 22563 w 1949284"/>
              <a:gd name="connsiteY10" fmla="*/ 2581317 h 4383255"/>
              <a:gd name="connsiteX11" fmla="*/ 20268 w 1949284"/>
              <a:gd name="connsiteY11" fmla="*/ 2371226 h 4383255"/>
              <a:gd name="connsiteX12" fmla="*/ 19716 w 1949284"/>
              <a:gd name="connsiteY12" fmla="*/ 199298 h 4383255"/>
              <a:gd name="connsiteX0" fmla="*/ 19716 w 1949284"/>
              <a:gd name="connsiteY0" fmla="*/ 199298 h 4383255"/>
              <a:gd name="connsiteX1" fmla="*/ 193569 w 1949284"/>
              <a:gd name="connsiteY1" fmla="*/ 0 h 4383255"/>
              <a:gd name="connsiteX2" fmla="*/ 1724299 w 1949284"/>
              <a:gd name="connsiteY2" fmla="*/ 7488 h 4383255"/>
              <a:gd name="connsiteX3" fmla="*/ 1914958 w 1949284"/>
              <a:gd name="connsiteY3" fmla="*/ 228523 h 4383255"/>
              <a:gd name="connsiteX4" fmla="*/ 1949284 w 1949284"/>
              <a:gd name="connsiteY4" fmla="*/ 4122677 h 4383255"/>
              <a:gd name="connsiteX5" fmla="*/ 1747879 w 1949284"/>
              <a:gd name="connsiteY5" fmla="*/ 4361288 h 4383255"/>
              <a:gd name="connsiteX6" fmla="*/ 187161 w 1949284"/>
              <a:gd name="connsiteY6" fmla="*/ 4383255 h 4383255"/>
              <a:gd name="connsiteX7" fmla="*/ 9669 w 1949284"/>
              <a:gd name="connsiteY7" fmla="*/ 4136831 h 4383255"/>
              <a:gd name="connsiteX8" fmla="*/ 24300 w 1949284"/>
              <a:gd name="connsiteY8" fmla="*/ 3325790 h 4383255"/>
              <a:gd name="connsiteX9" fmla="*/ 25220 w 1949284"/>
              <a:gd name="connsiteY9" fmla="*/ 3125439 h 4383255"/>
              <a:gd name="connsiteX10" fmla="*/ 22563 w 1949284"/>
              <a:gd name="connsiteY10" fmla="*/ 2581317 h 4383255"/>
              <a:gd name="connsiteX11" fmla="*/ 20268 w 1949284"/>
              <a:gd name="connsiteY11" fmla="*/ 2371226 h 4383255"/>
              <a:gd name="connsiteX12" fmla="*/ 19716 w 1949284"/>
              <a:gd name="connsiteY12" fmla="*/ 199298 h 4383255"/>
              <a:gd name="connsiteX0" fmla="*/ 21919 w 1951487"/>
              <a:gd name="connsiteY0" fmla="*/ 199298 h 4383255"/>
              <a:gd name="connsiteX1" fmla="*/ 195772 w 1951487"/>
              <a:gd name="connsiteY1" fmla="*/ 0 h 4383255"/>
              <a:gd name="connsiteX2" fmla="*/ 1726502 w 1951487"/>
              <a:gd name="connsiteY2" fmla="*/ 7488 h 4383255"/>
              <a:gd name="connsiteX3" fmla="*/ 1917161 w 1951487"/>
              <a:gd name="connsiteY3" fmla="*/ 228523 h 4383255"/>
              <a:gd name="connsiteX4" fmla="*/ 1951487 w 1951487"/>
              <a:gd name="connsiteY4" fmla="*/ 4122677 h 4383255"/>
              <a:gd name="connsiteX5" fmla="*/ 1750082 w 1951487"/>
              <a:gd name="connsiteY5" fmla="*/ 4361288 h 4383255"/>
              <a:gd name="connsiteX6" fmla="*/ 189364 w 1951487"/>
              <a:gd name="connsiteY6" fmla="*/ 4383255 h 4383255"/>
              <a:gd name="connsiteX7" fmla="*/ 11872 w 1951487"/>
              <a:gd name="connsiteY7" fmla="*/ 4136831 h 4383255"/>
              <a:gd name="connsiteX8" fmla="*/ 26503 w 1951487"/>
              <a:gd name="connsiteY8" fmla="*/ 3325790 h 4383255"/>
              <a:gd name="connsiteX9" fmla="*/ 27423 w 1951487"/>
              <a:gd name="connsiteY9" fmla="*/ 3125439 h 4383255"/>
              <a:gd name="connsiteX10" fmla="*/ 24766 w 1951487"/>
              <a:gd name="connsiteY10" fmla="*/ 2581317 h 4383255"/>
              <a:gd name="connsiteX11" fmla="*/ 22471 w 1951487"/>
              <a:gd name="connsiteY11" fmla="*/ 2371226 h 4383255"/>
              <a:gd name="connsiteX12" fmla="*/ 21919 w 1951487"/>
              <a:gd name="connsiteY12" fmla="*/ 199298 h 4383255"/>
              <a:gd name="connsiteX0" fmla="*/ 19306 w 1948874"/>
              <a:gd name="connsiteY0" fmla="*/ 199298 h 4383255"/>
              <a:gd name="connsiteX1" fmla="*/ 193159 w 1948874"/>
              <a:gd name="connsiteY1" fmla="*/ 0 h 4383255"/>
              <a:gd name="connsiteX2" fmla="*/ 1723889 w 1948874"/>
              <a:gd name="connsiteY2" fmla="*/ 7488 h 4383255"/>
              <a:gd name="connsiteX3" fmla="*/ 1914548 w 1948874"/>
              <a:gd name="connsiteY3" fmla="*/ 228523 h 4383255"/>
              <a:gd name="connsiteX4" fmla="*/ 1948874 w 1948874"/>
              <a:gd name="connsiteY4" fmla="*/ 4122677 h 4383255"/>
              <a:gd name="connsiteX5" fmla="*/ 1747469 w 1948874"/>
              <a:gd name="connsiteY5" fmla="*/ 4361288 h 4383255"/>
              <a:gd name="connsiteX6" fmla="*/ 186751 w 1948874"/>
              <a:gd name="connsiteY6" fmla="*/ 4383255 h 4383255"/>
              <a:gd name="connsiteX7" fmla="*/ 9259 w 1948874"/>
              <a:gd name="connsiteY7" fmla="*/ 4136831 h 4383255"/>
              <a:gd name="connsiteX8" fmla="*/ 24810 w 1948874"/>
              <a:gd name="connsiteY8" fmla="*/ 3125439 h 4383255"/>
              <a:gd name="connsiteX9" fmla="*/ 22153 w 1948874"/>
              <a:gd name="connsiteY9" fmla="*/ 2581317 h 4383255"/>
              <a:gd name="connsiteX10" fmla="*/ 19858 w 1948874"/>
              <a:gd name="connsiteY10" fmla="*/ 2371226 h 4383255"/>
              <a:gd name="connsiteX11" fmla="*/ 19306 w 1948874"/>
              <a:gd name="connsiteY11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25799 w 1949863"/>
              <a:gd name="connsiteY9" fmla="*/ 3125439 h 4383255"/>
              <a:gd name="connsiteX10" fmla="*/ 23142 w 1949863"/>
              <a:gd name="connsiteY10" fmla="*/ 2581317 h 4383255"/>
              <a:gd name="connsiteX11" fmla="*/ 20847 w 1949863"/>
              <a:gd name="connsiteY11" fmla="*/ 2371226 h 4383255"/>
              <a:gd name="connsiteX12" fmla="*/ 20295 w 1949863"/>
              <a:gd name="connsiteY12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45704 w 1949863"/>
              <a:gd name="connsiteY9" fmla="*/ 3204924 h 4383255"/>
              <a:gd name="connsiteX10" fmla="*/ 25799 w 1949863"/>
              <a:gd name="connsiteY10" fmla="*/ 3125439 h 4383255"/>
              <a:gd name="connsiteX11" fmla="*/ 23142 w 1949863"/>
              <a:gd name="connsiteY11" fmla="*/ 2581317 h 4383255"/>
              <a:gd name="connsiteX12" fmla="*/ 20847 w 1949863"/>
              <a:gd name="connsiteY12" fmla="*/ 2371226 h 4383255"/>
              <a:gd name="connsiteX13" fmla="*/ 20295 w 1949863"/>
              <a:gd name="connsiteY13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45704 w 1949863"/>
              <a:gd name="connsiteY9" fmla="*/ 3204924 h 4383255"/>
              <a:gd name="connsiteX10" fmla="*/ 25799 w 1949863"/>
              <a:gd name="connsiteY10" fmla="*/ 3125439 h 4383255"/>
              <a:gd name="connsiteX11" fmla="*/ 23142 w 1949863"/>
              <a:gd name="connsiteY11" fmla="*/ 2581317 h 4383255"/>
              <a:gd name="connsiteX12" fmla="*/ 20847 w 1949863"/>
              <a:gd name="connsiteY12" fmla="*/ 2371226 h 4383255"/>
              <a:gd name="connsiteX13" fmla="*/ 20295 w 1949863"/>
              <a:gd name="connsiteY13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45704 w 1949863"/>
              <a:gd name="connsiteY9" fmla="*/ 3204924 h 4383255"/>
              <a:gd name="connsiteX10" fmla="*/ 25799 w 1949863"/>
              <a:gd name="connsiteY10" fmla="*/ 3125439 h 4383255"/>
              <a:gd name="connsiteX11" fmla="*/ 23142 w 1949863"/>
              <a:gd name="connsiteY11" fmla="*/ 2581317 h 4383255"/>
              <a:gd name="connsiteX12" fmla="*/ 20847 w 1949863"/>
              <a:gd name="connsiteY12" fmla="*/ 2371226 h 4383255"/>
              <a:gd name="connsiteX13" fmla="*/ 20295 w 1949863"/>
              <a:gd name="connsiteY13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45704 w 1949863"/>
              <a:gd name="connsiteY9" fmla="*/ 3204924 h 4383255"/>
              <a:gd name="connsiteX10" fmla="*/ 23830 w 1949863"/>
              <a:gd name="connsiteY10" fmla="*/ 3033703 h 4383255"/>
              <a:gd name="connsiteX11" fmla="*/ 23142 w 1949863"/>
              <a:gd name="connsiteY11" fmla="*/ 2581317 h 4383255"/>
              <a:gd name="connsiteX12" fmla="*/ 20847 w 1949863"/>
              <a:gd name="connsiteY12" fmla="*/ 2371226 h 4383255"/>
              <a:gd name="connsiteX13" fmla="*/ 20295 w 1949863"/>
              <a:gd name="connsiteY13" fmla="*/ 199298 h 4383255"/>
              <a:gd name="connsiteX0" fmla="*/ 20295 w 1949863"/>
              <a:gd name="connsiteY0" fmla="*/ 199298 h 4383255"/>
              <a:gd name="connsiteX1" fmla="*/ 194148 w 1949863"/>
              <a:gd name="connsiteY1" fmla="*/ 0 h 4383255"/>
              <a:gd name="connsiteX2" fmla="*/ 1724878 w 1949863"/>
              <a:gd name="connsiteY2" fmla="*/ 7488 h 4383255"/>
              <a:gd name="connsiteX3" fmla="*/ 1915537 w 1949863"/>
              <a:gd name="connsiteY3" fmla="*/ 228523 h 4383255"/>
              <a:gd name="connsiteX4" fmla="*/ 1949863 w 1949863"/>
              <a:gd name="connsiteY4" fmla="*/ 4122677 h 4383255"/>
              <a:gd name="connsiteX5" fmla="*/ 1748458 w 1949863"/>
              <a:gd name="connsiteY5" fmla="*/ 4361288 h 4383255"/>
              <a:gd name="connsiteX6" fmla="*/ 187740 w 1949863"/>
              <a:gd name="connsiteY6" fmla="*/ 4383255 h 4383255"/>
              <a:gd name="connsiteX7" fmla="*/ 10248 w 1949863"/>
              <a:gd name="connsiteY7" fmla="*/ 4136831 h 4383255"/>
              <a:gd name="connsiteX8" fmla="*/ 21472 w 1949863"/>
              <a:gd name="connsiteY8" fmla="*/ 3380929 h 4383255"/>
              <a:gd name="connsiteX9" fmla="*/ 34413 w 1949863"/>
              <a:gd name="connsiteY9" fmla="*/ 3202318 h 4383255"/>
              <a:gd name="connsiteX10" fmla="*/ 23830 w 1949863"/>
              <a:gd name="connsiteY10" fmla="*/ 3033703 h 4383255"/>
              <a:gd name="connsiteX11" fmla="*/ 23142 w 1949863"/>
              <a:gd name="connsiteY11" fmla="*/ 2581317 h 4383255"/>
              <a:gd name="connsiteX12" fmla="*/ 20847 w 1949863"/>
              <a:gd name="connsiteY12" fmla="*/ 2371226 h 4383255"/>
              <a:gd name="connsiteX13" fmla="*/ 20295 w 1949863"/>
              <a:gd name="connsiteY13" fmla="*/ 199298 h 4383255"/>
              <a:gd name="connsiteX0" fmla="*/ 22254 w 1951822"/>
              <a:gd name="connsiteY0" fmla="*/ 199298 h 4383255"/>
              <a:gd name="connsiteX1" fmla="*/ 196107 w 1951822"/>
              <a:gd name="connsiteY1" fmla="*/ 0 h 4383255"/>
              <a:gd name="connsiteX2" fmla="*/ 1726837 w 1951822"/>
              <a:gd name="connsiteY2" fmla="*/ 7488 h 4383255"/>
              <a:gd name="connsiteX3" fmla="*/ 1917496 w 1951822"/>
              <a:gd name="connsiteY3" fmla="*/ 228523 h 4383255"/>
              <a:gd name="connsiteX4" fmla="*/ 1951822 w 1951822"/>
              <a:gd name="connsiteY4" fmla="*/ 4122677 h 4383255"/>
              <a:gd name="connsiteX5" fmla="*/ 1750417 w 1951822"/>
              <a:gd name="connsiteY5" fmla="*/ 4361288 h 4383255"/>
              <a:gd name="connsiteX6" fmla="*/ 189699 w 1951822"/>
              <a:gd name="connsiteY6" fmla="*/ 4383255 h 4383255"/>
              <a:gd name="connsiteX7" fmla="*/ 12207 w 1951822"/>
              <a:gd name="connsiteY7" fmla="*/ 4136831 h 4383255"/>
              <a:gd name="connsiteX8" fmla="*/ 14394 w 1951822"/>
              <a:gd name="connsiteY8" fmla="*/ 3372736 h 4383255"/>
              <a:gd name="connsiteX9" fmla="*/ 36372 w 1951822"/>
              <a:gd name="connsiteY9" fmla="*/ 3202318 h 4383255"/>
              <a:gd name="connsiteX10" fmla="*/ 25789 w 1951822"/>
              <a:gd name="connsiteY10" fmla="*/ 3033703 h 4383255"/>
              <a:gd name="connsiteX11" fmla="*/ 25101 w 1951822"/>
              <a:gd name="connsiteY11" fmla="*/ 2581317 h 4383255"/>
              <a:gd name="connsiteX12" fmla="*/ 22806 w 1951822"/>
              <a:gd name="connsiteY12" fmla="*/ 2371226 h 4383255"/>
              <a:gd name="connsiteX13" fmla="*/ 22254 w 1951822"/>
              <a:gd name="connsiteY13" fmla="*/ 199298 h 4383255"/>
              <a:gd name="connsiteX0" fmla="*/ 17671 w 1947239"/>
              <a:gd name="connsiteY0" fmla="*/ 199298 h 4383255"/>
              <a:gd name="connsiteX1" fmla="*/ 191524 w 1947239"/>
              <a:gd name="connsiteY1" fmla="*/ 0 h 4383255"/>
              <a:gd name="connsiteX2" fmla="*/ 1722254 w 1947239"/>
              <a:gd name="connsiteY2" fmla="*/ 7488 h 4383255"/>
              <a:gd name="connsiteX3" fmla="*/ 1912913 w 1947239"/>
              <a:gd name="connsiteY3" fmla="*/ 228523 h 4383255"/>
              <a:gd name="connsiteX4" fmla="*/ 1947239 w 1947239"/>
              <a:gd name="connsiteY4" fmla="*/ 4122677 h 4383255"/>
              <a:gd name="connsiteX5" fmla="*/ 1745834 w 1947239"/>
              <a:gd name="connsiteY5" fmla="*/ 4361288 h 4383255"/>
              <a:gd name="connsiteX6" fmla="*/ 185116 w 1947239"/>
              <a:gd name="connsiteY6" fmla="*/ 4383255 h 4383255"/>
              <a:gd name="connsiteX7" fmla="*/ 7624 w 1947239"/>
              <a:gd name="connsiteY7" fmla="*/ 4136831 h 4383255"/>
              <a:gd name="connsiteX8" fmla="*/ 9811 w 1947239"/>
              <a:gd name="connsiteY8" fmla="*/ 3372736 h 4383255"/>
              <a:gd name="connsiteX9" fmla="*/ 31789 w 1947239"/>
              <a:gd name="connsiteY9" fmla="*/ 3202318 h 4383255"/>
              <a:gd name="connsiteX10" fmla="*/ 21206 w 1947239"/>
              <a:gd name="connsiteY10" fmla="*/ 3033703 h 4383255"/>
              <a:gd name="connsiteX11" fmla="*/ 20518 w 1947239"/>
              <a:gd name="connsiteY11" fmla="*/ 2581317 h 4383255"/>
              <a:gd name="connsiteX12" fmla="*/ 18223 w 1947239"/>
              <a:gd name="connsiteY12" fmla="*/ 2371226 h 4383255"/>
              <a:gd name="connsiteX13" fmla="*/ 17671 w 1947239"/>
              <a:gd name="connsiteY13" fmla="*/ 199298 h 4383255"/>
              <a:gd name="connsiteX0" fmla="*/ 12703 w 1942271"/>
              <a:gd name="connsiteY0" fmla="*/ 199298 h 4383255"/>
              <a:gd name="connsiteX1" fmla="*/ 186556 w 1942271"/>
              <a:gd name="connsiteY1" fmla="*/ 0 h 4383255"/>
              <a:gd name="connsiteX2" fmla="*/ 1717286 w 1942271"/>
              <a:gd name="connsiteY2" fmla="*/ 7488 h 4383255"/>
              <a:gd name="connsiteX3" fmla="*/ 1907945 w 1942271"/>
              <a:gd name="connsiteY3" fmla="*/ 228523 h 4383255"/>
              <a:gd name="connsiteX4" fmla="*/ 1942271 w 1942271"/>
              <a:gd name="connsiteY4" fmla="*/ 4122677 h 4383255"/>
              <a:gd name="connsiteX5" fmla="*/ 1740866 w 1942271"/>
              <a:gd name="connsiteY5" fmla="*/ 4361288 h 4383255"/>
              <a:gd name="connsiteX6" fmla="*/ 180148 w 1942271"/>
              <a:gd name="connsiteY6" fmla="*/ 4383255 h 4383255"/>
              <a:gd name="connsiteX7" fmla="*/ 2656 w 1942271"/>
              <a:gd name="connsiteY7" fmla="*/ 4136831 h 4383255"/>
              <a:gd name="connsiteX8" fmla="*/ 4843 w 1942271"/>
              <a:gd name="connsiteY8" fmla="*/ 3372736 h 4383255"/>
              <a:gd name="connsiteX9" fmla="*/ 26821 w 1942271"/>
              <a:gd name="connsiteY9" fmla="*/ 3202318 h 4383255"/>
              <a:gd name="connsiteX10" fmla="*/ 16238 w 1942271"/>
              <a:gd name="connsiteY10" fmla="*/ 3033703 h 4383255"/>
              <a:gd name="connsiteX11" fmla="*/ 15550 w 1942271"/>
              <a:gd name="connsiteY11" fmla="*/ 2581317 h 4383255"/>
              <a:gd name="connsiteX12" fmla="*/ 13255 w 1942271"/>
              <a:gd name="connsiteY12" fmla="*/ 2371226 h 4383255"/>
              <a:gd name="connsiteX13" fmla="*/ 12703 w 1942271"/>
              <a:gd name="connsiteY13" fmla="*/ 199298 h 4383255"/>
              <a:gd name="connsiteX0" fmla="*/ 12703 w 1942271"/>
              <a:gd name="connsiteY0" fmla="*/ 199298 h 4383255"/>
              <a:gd name="connsiteX1" fmla="*/ 186556 w 1942271"/>
              <a:gd name="connsiteY1" fmla="*/ 0 h 4383255"/>
              <a:gd name="connsiteX2" fmla="*/ 1717286 w 1942271"/>
              <a:gd name="connsiteY2" fmla="*/ 7488 h 4383255"/>
              <a:gd name="connsiteX3" fmla="*/ 1907945 w 1942271"/>
              <a:gd name="connsiteY3" fmla="*/ 228523 h 4383255"/>
              <a:gd name="connsiteX4" fmla="*/ 1942271 w 1942271"/>
              <a:gd name="connsiteY4" fmla="*/ 4122677 h 4383255"/>
              <a:gd name="connsiteX5" fmla="*/ 1740866 w 1942271"/>
              <a:gd name="connsiteY5" fmla="*/ 4361288 h 4383255"/>
              <a:gd name="connsiteX6" fmla="*/ 180148 w 1942271"/>
              <a:gd name="connsiteY6" fmla="*/ 4383255 h 4383255"/>
              <a:gd name="connsiteX7" fmla="*/ 2656 w 1942271"/>
              <a:gd name="connsiteY7" fmla="*/ 4136831 h 4383255"/>
              <a:gd name="connsiteX8" fmla="*/ 4843 w 1942271"/>
              <a:gd name="connsiteY8" fmla="*/ 3372736 h 4383255"/>
              <a:gd name="connsiteX9" fmla="*/ 26821 w 1942271"/>
              <a:gd name="connsiteY9" fmla="*/ 3202318 h 4383255"/>
              <a:gd name="connsiteX10" fmla="*/ 16238 w 1942271"/>
              <a:gd name="connsiteY10" fmla="*/ 3033703 h 4383255"/>
              <a:gd name="connsiteX11" fmla="*/ 15550 w 1942271"/>
              <a:gd name="connsiteY11" fmla="*/ 2581317 h 4383255"/>
              <a:gd name="connsiteX12" fmla="*/ 13255 w 1942271"/>
              <a:gd name="connsiteY12" fmla="*/ 2371226 h 4383255"/>
              <a:gd name="connsiteX13" fmla="*/ 12703 w 1942271"/>
              <a:gd name="connsiteY13" fmla="*/ 199298 h 4383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942271" h="4383255">
                <a:moveTo>
                  <a:pt x="12703" y="199298"/>
                </a:moveTo>
                <a:cubicBezTo>
                  <a:pt x="12703" y="101959"/>
                  <a:pt x="89217" y="0"/>
                  <a:pt x="186556" y="0"/>
                </a:cubicBezTo>
                <a:lnTo>
                  <a:pt x="1717286" y="7488"/>
                </a:lnTo>
                <a:cubicBezTo>
                  <a:pt x="1814625" y="7488"/>
                  <a:pt x="1907945" y="131184"/>
                  <a:pt x="1907945" y="228523"/>
                </a:cubicBezTo>
                <a:lnTo>
                  <a:pt x="1942271" y="4122677"/>
                </a:lnTo>
                <a:cubicBezTo>
                  <a:pt x="1942271" y="4220016"/>
                  <a:pt x="1838205" y="4361288"/>
                  <a:pt x="1740866" y="4361288"/>
                </a:cubicBezTo>
                <a:lnTo>
                  <a:pt x="180148" y="4383255"/>
                </a:lnTo>
                <a:cubicBezTo>
                  <a:pt x="82809" y="4383255"/>
                  <a:pt x="2656" y="4234170"/>
                  <a:pt x="2656" y="4136831"/>
                </a:cubicBezTo>
                <a:cubicBezTo>
                  <a:pt x="-1241" y="3821102"/>
                  <a:pt x="11983" y="3847283"/>
                  <a:pt x="4843" y="3372736"/>
                </a:cubicBezTo>
                <a:cubicBezTo>
                  <a:pt x="7610" y="3227085"/>
                  <a:pt x="24922" y="3258823"/>
                  <a:pt x="26821" y="3202318"/>
                </a:cubicBezTo>
                <a:cubicBezTo>
                  <a:pt x="28720" y="3145813"/>
                  <a:pt x="16856" y="3147305"/>
                  <a:pt x="16238" y="3033703"/>
                </a:cubicBezTo>
                <a:cubicBezTo>
                  <a:pt x="13964" y="2931451"/>
                  <a:pt x="18512" y="2703334"/>
                  <a:pt x="15550" y="2581317"/>
                </a:cubicBezTo>
                <a:cubicBezTo>
                  <a:pt x="32553" y="2565696"/>
                  <a:pt x="65680" y="2421522"/>
                  <a:pt x="13255" y="2371226"/>
                </a:cubicBezTo>
                <a:cubicBezTo>
                  <a:pt x="11685" y="1991969"/>
                  <a:pt x="-15410" y="592323"/>
                  <a:pt x="12703" y="199298"/>
                </a:cubicBezTo>
                <a:close/>
              </a:path>
            </a:pathLst>
          </a:custGeom>
        </p:spPr>
        <p:txBody>
          <a:bodyPr bIns="1440000" anchor="ctr"/>
          <a:lstStyle>
            <a:lvl1pPr marL="12700" indent="-12700" algn="ctr"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GB"/>
              <a:t>Click icon to </a:t>
            </a:r>
            <a:br>
              <a:rPr lang="en-GB"/>
            </a:br>
            <a:r>
              <a:rPr lang="en-GB"/>
              <a:t>add picture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74330B-8214-A36E-6D15-5A19BE2EEB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315597"/>
            <a:ext cx="534960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DB57A54A-B750-3BAF-19EE-7935E77ABB4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5" y="853390"/>
            <a:ext cx="534960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72EE21-FC42-6867-9437-9D49A2709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3704EA58-2F0C-BBF2-E89F-1D87990C6CF9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5349600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8D585A4-F3FB-9BCB-6E35-6ED39A4C73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5077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iPad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0B4D6ED-99FC-B53C-0466-ED4DB705AA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3" b="3"/>
          <a:stretch/>
        </p:blipFill>
        <p:spPr>
          <a:xfrm>
            <a:off x="6552899" y="0"/>
            <a:ext cx="5639101" cy="68580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D74E2D6-E158-3A37-84F4-A5310E36C10F}"/>
              </a:ext>
            </a:extLst>
          </p:cNvPr>
          <p:cNvSpPr/>
          <p:nvPr userDrawn="1"/>
        </p:nvSpPr>
        <p:spPr>
          <a:xfrm rot="5400000">
            <a:off x="6907951" y="1808889"/>
            <a:ext cx="4690176" cy="3538687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429CFB1-405A-8154-8635-7AA98F5C032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" b="10"/>
          <a:stretch/>
        </p:blipFill>
        <p:spPr>
          <a:xfrm>
            <a:off x="7242754" y="824668"/>
            <a:ext cx="4206151" cy="5518140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512973" y="1261720"/>
            <a:ext cx="3480132" cy="4644000"/>
          </a:xfrm>
          <a:prstGeom prst="roundRect">
            <a:avLst>
              <a:gd name="adj" fmla="val 3522"/>
            </a:avLst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GB" dirty="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AEDEC-C085-6955-AB82-DE6FC3989A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534960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2376C125-34A1-B6EB-9AEE-B1AF679EAB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53390"/>
            <a:ext cx="534960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0D621958-6234-BF81-FDA7-5DE77B1D01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B70BFB5-3784-57FD-AF83-6F5273769DEB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5349600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E73A4AA-7FBA-BE6A-0913-5E9B31FC0E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7667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iPad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0B4D6ED-99FC-B53C-0466-ED4DB705AA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3" b="3"/>
          <a:stretch/>
        </p:blipFill>
        <p:spPr>
          <a:xfrm>
            <a:off x="6552899" y="0"/>
            <a:ext cx="5639101" cy="68580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D74E2D6-E158-3A37-84F4-A5310E36C10F}"/>
              </a:ext>
            </a:extLst>
          </p:cNvPr>
          <p:cNvSpPr/>
          <p:nvPr userDrawn="1"/>
        </p:nvSpPr>
        <p:spPr>
          <a:xfrm>
            <a:off x="7007967" y="1362461"/>
            <a:ext cx="4690176" cy="3538687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429CFB1-405A-8154-8635-7AA98F5C032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" b="10"/>
          <a:stretch/>
        </p:blipFill>
        <p:spPr>
          <a:xfrm rot="16200000">
            <a:off x="7242754" y="249648"/>
            <a:ext cx="4206151" cy="5518140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1477" y="1362461"/>
            <a:ext cx="4579728" cy="3462867"/>
          </a:xfrm>
          <a:prstGeom prst="roundRect">
            <a:avLst>
              <a:gd name="adj" fmla="val 3522"/>
            </a:avLst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GB" dirty="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AEDEC-C085-6955-AB82-DE6FC3989A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534960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2376C125-34A1-B6EB-9AEE-B1AF679EAB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53390"/>
            <a:ext cx="534960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0D621958-6234-BF81-FDA7-5DE77B1D01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B70BFB5-3784-57FD-AF83-6F5273769DEB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5349600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1DED1A-B4CD-FE6C-B2FC-9175A002E1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2544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P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BDB1AA-4550-520A-8357-AA1319ABF3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/>
        </p:blipFill>
        <p:spPr>
          <a:xfrm>
            <a:off x="-73899" y="-42110"/>
            <a:ext cx="12339798" cy="694222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28B814-3A5D-4F43-FF47-6371447A14CC}"/>
              </a:ext>
            </a:extLst>
          </p:cNvPr>
          <p:cNvSpPr/>
          <p:nvPr userDrawn="1"/>
        </p:nvSpPr>
        <p:spPr>
          <a:xfrm>
            <a:off x="2915952" y="1203511"/>
            <a:ext cx="6559498" cy="4883536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5CB551-1216-F566-EE71-B448A00E363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5" r="15"/>
          <a:stretch/>
        </p:blipFill>
        <p:spPr>
          <a:xfrm>
            <a:off x="2305365" y="713140"/>
            <a:ext cx="7608019" cy="5927226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975912" y="1207221"/>
            <a:ext cx="6429824" cy="4809160"/>
          </a:xfrm>
          <a:prstGeom prst="roundRect">
            <a:avLst>
              <a:gd name="adj" fmla="val 2952"/>
            </a:avLst>
          </a:prstGeom>
        </p:spPr>
        <p:txBody>
          <a:bodyPr vert="horz" lIns="0" tIns="0" rIns="0" bIns="1440000" rtlCol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lang="en-GB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604F7C-84B3-D21F-346F-AF36A6CE69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9808679" cy="509071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17A9F0A2-3798-6FFA-8FF3-6756147DE7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49E363-C796-608D-101B-6E0851038AB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29110" b="29110"/>
          <a:stretch>
            <a:fillRect/>
          </a:stretch>
        </p:blipFill>
        <p:spPr>
          <a:xfrm>
            <a:off x="212642" y="6087048"/>
            <a:ext cx="1892708" cy="675060"/>
          </a:xfrm>
          <a:prstGeom prst="rect">
            <a:avLst/>
          </a:prstGeom>
        </p:spPr>
      </p:pic>
      <p:sp>
        <p:nvSpPr>
          <p:cNvPr id="10" name="Tijdelijke aanduiding voor dianummer 5">
            <a:extLst>
              <a:ext uri="{FF2B5EF4-FFF2-40B4-BE49-F238E27FC236}">
                <a16:creationId xmlns:a16="http://schemas.microsoft.com/office/drawing/2014/main" id="{4A7781C4-F0F7-5E4B-ECC6-70D575BC5E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7232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lap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4D9299CA-C56F-0829-E7D0-5731DAC1F6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3" b="3"/>
          <a:stretch/>
        </p:blipFill>
        <p:spPr>
          <a:xfrm>
            <a:off x="6552899" y="0"/>
            <a:ext cx="5639101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AFDAEDEC-C085-6955-AB82-DE6FC3989A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5349600" cy="509071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2376C125-34A1-B6EB-9AEE-B1AF679EAB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7" y="853390"/>
            <a:ext cx="5349600" cy="50907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4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Optional subtitle</a:t>
            </a:r>
            <a:endParaRPr lang="en-GB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0D621958-6234-BF81-FDA7-5DE77B1D01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B70BFB5-3784-57FD-AF83-6F5273769DEB}"/>
              </a:ext>
            </a:extLst>
          </p:cNvPr>
          <p:cNvSpPr>
            <a:spLocks noGrp="1"/>
          </p:cNvSpPr>
          <p:nvPr>
            <p:ph idx="30" hasCustomPrompt="1"/>
          </p:nvPr>
        </p:nvSpPr>
        <p:spPr>
          <a:xfrm>
            <a:off x="515933" y="1798204"/>
            <a:ext cx="4646074" cy="406489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/>
            </a:lvl1pPr>
          </a:lstStyle>
          <a:p>
            <a:pPr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Insert content</a:t>
            </a:r>
          </a:p>
          <a:p>
            <a:pPr marL="742950" lvl="1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Second level</a:t>
            </a:r>
          </a:p>
          <a:p>
            <a:pPr marL="1200150" lvl="2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Third level</a:t>
            </a:r>
          </a:p>
          <a:p>
            <a:pPr marL="1657350" lvl="3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Fourth level</a:t>
            </a:r>
          </a:p>
          <a:p>
            <a:pPr marL="2114550" lvl="4" indent="-285750">
              <a:spcAft>
                <a:spcPts val="400"/>
              </a:spcAft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800" noProof="0"/>
              <a:t>Fifth level</a:t>
            </a:r>
          </a:p>
        </p:txBody>
      </p:sp>
      <p:pic>
        <p:nvPicPr>
          <p:cNvPr id="11" name="Afbeelding 8">
            <a:extLst>
              <a:ext uri="{FF2B5EF4-FFF2-40B4-BE49-F238E27FC236}">
                <a16:creationId xmlns:a16="http://schemas.microsoft.com/office/drawing/2014/main" id="{703DBEEC-2F94-4BCD-4BEA-FF09FD66A3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19"/>
          <a:stretch>
            <a:fillRect/>
          </a:stretch>
        </p:blipFill>
        <p:spPr>
          <a:xfrm>
            <a:off x="5303177" y="1362461"/>
            <a:ext cx="6888823" cy="408777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ACCCDA6-D112-8F55-87D5-3DF692E2050B}"/>
              </a:ext>
            </a:extLst>
          </p:cNvPr>
          <p:cNvSpPr/>
          <p:nvPr userDrawn="1"/>
        </p:nvSpPr>
        <p:spPr>
          <a:xfrm>
            <a:off x="6208433" y="1722391"/>
            <a:ext cx="5607509" cy="3186411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493FEB7C-8E61-FA00-099C-F503D859BBE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53199" y="1722392"/>
            <a:ext cx="5437813" cy="3186411"/>
          </a:xfrm>
          <a:prstGeom prst="rect">
            <a:avLst/>
          </a:prstGeom>
          <a:noFill/>
        </p:spPr>
        <p:txBody>
          <a:bodyPr bIns="144000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2D2D9729-0A78-BF6D-94D2-AF764BF89E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8320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p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A833F5-BEBF-E887-218E-C64EB3CAC2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/>
        </p:blipFill>
        <p:spPr>
          <a:xfrm>
            <a:off x="-73899" y="-42110"/>
            <a:ext cx="12339798" cy="6942221"/>
          </a:xfrm>
          <a:prstGeom prst="rect">
            <a:avLst/>
          </a:prstGeom>
        </p:spPr>
      </p:pic>
      <p:pic>
        <p:nvPicPr>
          <p:cNvPr id="3" name="Afbeelding 8">
            <a:extLst>
              <a:ext uri="{FF2B5EF4-FFF2-40B4-BE49-F238E27FC236}">
                <a16:creationId xmlns:a16="http://schemas.microsoft.com/office/drawing/2014/main" id="{E65ABCE5-6A14-2697-37F0-90C3A4450E6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91654" y="956795"/>
            <a:ext cx="9366846" cy="52180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CA5E4B1-2C63-5C78-8406-B1368420346D}"/>
              </a:ext>
            </a:extLst>
          </p:cNvPr>
          <p:cNvSpPr/>
          <p:nvPr userDrawn="1"/>
        </p:nvSpPr>
        <p:spPr>
          <a:xfrm>
            <a:off x="2586037" y="1418918"/>
            <a:ext cx="7158038" cy="4067484"/>
          </a:xfrm>
          <a:prstGeom prst="rect">
            <a:avLst/>
          </a:prstGeom>
          <a:solidFill>
            <a:srgbClr val="07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7DF238-816A-3FF9-BA93-850CC1C008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15597"/>
            <a:ext cx="9808679" cy="509071"/>
          </a:xfrm>
        </p:spPr>
        <p:txBody>
          <a:bodyPr>
            <a:noAutofit/>
          </a:bodyPr>
          <a:lstStyle>
            <a:lvl1pPr>
              <a:defRPr sz="2800"/>
            </a:lvl1pPr>
          </a:lstStyle>
          <a:p>
            <a:r>
              <a:rPr lang="en-US"/>
              <a:t>Insert title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5548488C-3D21-E658-11A0-D1BE70EC19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607303" y="1429551"/>
            <a:ext cx="7158038" cy="4067484"/>
          </a:xfrm>
          <a:prstGeom prst="rect">
            <a:avLst/>
          </a:prstGeom>
          <a:noFill/>
        </p:spPr>
        <p:txBody>
          <a:bodyPr bIns="1440000" anchor="ctr"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pPr marL="285750" lvl="0" indent="-285750" algn="ctr"/>
            <a:r>
              <a:rPr lang="en-US"/>
              <a:t>Click icon to add picture</a:t>
            </a:r>
            <a:endParaRPr lang="en-GB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B76E85D-4C17-25D5-4AB4-8444C8A5DC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6D98F43-3364-9E38-688E-D3CACC72006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3947" b="33947"/>
          <a:stretch>
            <a:fillRect/>
          </a:stretch>
        </p:blipFill>
        <p:spPr>
          <a:xfrm>
            <a:off x="212642" y="6165204"/>
            <a:ext cx="1892708" cy="518748"/>
          </a:xfrm>
          <a:prstGeom prst="rect">
            <a:avLst/>
          </a:prstGeom>
        </p:spPr>
      </p:pic>
      <p:sp>
        <p:nvSpPr>
          <p:cNvPr id="10" name="Tijdelijke aanduiding voor dianummer 5">
            <a:extLst>
              <a:ext uri="{FF2B5EF4-FFF2-40B4-BE49-F238E27FC236}">
                <a16:creationId xmlns:a16="http://schemas.microsoft.com/office/drawing/2014/main" id="{BD16CC26-82FF-8C42-E092-269BA5A93A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4572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/ statement - gradient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B1467B-9204-5F39-905A-5E8198E9F0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/>
        </p:blipFill>
        <p:spPr>
          <a:xfrm rot="10800000">
            <a:off x="0" y="0"/>
            <a:ext cx="12190096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6BF6C4-76DA-3AC6-9D51-1CC64ECD7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1845" y="1232551"/>
            <a:ext cx="7647674" cy="3003662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“Insert quote or statement”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0BAA7D-3412-1221-4A5D-E62B875C7E5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71713" y="4568412"/>
            <a:ext cx="6953250" cy="6524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sz="1200"/>
              <a:t>Insert reference</a:t>
            </a:r>
            <a:endParaRPr lang="en-GB" sz="120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DBBC45-BAB0-6193-2FBF-0D639C526C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© 2025 SD Worx. All rights reserved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FAE3628-484E-B003-8820-460433D192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27306" b="27306"/>
          <a:stretch>
            <a:fillRect/>
          </a:stretch>
        </p:blipFill>
        <p:spPr>
          <a:xfrm>
            <a:off x="212642" y="6057901"/>
            <a:ext cx="1892708" cy="733354"/>
          </a:xfrm>
          <a:prstGeom prst="rect">
            <a:avLst/>
          </a:prstGeom>
        </p:spPr>
      </p:pic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6CC405B5-47C1-D1BC-7412-93E2B35CC6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accent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5780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/ statement - gradient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8E9D7B-F8CD-ED47-8B8A-151AD16318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" r="12"/>
          <a:stretch/>
        </p:blipFill>
        <p:spPr>
          <a:xfrm>
            <a:off x="0" y="0"/>
            <a:ext cx="1218901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6BF6C4-76DA-3AC6-9D51-1CC64ECD7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1845" y="1232551"/>
            <a:ext cx="7647674" cy="3003662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“Insert quote or statement”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0BAA7D-3412-1221-4A5D-E62B875C7E5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71713" y="4568412"/>
            <a:ext cx="6953250" cy="6524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Insert reference</a:t>
            </a:r>
            <a:endParaRPr lang="en-GB" sz="120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DBBC45-BAB0-6193-2FBF-0D639C526C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© 2025 SD Worx. All rights reserved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7328B33-E94D-8EE2-3E40-8A4105CE5A1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0843" b="30843"/>
          <a:stretch>
            <a:fillRect/>
          </a:stretch>
        </p:blipFill>
        <p:spPr>
          <a:xfrm>
            <a:off x="212642" y="6115051"/>
            <a:ext cx="1892708" cy="619054"/>
          </a:xfrm>
          <a:prstGeom prst="rect">
            <a:avLst/>
          </a:prstGeom>
        </p:spPr>
      </p:pic>
      <p:sp>
        <p:nvSpPr>
          <p:cNvPr id="7" name="Tijdelijke aanduiding voor dianummer 5">
            <a:extLst>
              <a:ext uri="{FF2B5EF4-FFF2-40B4-BE49-F238E27FC236}">
                <a16:creationId xmlns:a16="http://schemas.microsoft.com/office/drawing/2014/main" id="{62617ABB-143A-4379-D2A9-50CAD0CD22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7615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/ statement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B1467B-9204-5F39-905A-5E8198E9F0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3" r="13" b="79819"/>
          <a:stretch/>
        </p:blipFill>
        <p:spPr>
          <a:xfrm>
            <a:off x="0" y="0"/>
            <a:ext cx="12188826" cy="1384042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FEFF2AE4-3798-2105-1E72-5D61EBAEE9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1845" y="1723204"/>
            <a:ext cx="7647674" cy="3003662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“Insert quote or statement”</a:t>
            </a:r>
            <a:endParaRPr lang="en-GB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6250A740-8A39-9BC6-0F9B-C5FA5C3104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71713" y="5066028"/>
            <a:ext cx="6953250" cy="6524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Insert reference</a:t>
            </a:r>
            <a:endParaRPr lang="en-GB" sz="120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974230D-02F5-E5BC-5643-F439A82D0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© 2025 SD Worx. All rights reserved</a:t>
            </a:r>
          </a:p>
        </p:txBody>
      </p:sp>
      <p:sp>
        <p:nvSpPr>
          <p:cNvPr id="2" name="Tijdelijke aanduiding voor dianummer 5">
            <a:extLst>
              <a:ext uri="{FF2B5EF4-FFF2-40B4-BE49-F238E27FC236}">
                <a16:creationId xmlns:a16="http://schemas.microsoft.com/office/drawing/2014/main" id="{417CE8C4-5B05-FD06-95D5-42F596F28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409296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option - picture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42DE79D-DF6B-0FCA-4FCC-36AF89AA88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87" y="0"/>
            <a:ext cx="12190413" cy="685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6BF6C4-76DA-3AC6-9D51-1CC64ECD7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1103847"/>
            <a:ext cx="5244782" cy="3003662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“Insert quote or statement”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911B6A-840F-B86A-B379-0B96C1DE2D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8" y="4504060"/>
            <a:ext cx="5244782" cy="6524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sz="1200"/>
              <a:t>Insert reference</a:t>
            </a:r>
            <a:endParaRPr lang="en-GB" sz="1200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B5C1F438-1CC0-3F3E-ADB6-B377600C63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BF504231-2373-0FFE-B0DD-828F75C994E8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>
          <a:xfrm>
            <a:off x="501181" y="6219840"/>
            <a:ext cx="1299600" cy="411638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b"/>
          <a:lstStyle>
            <a:lvl1pPr marL="0" indent="0" algn="l">
              <a:buNone/>
              <a:defRPr sz="800">
                <a:solidFill>
                  <a:schemeClr val="bg1">
                    <a:alpha val="0"/>
                  </a:schemeClr>
                </a:solidFill>
              </a:defRPr>
            </a:lvl1pPr>
            <a:lvl2pPr marL="457200" indent="0" algn="l">
              <a:buFont typeface="Arial" panose="020B0604020202020204" pitchFamily="34" charset="0"/>
              <a:buNone/>
              <a:defRPr/>
            </a:lvl2pPr>
            <a:lvl3pPr marL="914400" indent="0" algn="l">
              <a:buFont typeface="Arial" panose="020B0604020202020204" pitchFamily="34" charset="0"/>
              <a:buNone/>
              <a:defRPr/>
            </a:lvl3pPr>
            <a:lvl4pPr marL="1371600" indent="0" algn="l">
              <a:buFont typeface="Arial" panose="020B0604020202020204" pitchFamily="34" charset="0"/>
              <a:buNone/>
              <a:defRPr/>
            </a:lvl4pPr>
            <a:lvl5pPr marL="1828800" indent="0" algn="l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.</a:t>
            </a:r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8CB39F-CA0D-F279-0224-2DB4207C5D8B}"/>
              </a:ext>
            </a:extLst>
          </p:cNvPr>
          <p:cNvSpPr txBox="1"/>
          <p:nvPr userDrawn="1"/>
        </p:nvSpPr>
        <p:spPr>
          <a:xfrm>
            <a:off x="-2272553" y="5156523"/>
            <a:ext cx="1849219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If your logo is not visible, right-click on the image and do ‘Arrange. – Send to back’.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55C7B4-B1EF-D02E-AF63-9A7BC6DFD6F7}"/>
              </a:ext>
            </a:extLst>
          </p:cNvPr>
          <p:cNvSpPr txBox="1"/>
          <p:nvPr userDrawn="1"/>
        </p:nvSpPr>
        <p:spPr>
          <a:xfrm>
            <a:off x="-2272553" y="1103847"/>
            <a:ext cx="1849219" cy="181588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You can adapt the text to a dark blue colour or white depending on the </a:t>
            </a:r>
            <a:r>
              <a:rPr lang="en-GB" sz="1600" noProof="0" err="1"/>
              <a:t>color</a:t>
            </a:r>
            <a:r>
              <a:rPr lang="en-GB" sz="1600" noProof="0"/>
              <a:t> scheme of your picture.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34CF022-36D4-003F-E207-E83D017286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20567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option - picture op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42DE79D-DF6B-0FCA-4FCC-36AF89AA88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87" y="0"/>
            <a:ext cx="12190413" cy="685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  <a:endParaRPr lang="en-Z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6BF6C4-76DA-3AC6-9D51-1CC64ECD7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8" y="685800"/>
            <a:ext cx="3410603" cy="3805517"/>
          </a:xfrm>
        </p:spPr>
        <p:txBody>
          <a:bodyPr anchor="b">
            <a:noAutofit/>
          </a:bodyPr>
          <a:lstStyle>
            <a:lvl1pPr>
              <a:defRPr sz="3600">
                <a:solidFill>
                  <a:schemeClr val="bg1"/>
                </a:solidFill>
                <a:effectLst>
                  <a:outerShdw blurRad="1206692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/>
              <a:t>“Insert quote or statement”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911B6A-840F-B86A-B379-0B96C1DE2D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8" y="4885124"/>
            <a:ext cx="3410603" cy="6524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  <a:effectLst>
                  <a:outerShdw blurRad="1206692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sz="1200"/>
              <a:t>Insert reference</a:t>
            </a:r>
            <a:endParaRPr lang="en-GB" sz="1200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B5C1F438-1CC0-3F3E-ADB6-B377600C63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nl-NL"/>
              <a:t>© 2025 SD Worx. All rights reserved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BF504231-2373-0FFE-B0DD-828F75C994E8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>
          <a:xfrm>
            <a:off x="501181" y="6219840"/>
            <a:ext cx="1299600" cy="411638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b"/>
          <a:lstStyle>
            <a:lvl1pPr marL="0" indent="0" algn="l">
              <a:buNone/>
              <a:defRPr sz="800">
                <a:solidFill>
                  <a:schemeClr val="bg1">
                    <a:alpha val="0"/>
                  </a:schemeClr>
                </a:solidFill>
              </a:defRPr>
            </a:lvl1pPr>
            <a:lvl2pPr marL="457200" indent="0" algn="l">
              <a:buFont typeface="Arial" panose="020B0604020202020204" pitchFamily="34" charset="0"/>
              <a:buNone/>
              <a:defRPr/>
            </a:lvl2pPr>
            <a:lvl3pPr marL="914400" indent="0" algn="l">
              <a:buFont typeface="Arial" panose="020B0604020202020204" pitchFamily="34" charset="0"/>
              <a:buNone/>
              <a:defRPr/>
            </a:lvl3pPr>
            <a:lvl4pPr marL="1371600" indent="0" algn="l">
              <a:buFont typeface="Arial" panose="020B0604020202020204" pitchFamily="34" charset="0"/>
              <a:buNone/>
              <a:defRPr/>
            </a:lvl4pPr>
            <a:lvl5pPr marL="1828800" indent="0" algn="l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.</a:t>
            </a:r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8CB39F-CA0D-F279-0224-2DB4207C5D8B}"/>
              </a:ext>
            </a:extLst>
          </p:cNvPr>
          <p:cNvSpPr txBox="1"/>
          <p:nvPr userDrawn="1"/>
        </p:nvSpPr>
        <p:spPr>
          <a:xfrm>
            <a:off x="-2272553" y="1485899"/>
            <a:ext cx="1849219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GB" sz="1600" b="1" noProof="0">
                <a:solidFill>
                  <a:schemeClr val="accent5"/>
                </a:solidFill>
              </a:rPr>
              <a:t>TIP</a:t>
            </a:r>
          </a:p>
          <a:p>
            <a:pPr algn="r"/>
            <a:r>
              <a:rPr lang="en-GB" sz="1600" noProof="0"/>
              <a:t>If your logo is not visible, right-click on the image and do ‘Arrange. – Send to back’.</a:t>
            </a:r>
          </a:p>
        </p:txBody>
      </p:sp>
      <p:sp>
        <p:nvSpPr>
          <p:cNvPr id="4" name="Tijdelijke aanduiding voor dianummer 5">
            <a:extLst>
              <a:ext uri="{FF2B5EF4-FFF2-40B4-BE49-F238E27FC236}">
                <a16:creationId xmlns:a16="http://schemas.microsoft.com/office/drawing/2014/main" id="{FAF18C54-3627-A173-61AE-DDEE1B1892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88007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482B0AA0-1312-510F-8F3A-ED13F580C8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398311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nl-NL"/>
              <a:t>© 2025 SD </a:t>
            </a:r>
            <a:r>
              <a:rPr lang="nl-NL" err="1"/>
              <a:t>Worx</a:t>
            </a:r>
            <a:r>
              <a:rPr lang="nl-NL"/>
              <a:t>. </a:t>
            </a:r>
            <a:r>
              <a:rPr lang="nl-NL" err="1"/>
              <a:t>All</a:t>
            </a:r>
            <a:r>
              <a:rPr lang="nl-NL"/>
              <a:t> </a:t>
            </a:r>
            <a:r>
              <a:rPr lang="nl-NL" err="1"/>
              <a:t>rights</a:t>
            </a:r>
            <a:r>
              <a:rPr lang="nl-NL"/>
              <a:t> </a:t>
            </a:r>
            <a:r>
              <a:rPr lang="nl-NL" err="1"/>
              <a:t>reserved</a:t>
            </a:r>
            <a:endParaRPr lang="nl-NL"/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A23E9DF2-0BD3-04FB-3124-7876815C4C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9469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-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75C133-C930-2A07-4D69-E47861C52F0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2" t="597" r="609" b="1"/>
          <a:stretch>
            <a:fillRect/>
          </a:stretch>
        </p:blipFill>
        <p:spPr>
          <a:xfrm>
            <a:off x="745" y="0"/>
            <a:ext cx="12339453" cy="6858418"/>
          </a:xfrm>
          <a:prstGeom prst="rect">
            <a:avLst/>
          </a:prstGeom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CE24C48-CA41-3E9A-4734-1BDCFBF6257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813" t="-25108" r="-2934" b="-25228"/>
          <a:stretch/>
        </p:blipFill>
        <p:spPr>
          <a:xfrm>
            <a:off x="476796" y="218998"/>
            <a:ext cx="1627211" cy="730930"/>
          </a:xfrm>
          <a:prstGeom prst="rect">
            <a:avLst/>
          </a:prstGeom>
        </p:spPr>
      </p:pic>
      <p:sp>
        <p:nvSpPr>
          <p:cNvPr id="5" name="Title 7">
            <a:extLst>
              <a:ext uri="{FF2B5EF4-FFF2-40B4-BE49-F238E27FC236}">
                <a16:creationId xmlns:a16="http://schemas.microsoft.com/office/drawing/2014/main" id="{1E7D19DE-66BA-BEE9-4EA3-265DE12F00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1714500"/>
            <a:ext cx="6227763" cy="2462871"/>
          </a:xfrm>
        </p:spPr>
        <p:txBody>
          <a:bodyPr anchor="b">
            <a:noAutofit/>
          </a:bodyPr>
          <a:lstStyle>
            <a:lvl1pPr>
              <a:defRPr sz="7300">
                <a:solidFill>
                  <a:schemeClr val="accent1"/>
                </a:solidFill>
              </a:defRPr>
            </a:lvl1pPr>
          </a:lstStyle>
          <a:p>
            <a:r>
              <a:rPr lang="en-US"/>
              <a:t>Add thank you</a:t>
            </a:r>
            <a:endParaRPr lang="en-GB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673380FF-3A69-63DB-3727-8BF74306F0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5401733"/>
            <a:ext cx="4056062" cy="102011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/>
            </a:lvl1pPr>
          </a:lstStyle>
          <a:p>
            <a:pPr lvl="0"/>
            <a:r>
              <a:rPr lang="en-US"/>
              <a:t>Insert name and contact information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E5C3C19-10BD-7EBB-6538-092705292B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7" y="4391997"/>
            <a:ext cx="4572001" cy="53147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1900">
                <a:solidFill>
                  <a:schemeClr val="accent1"/>
                </a:solidFill>
              </a:defRPr>
            </a:lvl1pPr>
          </a:lstStyle>
          <a:p>
            <a:pPr lvl="0"/>
            <a:r>
              <a:rPr lang="nl-NL"/>
              <a:t>For more information </a:t>
            </a:r>
            <a:r>
              <a:rPr lang="nl-NL" err="1"/>
              <a:t>visit</a:t>
            </a:r>
            <a:r>
              <a:rPr lang="nl-NL"/>
              <a:t> </a:t>
            </a:r>
            <a:r>
              <a:rPr lang="nl-NL" err="1"/>
              <a:t>sdworx.com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59677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- option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95C2CB-1C0C-30E5-82CF-C4F98102A7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" r="17"/>
          <a:stretch/>
        </p:blipFill>
        <p:spPr>
          <a:xfrm>
            <a:off x="-1" y="-535"/>
            <a:ext cx="12265899" cy="6900646"/>
          </a:xfrm>
          <a:prstGeom prst="rect">
            <a:avLst/>
          </a:prstGeom>
        </p:spPr>
      </p:pic>
      <p:sp>
        <p:nvSpPr>
          <p:cNvPr id="2" name="Title 7">
            <a:extLst>
              <a:ext uri="{FF2B5EF4-FFF2-40B4-BE49-F238E27FC236}">
                <a16:creationId xmlns:a16="http://schemas.microsoft.com/office/drawing/2014/main" id="{9546287C-C0A3-C3B7-FAA9-26EEF9E0AA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7" y="1714500"/>
            <a:ext cx="6227763" cy="2462871"/>
          </a:xfrm>
        </p:spPr>
        <p:txBody>
          <a:bodyPr anchor="b">
            <a:noAutofit/>
          </a:bodyPr>
          <a:lstStyle>
            <a:lvl1pPr>
              <a:defRPr sz="7300">
                <a:solidFill>
                  <a:schemeClr val="bg1"/>
                </a:solidFill>
              </a:defRPr>
            </a:lvl1pPr>
          </a:lstStyle>
          <a:p>
            <a:r>
              <a:rPr lang="en-US"/>
              <a:t>Add thank you</a:t>
            </a:r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612C4B-5CA4-D2DD-0B2B-8E027ABE822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1573" t="-40390" r="-9425" b="-31769"/>
          <a:stretch/>
        </p:blipFill>
        <p:spPr>
          <a:xfrm>
            <a:off x="312404" y="122549"/>
            <a:ext cx="1930725" cy="867266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7E335B0E-BAB4-FCCC-A658-3D30C1A6CE0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5401733"/>
            <a:ext cx="4572000" cy="102011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name and contact information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648EC46-1F4F-439E-9B50-E096FC05DB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937" y="4391997"/>
            <a:ext cx="4572001" cy="53147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19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For more information </a:t>
            </a:r>
            <a:r>
              <a:rPr lang="nl-NL" err="1"/>
              <a:t>visit</a:t>
            </a:r>
            <a:r>
              <a:rPr lang="nl-NL"/>
              <a:t> </a:t>
            </a:r>
            <a:r>
              <a:rPr lang="nl-NL" err="1"/>
              <a:t>sdworx.com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444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theme" Target="../theme/theme1.xml"/><Relationship Id="rId48" Type="http://schemas.openxmlformats.org/officeDocument/2006/relationships/image" Target="../media/image1.png"/><Relationship Id="rId49" Type="http://schemas.openxmlformats.org/officeDocument/2006/relationships/image" Target="../media/image2.png"/><Relationship Id="rId50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83F929-4A6F-660F-512E-85E5F325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39" y="255358"/>
            <a:ext cx="9932426" cy="50907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Slide heading goes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2FB5AA-93D4-C9AE-95E2-73E21FB80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7" y="1312784"/>
            <a:ext cx="11304586" cy="46766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Click to edit Master text styles</a:t>
            </a:r>
          </a:p>
          <a:p>
            <a:pPr lvl="1"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Second level</a:t>
            </a:r>
          </a:p>
          <a:p>
            <a:pPr lvl="2"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Third level</a:t>
            </a:r>
          </a:p>
          <a:p>
            <a:pPr lvl="3"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Fourth level</a:t>
            </a:r>
          </a:p>
          <a:p>
            <a:pPr lvl="4">
              <a:spcAft>
                <a:spcPts val="400"/>
              </a:spcAft>
              <a:buClr>
                <a:schemeClr val="accent2"/>
              </a:buClr>
            </a:pPr>
            <a:r>
              <a:rPr lang="en-US" sz="1800" noProof="0"/>
              <a:t>Fifth level</a:t>
            </a:r>
          </a:p>
        </p:txBody>
      </p:sp>
      <p:pic>
        <p:nvPicPr>
          <p:cNvPr id="11" name="Picture 10" descr="A red rectangle on a black background&#10;&#10;Description automatically generated">
            <a:extLst>
              <a:ext uri="{FF2B5EF4-FFF2-40B4-BE49-F238E27FC236}">
                <a16:creationId xmlns:a16="http://schemas.microsoft.com/office/drawing/2014/main" id="{6A3D288C-A855-9030-F579-230FE8E80053}"/>
              </a:ext>
            </a:extLst>
          </p:cNvPr>
          <p:cNvPicPr>
            <a:picLocks noChangeAspect="1"/>
          </p:cNvPicPr>
          <p:nvPr userDrawn="1"/>
        </p:nvPicPr>
        <p:blipFill>
          <a:blip r:embed="rId4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395"/>
          <a:stretch>
            <a:fillRect/>
          </a:stretch>
        </p:blipFill>
        <p:spPr>
          <a:xfrm>
            <a:off x="11407806" y="6157412"/>
            <a:ext cx="784194" cy="700588"/>
          </a:xfrm>
          <a:prstGeom prst="rect">
            <a:avLst/>
          </a:prstGeom>
        </p:spPr>
      </p:pic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11D8D4A8-BF4F-4151-E649-7943F63E98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31076" y="6406032"/>
            <a:ext cx="4114800" cy="165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© 2025 SD Worx. All rights reserved</a:t>
            </a:r>
          </a:p>
        </p:txBody>
      </p:sp>
      <p:sp>
        <p:nvSpPr>
          <p:cNvPr id="13" name="Tijdelijke aanduiding voor dianummer 5">
            <a:extLst>
              <a:ext uri="{FF2B5EF4-FFF2-40B4-BE49-F238E27FC236}">
                <a16:creationId xmlns:a16="http://schemas.microsoft.com/office/drawing/2014/main" id="{E85DCD72-253B-B090-0119-CF7F02D0A7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71455" y="6406032"/>
            <a:ext cx="327600" cy="1656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lnSpc>
                <a:spcPct val="100000"/>
              </a:lnSpc>
              <a:spcAft>
                <a:spcPts val="200"/>
              </a:spcAft>
              <a:defRPr sz="1000">
                <a:solidFill>
                  <a:schemeClr val="bg1"/>
                </a:solidFill>
              </a:defRPr>
            </a:lvl1pPr>
          </a:lstStyle>
          <a:p>
            <a:fld id="{2A822E7D-AB3F-CE4C-A4E4-1205965AF175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F5B9D2F-B19B-606F-4136-5C78ABE2931B}"/>
              </a:ext>
            </a:extLst>
          </p:cNvPr>
          <p:cNvPicPr>
            <a:picLocks noChangeAspect="1"/>
          </p:cNvPicPr>
          <p:nvPr userDrawn="1"/>
        </p:nvPicPr>
        <p:blipFill>
          <a:blip r:embed="rId49"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212642" y="5616714"/>
            <a:ext cx="1892709" cy="161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45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91" r:id="rId2"/>
    <p:sldLayoutId id="2147483803" r:id="rId3"/>
    <p:sldLayoutId id="2147483757" r:id="rId4"/>
    <p:sldLayoutId id="2147483718" r:id="rId5"/>
    <p:sldLayoutId id="2147483715" r:id="rId6"/>
    <p:sldLayoutId id="2147483716" r:id="rId7"/>
    <p:sldLayoutId id="2147483774" r:id="rId8"/>
    <p:sldLayoutId id="2147483805" r:id="rId9"/>
    <p:sldLayoutId id="2147483719" r:id="rId10"/>
    <p:sldLayoutId id="2147483678" r:id="rId11"/>
    <p:sldLayoutId id="2147483680" r:id="rId12"/>
    <p:sldLayoutId id="2147483720" r:id="rId13"/>
    <p:sldLayoutId id="2147483722" r:id="rId14"/>
    <p:sldLayoutId id="2147483723" r:id="rId15"/>
    <p:sldLayoutId id="2147483727" r:id="rId16"/>
    <p:sldLayoutId id="2147483790" r:id="rId17"/>
    <p:sldLayoutId id="2147483797" r:id="rId18"/>
    <p:sldLayoutId id="2147483794" r:id="rId19"/>
    <p:sldLayoutId id="2147483728" r:id="rId20"/>
    <p:sldLayoutId id="2147483792" r:id="rId21"/>
    <p:sldLayoutId id="2147483793" r:id="rId22"/>
    <p:sldLayoutId id="2147483796" r:id="rId23"/>
    <p:sldLayoutId id="2147483733" r:id="rId24"/>
    <p:sldLayoutId id="2147483807" r:id="rId25"/>
    <p:sldLayoutId id="2147483799" r:id="rId26"/>
    <p:sldLayoutId id="2147483738" r:id="rId27"/>
    <p:sldLayoutId id="2147483795" r:id="rId28"/>
    <p:sldLayoutId id="2147483800" r:id="rId29"/>
    <p:sldLayoutId id="2147483802" r:id="rId30"/>
    <p:sldLayoutId id="2147483801" r:id="rId31"/>
    <p:sldLayoutId id="2147483753" r:id="rId32"/>
    <p:sldLayoutId id="2147483754" r:id="rId33"/>
    <p:sldLayoutId id="2147483808" r:id="rId34"/>
    <p:sldLayoutId id="2147483752" r:id="rId35"/>
    <p:sldLayoutId id="2147483755" r:id="rId36"/>
    <p:sldLayoutId id="2147483806" r:id="rId37"/>
    <p:sldLayoutId id="2147483762" r:id="rId38"/>
    <p:sldLayoutId id="2147483724" r:id="rId39"/>
    <p:sldLayoutId id="2147483804" r:id="rId40"/>
    <p:sldLayoutId id="2147483725" r:id="rId41"/>
    <p:sldLayoutId id="2147483726" r:id="rId42"/>
    <p:sldLayoutId id="2147483798" r:id="rId43"/>
    <p:sldLayoutId id="2147483741" r:id="rId44"/>
    <p:sldLayoutId id="2147483746" r:id="rId45"/>
    <p:sldLayoutId id="2147483745" r:id="rId4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100000"/>
        </a:lnSpc>
        <a:spcBef>
          <a:spcPts val="400"/>
        </a:spcBef>
        <a:buNone/>
        <a:defRPr sz="2800" b="0" i="0" kern="1200">
          <a:solidFill>
            <a:schemeClr val="tx1"/>
          </a:solidFill>
          <a:latin typeface="+mj-lt"/>
          <a:ea typeface="+mj-ea"/>
          <a:cs typeface="Poppins SemiBold" panose="00000700000000000000" pitchFamily="50" charset="0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4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 defTabSz="914400" rtl="0" eaLnBrk="1" latinLnBrk="0" hangingPunct="1">
        <a:lnSpc>
          <a:spcPct val="90000"/>
        </a:lnSpc>
        <a:spcBef>
          <a:spcPts val="50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rgbClr val="063B3A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rgbClr val="063B3A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spcAft>
          <a:spcPts val="400"/>
        </a:spcAft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rgbClr val="063B3A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44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 Vertical Approach</a:t>
            </a:r>
          </a:p>
          <a:p>
            <a:r>
              <a:t>in SaaS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 Strategic Guide to Building Industry-Specific Software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What every founder, product leader, and GTM team needs to know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What we will cover today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/>
            </a:pPr>
            <a:r>
              <a:t>1	What is Vertical SaaS?</a:t>
            </a:r>
          </a:p>
          <a:p>
            <a:pPr>
              <a:spcAft>
                <a:spcPts val="600"/>
              </a:spcAft>
              <a:defRPr sz="1600"/>
            </a:pPr>
            <a:r>
              <a:t>2	Why Go Vertical? Strategic Advantages</a:t>
            </a:r>
          </a:p>
          <a:p>
            <a:pPr>
              <a:spcAft>
                <a:spcPts val="600"/>
              </a:spcAft>
              <a:defRPr sz="1600"/>
            </a:pPr>
            <a:r>
              <a:t>3	Choosing the Right Vertical</a:t>
            </a:r>
          </a:p>
          <a:p>
            <a:pPr>
              <a:spcAft>
                <a:spcPts val="600"/>
              </a:spcAft>
              <a:defRPr sz="1600"/>
            </a:pPr>
            <a:r>
              <a:t>4	Product Strategy: Building for the Vertical</a:t>
            </a:r>
          </a:p>
          <a:p>
            <a:pPr>
              <a:spcAft>
                <a:spcPts val="600"/>
              </a:spcAft>
              <a:defRPr sz="1600"/>
            </a:pPr>
            <a:r>
              <a:t>5	Go-to-Market Playbook</a:t>
            </a:r>
          </a:p>
          <a:p>
            <a:pPr>
              <a:spcAft>
                <a:spcPts val="600"/>
              </a:spcAft>
              <a:defRPr sz="1600"/>
            </a:pPr>
            <a:r>
              <a:t>6	Key Metrics &amp; Benchmarks</a:t>
            </a:r>
          </a:p>
          <a:p>
            <a:pPr>
              <a:spcAft>
                <a:spcPts val="600"/>
              </a:spcAft>
              <a:defRPr sz="1600"/>
            </a:pPr>
            <a:r>
              <a:t>7	Common Pitfalls to Avoid</a:t>
            </a:r>
          </a:p>
          <a:p>
            <a:pPr>
              <a:spcAft>
                <a:spcPts val="600"/>
              </a:spcAft>
              <a:defRPr sz="1600"/>
            </a:pPr>
            <a:r>
              <a:t>8	Scaling &amp; Expansion Framework</a:t>
            </a:r>
          </a:p>
          <a:p>
            <a:pPr>
              <a:spcAft>
                <a:spcPts val="600"/>
              </a:spcAft>
              <a:defRPr sz="1600"/>
            </a:pPr>
            <a:r>
              <a:t>9	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What Is a Vertical</a:t>
            </a:r>
          </a:p>
          <a:p>
            <a:r>
              <a:t>SaaS Approach?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Understanding the model and how it differs from horizontal SaaS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Vertical vs. Horizontal SaaS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Two fundamentally different approaches to building software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Vertical SaaS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 b="1"/>
              <a:t>Horizontal SaaS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/>
            </a:pPr>
            <a:r>
              <a:t>Software built for ONE specific industry or niche</a:t>
            </a:r>
          </a:p>
          <a:p>
            <a:pPr>
              <a:spcAft>
                <a:spcPts val="600"/>
              </a:spcAft>
              <a:defRPr sz="1300"/>
            </a:pPr>
            <a:r>
              <a:t>Deeply tailored workflows, compliance &amp; terminology</a:t>
            </a:r>
          </a:p>
          <a:p>
            <a:pPr>
              <a:spcAft>
                <a:spcPts val="600"/>
              </a:spcAft>
              <a:defRPr sz="1300"/>
            </a:pPr>
            <a:r>
              <a:t>End-to-end solution replacing horizontal point tools</a:t>
            </a:r>
          </a:p>
          <a:p>
            <a:pPr>
              <a:spcAft>
                <a:spcPts val="600"/>
              </a:spcAft>
              <a:defRPr sz="1300"/>
            </a:pPr>
            <a:r>
              <a:t>Examples: Veeva (pharma), Procore (construction), Toast (restaurants)</a:t>
            </a:r>
          </a:p>
          <a:p>
            <a:pPr>
              <a:spcAft>
                <a:spcPts val="600"/>
              </a:spcAft>
              <a:defRPr sz="1300"/>
            </a:pPr>
            <a:r>
              <a:t>Smaller TAM but higher win rate and stickiness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23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300"/>
            </a:pPr>
            <a:r>
              <a:t>Software built for any industry or use case</a:t>
            </a:r>
          </a:p>
          <a:p>
            <a:pPr>
              <a:spcAft>
                <a:spcPts val="600"/>
              </a:spcAft>
              <a:defRPr sz="1300"/>
            </a:pPr>
            <a:r>
              <a:t>Broad feature set, generic terminology and UX</a:t>
            </a:r>
          </a:p>
          <a:p>
            <a:pPr>
              <a:spcAft>
                <a:spcPts val="600"/>
              </a:spcAft>
              <a:defRPr sz="1300"/>
            </a:pPr>
            <a:r>
              <a:t>Point solution for a specific function (CRM, HR, etc.)</a:t>
            </a:r>
          </a:p>
          <a:p>
            <a:pPr>
              <a:spcAft>
                <a:spcPts val="600"/>
              </a:spcAft>
              <a:defRPr sz="1300"/>
            </a:pPr>
            <a:r>
              <a:t>Examples: Salesforce, HubSpot, Slack, Asana</a:t>
            </a:r>
          </a:p>
          <a:p>
            <a:pPr>
              <a:spcAft>
                <a:spcPts val="600"/>
              </a:spcAft>
              <a:defRPr sz="1300"/>
            </a:pPr>
            <a:r>
              <a:t>Larger TAM but more competition and lower retention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Why Go Vertical?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The strategic advantages of a vertical SaaS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Advantages of Vertical SaaS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Four key reasons why going vertical wins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Higher Win Rates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rPr b="1"/>
              <a:t>Efficient GTM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 b="1"/>
              <a:t>Stronger Retention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Prospects see you as the expert</a:t>
            </a:r>
          </a:p>
          <a:p>
            <a:pPr>
              <a:spcAft>
                <a:spcPts val="600"/>
              </a:spcAft>
              <a:defRPr sz="1100"/>
            </a:pPr>
            <a:r>
              <a:t>You speak their language and understand their pain</a:t>
            </a:r>
          </a:p>
          <a:p>
            <a:pPr>
              <a:spcAft>
                <a:spcPts val="600"/>
              </a:spcAft>
              <a:defRPr sz="1100"/>
            </a:pPr>
            <a:r>
              <a:t>Demo workflows they recognize immediately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Deep integration = high switching costs</a:t>
            </a:r>
          </a:p>
          <a:p>
            <a:pPr>
              <a:spcAft>
                <a:spcPts val="600"/>
              </a:spcAft>
              <a:defRPr sz="1100"/>
            </a:pPr>
            <a:r>
              <a:t>Vertical SaaS often sees 120-140%+ NRR</a:t>
            </a:r>
          </a:p>
          <a:p>
            <a:pPr>
              <a:spcAft>
                <a:spcPts val="600"/>
              </a:spcAft>
              <a:defRPr sz="1100"/>
            </a:pPr>
            <a:r>
              <a:t>Becomes system of record for the business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Concentrated buyer personas</a:t>
            </a:r>
          </a:p>
          <a:p>
            <a:pPr>
              <a:spcAft>
                <a:spcPts val="600"/>
              </a:spcAft>
              <a:defRPr sz="1100"/>
            </a:pPr>
            <a:r>
              <a:t>Focused conferences &amp; trade publications</a:t>
            </a:r>
          </a:p>
          <a:p>
            <a:pPr>
              <a:spcAft>
                <a:spcPts val="600"/>
              </a:spcAft>
              <a:defRPr sz="1100"/>
            </a:pPr>
            <a:r>
              <a:t>Word-of-mouth referrals spread fast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Industry-specific value justifies premium pricing</a:t>
            </a:r>
          </a:p>
          <a:p>
            <a:pPr>
              <a:spcAft>
                <a:spcPts val="600"/>
              </a:spcAft>
              <a:defRPr sz="1100"/>
            </a:pPr>
            <a:r>
              <a:t>Customers pay for outcomes, not features</a:t>
            </a:r>
          </a:p>
          <a:p>
            <a:pPr>
              <a:spcAft>
                <a:spcPts val="600"/>
              </a:spcAft>
              <a:defRPr sz="1100"/>
            </a:pPr>
            <a:r>
              <a:t>Ability to layer on fintech, data, services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 b="1"/>
              <a:t>Pricing Power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3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Choosing the</a:t>
            </a:r>
          </a:p>
          <a:p>
            <a:r>
              <a:t>Right Vertical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Selection criteria for identifying the best industry to target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Vertical Selection Criteria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Seven key factors to evaluate before committing to a vertical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Market Size &amp; Density — Is the TAM large enough? Are buyers concentrated or fragmented?</a:t>
            </a:r>
          </a:p>
          <a:p>
            <a:pPr>
              <a:spcAft>
                <a:spcPts val="600"/>
              </a:spcAft>
              <a:defRPr sz="1400"/>
            </a:pPr>
            <a:r>
              <a:t>Underserved by Tech — Are incumbents still using spreadsheets, paper, or legacy on-prem systems?</a:t>
            </a:r>
          </a:p>
          <a:p>
            <a:pPr>
              <a:spcAft>
                <a:spcPts val="600"/>
              </a:spcAft>
              <a:defRPr sz="1400"/>
            </a:pPr>
            <a:r>
              <a:t>Regulatory Complexity — Industries with compliance needs (HIPAA, SOX, FDA) create natural moats</a:t>
            </a:r>
          </a:p>
          <a:p>
            <a:pPr>
              <a:spcAft>
                <a:spcPts val="600"/>
              </a:spcAft>
              <a:defRPr sz="1400"/>
            </a:pPr>
            <a:r>
              <a:t>Willingness to Pay — Does the industry have healthy margins? Do they already budget for software?</a:t>
            </a:r>
          </a:p>
          <a:p>
            <a:pPr>
              <a:spcAft>
                <a:spcPts val="600"/>
              </a:spcAft>
              <a:defRPr sz="1400"/>
            </a:pPr>
            <a:r>
              <a:t>Domain Access — Do you have founder-market fit? Can you access early design partners?</a:t>
            </a:r>
          </a:p>
          <a:p>
            <a:pPr>
              <a:spcAft>
                <a:spcPts val="600"/>
              </a:spcAft>
              <a:defRPr sz="1400"/>
            </a:pPr>
            <a:r>
              <a:t>Workflow Standardization — Are core workflows consistent enough to build a scalable product?</a:t>
            </a:r>
          </a:p>
          <a:p>
            <a:pPr>
              <a:spcAft>
                <a:spcPts val="600"/>
              </a:spcAft>
              <a:defRPr sz="1400"/>
            </a:pPr>
            <a:r>
              <a:t>Expansion Potential — Can you layer on payments, financing, marketplace, or data products?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Product Strategy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Building for the vertical: domain modeling, workflows, and platform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Pillars of Vertical Product Strategy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How to build a product that dominates its vertical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Deep Domain Modeling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rPr b="1"/>
              <a:t>Platform &amp; Ecosystem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/>
        </p:txBody>
      </p:sp>
      <p:sp>
        <p:nvSpPr>
          <p:cNvPr id="9" name="Text Placeholder 8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 b="1"/>
              <a:t>Workflow-First Design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200"/>
            </a:pPr>
            <a:r>
              <a:t>Map the industry value chain end to end</a:t>
            </a:r>
          </a:p>
          <a:p>
            <a:pPr>
              <a:spcAft>
                <a:spcPts val="600"/>
              </a:spcAft>
              <a:defRPr sz="1200"/>
            </a:pPr>
            <a:r>
              <a:t>Build domain-specific data models &amp; objects</a:t>
            </a:r>
          </a:p>
          <a:p>
            <a:pPr>
              <a:spcAft>
                <a:spcPts val="600"/>
              </a:spcAft>
              <a:defRPr sz="1200"/>
            </a:pPr>
            <a:r>
              <a:t>Use industry terminology in UX</a:t>
            </a:r>
          </a:p>
          <a:p>
            <a:pPr>
              <a:spcAft>
                <a:spcPts val="600"/>
              </a:spcAft>
              <a:defRPr sz="1200"/>
            </a:pPr>
            <a:r>
              <a:t>Embed compliance rules into the product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29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200"/>
            </a:pPr>
            <a:r>
              <a:t>Shadow real users in their environment</a:t>
            </a:r>
          </a:p>
          <a:p>
            <a:pPr>
              <a:spcAft>
                <a:spcPts val="600"/>
              </a:spcAft>
              <a:defRPr sz="1200"/>
            </a:pPr>
            <a:r>
              <a:t>Digitize existing paper/manual processes</a:t>
            </a:r>
          </a:p>
          <a:p>
            <a:pPr>
              <a:spcAft>
                <a:spcPts val="600"/>
              </a:spcAft>
              <a:defRPr sz="1200"/>
            </a:pPr>
            <a:r>
              <a:t>Automate boring, error-prone steps</a:t>
            </a:r>
          </a:p>
          <a:p>
            <a:pPr>
              <a:spcAft>
                <a:spcPts val="600"/>
              </a:spcAft>
              <a:defRPr sz="1200"/>
            </a:pPr>
            <a:r>
              <a:t>Design for the least technical user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30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200"/>
            </a:pPr>
            <a:r>
              <a:t>Integrate with industry-specific ERPs</a:t>
            </a:r>
          </a:p>
          <a:p>
            <a:pPr>
              <a:spcAft>
                <a:spcPts val="600"/>
              </a:spcAft>
              <a:defRPr sz="1200"/>
            </a:pPr>
            <a:r>
              <a:t>Build APIs for partner integrations</a:t>
            </a:r>
          </a:p>
          <a:p>
            <a:pPr>
              <a:spcAft>
                <a:spcPts val="600"/>
              </a:spcAft>
              <a:defRPr sz="1200"/>
            </a:pPr>
            <a:r>
              <a:t>Create analytics &amp; benchmarking layer</a:t>
            </a:r>
          </a:p>
          <a:p>
            <a:pPr>
              <a:spcAft>
                <a:spcPts val="600"/>
              </a:spcAft>
              <a:defRPr sz="1200"/>
            </a:pPr>
            <a:r>
              <a:t>Plan for embedded fintech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Go-to-Market</a:t>
            </a:r>
          </a:p>
          <a:p>
            <a:r>
              <a:t>Playbook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Selling, expanding, and growing in a focused vertical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Vertical SaaS GTM Playbook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Four phases of a winning go-to-market motion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Land with a Wedge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rPr b="1"/>
              <a:t>Customer-Led Growth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 b="1"/>
              <a:t>Industry-Native Sales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Start with ONE critical pain point</a:t>
            </a:r>
          </a:p>
          <a:p>
            <a:pPr>
              <a:spcAft>
                <a:spcPts val="600"/>
              </a:spcAft>
              <a:defRPr sz="1100"/>
            </a:pPr>
            <a:r>
              <a:t>Win a single workflow before expanding</a:t>
            </a:r>
          </a:p>
          <a:p>
            <a:pPr>
              <a:spcAft>
                <a:spcPts val="600"/>
              </a:spcAft>
              <a:defRPr sz="1100"/>
            </a:pPr>
            <a:r>
              <a:t>Early adopters become evangelists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Hire reps from the industry</a:t>
            </a:r>
          </a:p>
          <a:p>
            <a:pPr>
              <a:spcAft>
                <a:spcPts val="600"/>
              </a:spcAft>
              <a:defRPr sz="1100"/>
            </a:pPr>
            <a:r>
              <a:t>Attend vertical trade shows</a:t>
            </a:r>
          </a:p>
          <a:p>
            <a:pPr>
              <a:spcAft>
                <a:spcPts val="600"/>
              </a:spcAft>
              <a:defRPr sz="1100"/>
            </a:pPr>
            <a:r>
              <a:t>Publish thought leadership in trade publications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Case studies &amp; ROI calculators</a:t>
            </a:r>
          </a:p>
          <a:p>
            <a:pPr>
              <a:spcAft>
                <a:spcPts val="600"/>
              </a:spcAft>
              <a:defRPr sz="1100"/>
            </a:pPr>
            <a:r>
              <a:t>Peer referrals in tight communities</a:t>
            </a:r>
          </a:p>
          <a:p>
            <a:pPr>
              <a:spcAft>
                <a:spcPts val="600"/>
              </a:spcAft>
              <a:defRPr sz="1100"/>
            </a:pPr>
            <a:r>
              <a:t>Reputation spreads fast — good and bad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Layer on modules, payments, data</a:t>
            </a:r>
          </a:p>
          <a:p>
            <a:pPr>
              <a:spcAft>
                <a:spcPts val="600"/>
              </a:spcAft>
              <a:defRPr sz="1100"/>
            </a:pPr>
            <a:r>
              <a:t>Professional services motion</a:t>
            </a:r>
          </a:p>
          <a:p>
            <a:pPr>
              <a:spcAft>
                <a:spcPts val="600"/>
              </a:spcAft>
              <a:defRPr sz="1100"/>
            </a:pPr>
            <a:r>
              <a:t>3-5x initial ACV over time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 b="1"/>
              <a:t>Expand Revenue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3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Key Metrics &amp;</a:t>
            </a:r>
          </a:p>
          <a:p>
            <a:r>
              <a:t>Benchmarks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What good looks like for vertical SaaS businesses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Vertical SaaS Benchmarks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Target metrics for a healthy vertical SaaS business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400"/>
            </a:pPr>
            <a:r>
              <a:t>Net Revenue Retention: 120-140%+ — Best-in-class verticals expand aggressively within accounts</a:t>
            </a:r>
          </a:p>
          <a:p>
            <a:pPr>
              <a:spcAft>
                <a:spcPts val="600"/>
              </a:spcAft>
              <a:defRPr sz="1400"/>
            </a:pPr>
            <a:r>
              <a:t>Gross Margin: 70-80%+ — Can be lower if services-heavy; aim for software-like margins over time</a:t>
            </a:r>
          </a:p>
          <a:p>
            <a:pPr>
              <a:spcAft>
                <a:spcPts val="600"/>
              </a:spcAft>
              <a:defRPr sz="1400"/>
            </a:pPr>
            <a:r>
              <a:t>CAC Payback: 12-18 months — Efficient GTM thanks to a concentrated buyer base</a:t>
            </a:r>
          </a:p>
          <a:p>
            <a:pPr>
              <a:spcAft>
                <a:spcPts val="600"/>
              </a:spcAft>
              <a:defRPr sz="1400"/>
            </a:pPr>
            <a:r>
              <a:t>Logo Retention: 90-95%+ — High switching costs and deep workflow integration keep churn low</a:t>
            </a:r>
          </a:p>
          <a:p>
            <a:pPr>
              <a:spcAft>
                <a:spcPts val="600"/>
              </a:spcAft>
              <a:defRPr sz="1400"/>
            </a:pPr>
            <a:r>
              <a:t>Market Penetration: 10-30% — Realistic ceiling within a single vertical segment before expanding</a:t>
            </a:r>
          </a:p>
          <a:p>
            <a:pPr>
              <a:spcAft>
                <a:spcPts val="600"/>
              </a:spcAft>
              <a:defRPr sz="1400"/>
            </a:pPr>
            <a:r>
              <a:t>ACV Expansion: 3-5x — Layer on modules, payments, data, and services to grow deal sizes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Common Pitfalls</a:t>
            </a:r>
          </a:p>
          <a:p>
            <a:r>
              <a:t>to Avoid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Mistakes that derail vertical SaaS companies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Six Common Pitfalls in Vertical SaaS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Learn from the mistakes of others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Strategic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 b="1"/>
              <a:t>Execution Pitfalls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200"/>
            </a:pPr>
            <a:r>
              <a:t>Going Too Broad Too Soon — Resist adjacent verticals before dominating your first one. Depth beats breadth early on.</a:t>
            </a:r>
          </a:p>
          <a:p>
            <a:pPr>
              <a:spcAft>
                <a:spcPts val="600"/>
              </a:spcAft>
              <a:defRPr sz="1200"/>
            </a:pPr>
            <a:r>
              <a:t>Underestimating Compliance — Regulatory requirements aren't optional. Bake HIPAA, PCI, SOC 2, and industry regs in from day one.</a:t>
            </a:r>
          </a:p>
          <a:p>
            <a:pPr>
              <a:spcAft>
                <a:spcPts val="600"/>
              </a:spcAft>
              <a:defRPr sz="1200"/>
            </a:pPr>
            <a:r>
              <a:t>Neglecting Data &amp; Analytics — Your aggregated data is a strategic asset. Benchmarking and insights can become a standalone revenue stream.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23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200"/>
            </a:pPr>
            <a:r>
              <a:t>Ignoring Services Revenue — Many verticals expect onboarding, training, and customization. Build a services motion — don't treat it as a distraction.</a:t>
            </a:r>
          </a:p>
          <a:p>
            <a:pPr>
              <a:spcAft>
                <a:spcPts val="600"/>
              </a:spcAft>
              <a:defRPr sz="1200"/>
            </a:pPr>
            <a:r>
              <a:t>Building for Power Users Only — Your ICP may include non-technical users. If the UX requires training, you'll lose deals.</a:t>
            </a:r>
          </a:p>
          <a:p>
            <a:pPr>
              <a:spcAft>
                <a:spcPts val="600"/>
              </a:spcAft>
              <a:defRPr sz="1200"/>
            </a:pPr>
            <a:r>
              <a:t>Over-Customizing Per Client — Custom work for one customer erodes margins. Build configurable, not custom. Say no to one-off requests.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Scaling &amp; Expansion</a:t>
            </a:r>
          </a:p>
          <a:p>
            <a:r>
              <a:t>Framework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From wedge product to industry platform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Four Phases of Vertical SaaS Growth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A roadmap from first customer to ecosystem dominance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Phase 1: Wedge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rPr b="1"/>
              <a:t>Phase 3: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rPr b="1"/>
              <a:t>Phase 2: Suite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9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Single killer workflow</a:t>
            </a:r>
          </a:p>
          <a:p>
            <a:pPr>
              <a:spcAft>
                <a:spcPts val="600"/>
              </a:spcAft>
              <a:defRPr sz="1100"/>
            </a:pPr>
            <a:r>
              <a:t>5-20 design partners</a:t>
            </a:r>
          </a:p>
          <a:p>
            <a:pPr>
              <a:spcAft>
                <a:spcPts val="600"/>
              </a:spcAft>
              <a:defRPr sz="1100"/>
            </a:pPr>
            <a:r>
              <a:t>Prove ROI in one use case</a:t>
            </a:r>
          </a:p>
          <a:p>
            <a:pPr>
              <a:spcAft>
                <a:spcPts val="600"/>
              </a:spcAft>
              <a:defRPr sz="1100"/>
            </a:pPr>
            <a:r>
              <a:t>Achieve product-market fit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Add adjacent workflows</a:t>
            </a:r>
          </a:p>
          <a:p>
            <a:pPr>
              <a:spcAft>
                <a:spcPts val="600"/>
              </a:spcAft>
              <a:defRPr sz="1100"/>
            </a:pPr>
            <a:r>
              <a:t>Become system of record</a:t>
            </a:r>
          </a:p>
          <a:p>
            <a:pPr>
              <a:spcAft>
                <a:spcPts val="600"/>
              </a:spcAft>
              <a:defRPr sz="1100"/>
            </a:pPr>
            <a:r>
              <a:t>Launch self-serve onboarding</a:t>
            </a:r>
          </a:p>
          <a:p>
            <a:pPr>
              <a:spcAft>
                <a:spcPts val="600"/>
              </a:spcAft>
              <a:defRPr sz="1100"/>
            </a:pPr>
            <a:r>
              <a:t>Hit $1-5M ARR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APIs &amp; integrations layer</a:t>
            </a:r>
          </a:p>
          <a:p>
            <a:pPr>
              <a:spcAft>
                <a:spcPts val="600"/>
              </a:spcAft>
              <a:defRPr sz="1100"/>
            </a:pPr>
            <a:r>
              <a:t>Embedded fintech</a:t>
            </a:r>
          </a:p>
          <a:p>
            <a:pPr>
              <a:spcAft>
                <a:spcPts val="600"/>
              </a:spcAft>
              <a:defRPr sz="1100"/>
            </a:pPr>
            <a:r>
              <a:t>Marketplace / app store</a:t>
            </a:r>
          </a:p>
          <a:p>
            <a:pPr>
              <a:spcAft>
                <a:spcPts val="600"/>
              </a:spcAft>
              <a:defRPr sz="1100"/>
            </a:pPr>
            <a:r>
              <a:t>Hit $10-30M ARR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31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100"/>
            </a:pPr>
            <a:r>
              <a:t>Data &amp; benchmarking products</a:t>
            </a:r>
          </a:p>
          <a:p>
            <a:pPr>
              <a:spcAft>
                <a:spcPts val="600"/>
              </a:spcAft>
              <a:defRPr sz="1100"/>
            </a:pPr>
            <a:r>
              <a:t>Adjacent vertical expansion</a:t>
            </a:r>
          </a:p>
          <a:p>
            <a:pPr>
              <a:spcAft>
                <a:spcPts val="600"/>
              </a:spcAft>
              <a:defRPr sz="1100"/>
            </a:pPr>
            <a:r>
              <a:t>M&amp;A bolt-ons</a:t>
            </a:r>
          </a:p>
          <a:p>
            <a:pPr>
              <a:spcAft>
                <a:spcPts val="600"/>
              </a:spcAft>
              <a:defRPr sz="1100"/>
            </a:pPr>
            <a:r>
              <a:t>Scale to $50M+ ARR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32" sz="quarter"/>
          </p:nvPr>
        </p:nvSpPr>
        <p:spPr/>
        <p:txBody>
          <a:bodyPr/>
          <a:lstStyle/>
          <a:p>
            <a:r>
              <a:rPr b="1"/>
              <a:t>Phase 4: Ecosystem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33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5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6" sz="quarter"/>
          </p:nvPr>
        </p:nvSpPr>
        <p:spPr/>
        <p:txBody>
          <a:bodyPr/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09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What to remember from this guide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Six principles for succeeding with a vertical SaaS approach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500"/>
            </a:pPr>
            <a:r>
              <a:t>Go deep before going wide — dominate one vertical before expanding to others</a:t>
            </a:r>
          </a:p>
          <a:p>
            <a:pPr>
              <a:spcAft>
                <a:spcPts val="600"/>
              </a:spcAft>
              <a:defRPr sz="1500"/>
            </a:pPr>
            <a:r>
              <a:t>Build with domain experts, not just engineers — hire from the industry you serve</a:t>
            </a:r>
          </a:p>
          <a:p>
            <a:pPr>
              <a:spcAft>
                <a:spcPts val="600"/>
              </a:spcAft>
              <a:defRPr sz="1500"/>
            </a:pPr>
            <a:r>
              <a:t>Compliance and workflows ARE the product — they are not afterthoughts or features</a:t>
            </a:r>
          </a:p>
          <a:p>
            <a:pPr>
              <a:spcAft>
                <a:spcPts val="600"/>
              </a:spcAft>
              <a:defRPr sz="1500"/>
            </a:pPr>
            <a:r>
              <a:t>Your GTM is your moat — industry relationships and reputation compound over time</a:t>
            </a:r>
          </a:p>
          <a:p>
            <a:pPr>
              <a:spcAft>
                <a:spcPts val="600"/>
              </a:spcAft>
              <a:defRPr sz="1500"/>
            </a:pPr>
            <a:r>
              <a:t>Layer revenue streams — software, payments, data products, and professional services</a:t>
            </a:r>
          </a:p>
          <a:p>
            <a:pPr>
              <a:spcAft>
                <a:spcPts val="600"/>
              </a:spcAft>
              <a:defRPr sz="1500"/>
            </a:pPr>
            <a:r>
              <a:t>Vertical SaaS commands premium valuations (10-20x+ ARR) thanks to stickiness and expansion potential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"The riches are in the niches.</a:t>
            </a:r>
          </a:p>
          <a:p>
            <a:r>
              <a:t>Vertical SaaS is the future of enterprise software."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Thank you — Questions?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eedcc26a-7131-49f4-a9eb-1c0521500c03"/>
</p:tagLst>
</file>

<file path=ppt/theme/theme1.xml><?xml version="1.0" encoding="utf-8"?>
<a:theme xmlns:a="http://schemas.openxmlformats.org/drawingml/2006/main" name="SD Worx template 2025">
  <a:themeElements>
    <a:clrScheme name="SD Worx">
      <a:dk1>
        <a:srgbClr val="303642"/>
      </a:dk1>
      <a:lt1>
        <a:sysClr val="window" lastClr="FFFFFF"/>
      </a:lt1>
      <a:dk2>
        <a:srgbClr val="303642"/>
      </a:dk2>
      <a:lt2>
        <a:srgbClr val="E4E6EC"/>
      </a:lt2>
      <a:accent1>
        <a:srgbClr val="303642"/>
      </a:accent1>
      <a:accent2>
        <a:srgbClr val="438AB5"/>
      </a:accent2>
      <a:accent3>
        <a:srgbClr val="75829B"/>
      </a:accent3>
      <a:accent4>
        <a:srgbClr val="E4E6EC"/>
      </a:accent4>
      <a:accent5>
        <a:srgbClr val="FF4E0F"/>
      </a:accent5>
      <a:accent6>
        <a:srgbClr val="7A0051"/>
      </a:accent6>
      <a:hlink>
        <a:srgbClr val="303642"/>
      </a:hlink>
      <a:folHlink>
        <a:srgbClr val="FF4E0F"/>
      </a:folHlink>
    </a:clrScheme>
    <a:fontScheme name="Custom 1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buClr>
            <a:schemeClr val="accent2"/>
          </a:buClr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Welcome to.pptx" id="{C8FD8950-6C29-42BF-84E0-A03D1CFA7193}" vid="{B85741BF-BAE3-41FA-87B2-B4467BCDD2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1D9276E785A7D4CB86C53AA4F838C14" ma:contentTypeVersion="6" ma:contentTypeDescription="Create a new document." ma:contentTypeScope="" ma:versionID="904071a4b1389e1fa429abb8122707f5">
  <xsd:schema xmlns:xsd="http://www.w3.org/2001/XMLSchema" xmlns:xs="http://www.w3.org/2001/XMLSchema" xmlns:p="http://schemas.microsoft.com/office/2006/metadata/properties" xmlns:ns2="1548e0b1-5c29-45a5-818f-9f42b4ac7fce" xmlns:ns3="8952cd36-deac-49d0-ba04-b502650a8fb0" targetNamespace="http://schemas.microsoft.com/office/2006/metadata/properties" ma:root="true" ma:fieldsID="90039e7e825527d37f2dbaed65e23aed" ns2:_="" ns3:_="">
    <xsd:import namespace="1548e0b1-5c29-45a5-818f-9f42b4ac7fce"/>
    <xsd:import namespace="8952cd36-deac-49d0-ba04-b502650a8fb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48e0b1-5c29-45a5-818f-9f42b4ac7fc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52cd36-deac-49d0-ba04-b502650a8fb0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2D48B67-EC76-4FD1-8D55-6B449B32977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E33E0B-97E4-483F-B82A-63BD10E8007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48e0b1-5c29-45a5-818f-9f42b4ac7fce"/>
    <ds:schemaRef ds:uri="8952cd36-deac-49d0-ba04-b502650a8fb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CC83552-2895-4FA0-B2A4-D4E0C18CC125}">
  <ds:schemaRefs>
    <ds:schemaRef ds:uri="http://www.w3.org/XML/1998/namespace"/>
    <ds:schemaRef ds:uri="http://purl.org/dc/terms/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8952cd36-deac-49d0-ba04-b502650a8fb0"/>
    <ds:schemaRef ds:uri="1548e0b1-5c29-45a5-818f-9f42b4ac7f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SD Worx_PowerPoint _Template 2025</Template>
  <TotalTime>23</TotalTime>
  <Words>653</Words>
  <Application>Microsoft Office PowerPoint</Application>
  <PresentationFormat>Widescreen</PresentationFormat>
  <Paragraphs>175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Roboto</vt:lpstr>
      <vt:lpstr>Arial</vt:lpstr>
      <vt:lpstr>Calibri</vt:lpstr>
      <vt:lpstr>SD Worx template 2025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Charts</vt:lpstr>
      <vt:lpstr>Table</vt:lpstr>
      <vt:lpstr>Example planning</vt:lpstr>
      <vt:lpstr>Adjustable map of Europe</vt:lpstr>
      <vt:lpstr>Icon library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Wesley Swildens</dc:creator>
  <cp:keywords/>
  <dc:description/>
  <cp:lastModifiedBy>Wesley Swildens</cp:lastModifiedBy>
  <cp:revision>1</cp:revision>
  <dcterms:created xsi:type="dcterms:W3CDTF">2026-02-16T14:37:39Z</dcterms:created>
  <dcterms:modified xsi:type="dcterms:W3CDTF">2026-04-01T11:57:26Z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e19d756-792e-42a1-bcad-4cb9051ddd2d_Enabled">
    <vt:lpwstr>true</vt:lpwstr>
  </property>
  <property fmtid="{D5CDD505-2E9C-101B-9397-08002B2CF9AE}" pid="3" name="MSIP_Label_8e19d756-792e-42a1-bcad-4cb9051ddd2d_SetDate">
    <vt:lpwstr>2024-10-31T20:28:03Z</vt:lpwstr>
  </property>
  <property fmtid="{D5CDD505-2E9C-101B-9397-08002B2CF9AE}" pid="4" name="MSIP_Label_8e19d756-792e-42a1-bcad-4cb9051ddd2d_Method">
    <vt:lpwstr>Standard</vt:lpwstr>
  </property>
  <property fmtid="{D5CDD505-2E9C-101B-9397-08002B2CF9AE}" pid="5" name="MSIP_Label_8e19d756-792e-42a1-bcad-4cb9051ddd2d_Name">
    <vt:lpwstr>Confidential</vt:lpwstr>
  </property>
  <property fmtid="{D5CDD505-2E9C-101B-9397-08002B2CF9AE}" pid="6" name="MSIP_Label_8e19d756-792e-42a1-bcad-4cb9051ddd2d_SiteId">
    <vt:lpwstr>41eb501a-f671-4ce0-a5bf-b64168c3705f</vt:lpwstr>
  </property>
  <property fmtid="{D5CDD505-2E9C-101B-9397-08002B2CF9AE}" pid="7" name="MSIP_Label_8e19d756-792e-42a1-bcad-4cb9051ddd2d_ActionId">
    <vt:lpwstr>3573f9ee-6c09-4370-8e7e-da2251dc04b4</vt:lpwstr>
  </property>
  <property fmtid="{D5CDD505-2E9C-101B-9397-08002B2CF9AE}" pid="8" name="MSIP_Label_8e19d756-792e-42a1-bcad-4cb9051ddd2d_ContentBits">
    <vt:lpwstr>2</vt:lpwstr>
  </property>
  <property fmtid="{D5CDD505-2E9C-101B-9397-08002B2CF9AE}" pid="9" name="ClassificationContentMarkingFooterLocations">
    <vt:lpwstr>SD Worx:5</vt:lpwstr>
  </property>
  <property fmtid="{D5CDD505-2E9C-101B-9397-08002B2CF9AE}" pid="10" name="ClassificationContentMarkingFooterText">
    <vt:lpwstr>Confidential - Not for Public Consumption or Distribution</vt:lpwstr>
  </property>
  <property fmtid="{D5CDD505-2E9C-101B-9397-08002B2CF9AE}" pid="11" name="ContentTypeId">
    <vt:lpwstr>0x01010091D9276E785A7D4CB86C53AA4F838C14</vt:lpwstr>
  </property>
</Properties>
</file>