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47"/>
  </p:notesMasterIdLst>
  <p:handoutMasterIdLst>
    <p:handoutMasterId r:id="rId48"/>
  </p:handoutMasterIdLst>
  <p:sldIdLst>
    <p:sldId id="2147481245" r:id="rId5"/>
    <p:sldId id="390" r:id="rId6"/>
    <p:sldId id="2147481279" r:id="rId7"/>
    <p:sldId id="2147481280" r:id="rId8"/>
    <p:sldId id="2147481250" r:id="rId9"/>
    <p:sldId id="2147481251" r:id="rId10"/>
    <p:sldId id="2147481252" r:id="rId11"/>
    <p:sldId id="2147481253" r:id="rId12"/>
    <p:sldId id="2147481304" r:id="rId13"/>
    <p:sldId id="2147481290" r:id="rId14"/>
    <p:sldId id="2147481291" r:id="rId15"/>
    <p:sldId id="2147481292" r:id="rId16"/>
    <p:sldId id="2147481293" r:id="rId17"/>
    <p:sldId id="2147481258" r:id="rId18"/>
    <p:sldId id="2147481275" r:id="rId19"/>
    <p:sldId id="2147481294" r:id="rId20"/>
    <p:sldId id="2147481307" r:id="rId21"/>
    <p:sldId id="2147481283" r:id="rId22"/>
    <p:sldId id="2147481295" r:id="rId23"/>
    <p:sldId id="2147481296" r:id="rId24"/>
    <p:sldId id="2147481284" r:id="rId25"/>
    <p:sldId id="2147481286" r:id="rId26"/>
    <p:sldId id="2147481285" r:id="rId27"/>
    <p:sldId id="2147481297" r:id="rId28"/>
    <p:sldId id="2147481298" r:id="rId29"/>
    <p:sldId id="2147481308" r:id="rId30"/>
    <p:sldId id="2147481299" r:id="rId31"/>
    <p:sldId id="2147481306" r:id="rId32"/>
    <p:sldId id="2147481209" r:id="rId33"/>
    <p:sldId id="2147481267" r:id="rId34"/>
    <p:sldId id="2147481260" r:id="rId35"/>
    <p:sldId id="2147481288" r:id="rId36"/>
    <p:sldId id="2147481261" r:id="rId37"/>
    <p:sldId id="2147481262" r:id="rId38"/>
    <p:sldId id="2147481282" r:id="rId39"/>
    <p:sldId id="2147481276" r:id="rId40"/>
    <p:sldId id="2147481277" r:id="rId41"/>
    <p:sldId id="2147481274" r:id="rId42"/>
    <p:sldId id="2147481272" r:id="rId43"/>
    <p:sldId id="2147481273" r:id="rId44"/>
    <p:sldId id="2147481268" r:id="rId45"/>
    <p:sldId id="2147481269" r:id="rId46"/>
  </p:sldIdLst>
  <p:sldSz cx="12192000" cy="6858000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</p:embeddedFontLst>
  <p:custDataLst>
    <p:tags r:id="rId5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453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A6D800-0514-7CF3-1E44-249899CB936C}" name="Tatiana Horta Alvarez" initials="TH" userId="S::tatiana.hortaalvarez@sdworx.com::f07de23e-3815-405e-b3de-227c766c1ba4" providerId="AD"/>
  <p188:author id="{B47F1B5B-7D76-0AC2-9AC8-6F5ACB5A2D3C}" name="Justine Kerr" initials="JK" userId="S::justine.kerr@sdworx.com::2439fd2f-8fd4-4f64-854b-14f859c84ca9" providerId="AD"/>
  <p188:author id="{F2AE49F4-D345-AED3-84AE-D3518F64ECCB}" name="Sebastiaan Peeters" initials="SP" userId="Sebastiaan Peeters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70707"/>
    <a:srgbClr val="B4D1E2"/>
    <a:srgbClr val="FFFFFF"/>
    <a:srgbClr val="438AB5"/>
    <a:srgbClr val="E4E6EB"/>
    <a:srgbClr val="F2F2F2"/>
    <a:srgbClr val="7A0051"/>
    <a:srgbClr val="FF4E0F"/>
    <a:srgbClr val="75829B"/>
    <a:srgbClr val="3036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B46907-927F-4A84-B2B4-D6D55F20F72E}" v="5" dt="2026-04-01T08:38:37.287"/>
  </p1510:revLst>
</p1510:revInfo>
</file>

<file path=ppt/tableStyles.xml><?xml version="1.0" encoding="utf-8"?>
<a:tblStyleLst xmlns:a="http://schemas.openxmlformats.org/drawingml/2006/main" def="{5C22544A-7EE6-4342-B048-85BDC9FD1C3A}"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>
        <p:guide orient="horz" pos="345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notesMaster" Target="notesMasters/notesMaster1.xml"/><Relationship Id="rId50" Type="http://schemas.openxmlformats.org/officeDocument/2006/relationships/font" Target="fonts/font2.fntdata"/><Relationship Id="rId55" Type="http://schemas.openxmlformats.org/officeDocument/2006/relationships/viewProps" Target="viewProps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tags" Target="tags/tag1.xml"/><Relationship Id="rId58" Type="http://schemas.microsoft.com/office/2016/11/relationships/changesInfo" Target="changesInfos/changesInfo1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handoutMaster" Target="handoutMasters/handoutMaster1.xml"/><Relationship Id="rId56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openxmlformats.org/officeDocument/2006/relationships/font" Target="fonts/font3.fntdata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microsoft.com/office/2015/10/relationships/revisionInfo" Target="revisionInfo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font" Target="fonts/font1.fntdata"/><Relationship Id="rId57" Type="http://schemas.openxmlformats.org/officeDocument/2006/relationships/tableStyles" Target="tableStyles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font" Target="fonts/font4.fntdata"/><Relationship Id="rId60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Wesley Swildens" userId="70b784e2-784e-4de5-bcb6-5099068a5829" providerId="ADAL" clId="{E2810B74-B2DF-4666-9432-35D740850E2D}"/>
    <pc:docChg chg="custSel addSld delSld modSld sldOrd">
      <pc:chgData name="Wesley Swildens" userId="70b784e2-784e-4de5-bcb6-5099068a5829" providerId="ADAL" clId="{E2810B74-B2DF-4666-9432-35D740850E2D}" dt="2026-04-01T11:57:19.133" v="446" actId="20577"/>
      <pc:docMkLst>
        <pc:docMk/>
      </pc:docMkLst>
      <pc:sldChg chg="del">
        <pc:chgData name="Wesley Swildens" userId="70b784e2-784e-4de5-bcb6-5099068a5829" providerId="ADAL" clId="{E2810B74-B2DF-4666-9432-35D740850E2D}" dt="2026-04-01T08:17:33.750" v="74" actId="47"/>
        <pc:sldMkLst>
          <pc:docMk/>
          <pc:sldMk cId="2111273825" sldId="2147481243"/>
        </pc:sldMkLst>
      </pc:sldChg>
      <pc:sldChg chg="del">
        <pc:chgData name="Wesley Swildens" userId="70b784e2-784e-4de5-bcb6-5099068a5829" providerId="ADAL" clId="{E2810B74-B2DF-4666-9432-35D740850E2D}" dt="2026-04-01T08:17:34.430" v="76" actId="47"/>
        <pc:sldMkLst>
          <pc:docMk/>
          <pc:sldMk cId="1347540792" sldId="2147481244"/>
        </pc:sldMkLst>
      </pc:sldChg>
      <pc:sldChg chg="modSp mod ord">
        <pc:chgData name="Wesley Swildens" userId="70b784e2-784e-4de5-bcb6-5099068a5829" providerId="ADAL" clId="{E2810B74-B2DF-4666-9432-35D740850E2D}" dt="2026-04-01T11:57:19.133" v="446" actId="20577"/>
        <pc:sldMkLst>
          <pc:docMk/>
          <pc:sldMk cId="638431858" sldId="2147481245"/>
        </pc:sldMkLst>
        <pc:spChg chg="mod">
          <ac:chgData name="Wesley Swildens" userId="70b784e2-784e-4de5-bcb6-5099068a5829" providerId="ADAL" clId="{E2810B74-B2DF-4666-9432-35D740850E2D}" dt="2026-04-01T11:57:16.391" v="444" actId="20577"/>
          <ac:spMkLst>
            <pc:docMk/>
            <pc:sldMk cId="638431858" sldId="2147481245"/>
            <ac:spMk id="2" creationId="{56323855-4B2E-56EE-579E-8D5D5B05DA46}"/>
          </ac:spMkLst>
        </pc:spChg>
        <pc:spChg chg="mod">
          <ac:chgData name="Wesley Swildens" userId="70b784e2-784e-4de5-bcb6-5099068a5829" providerId="ADAL" clId="{E2810B74-B2DF-4666-9432-35D740850E2D}" dt="2026-04-01T11:57:17.406" v="445" actId="20577"/>
          <ac:spMkLst>
            <pc:docMk/>
            <pc:sldMk cId="638431858" sldId="2147481245"/>
            <ac:spMk id="3" creationId="{FBE1CF80-B37D-D308-55AC-CD400EB25414}"/>
          </ac:spMkLst>
        </pc:spChg>
        <pc:spChg chg="mod">
          <ac:chgData name="Wesley Swildens" userId="70b784e2-784e-4de5-bcb6-5099068a5829" providerId="ADAL" clId="{E2810B74-B2DF-4666-9432-35D740850E2D}" dt="2026-04-01T08:17:13.421" v="58" actId="20577"/>
          <ac:spMkLst>
            <pc:docMk/>
            <pc:sldMk cId="638431858" sldId="2147481245"/>
            <ac:spMk id="4" creationId="{F6E54810-877C-5603-AB41-71011BB50804}"/>
          </ac:spMkLst>
        </pc:spChg>
        <pc:spChg chg="mod">
          <ac:chgData name="Wesley Swildens" userId="70b784e2-784e-4de5-bcb6-5099068a5829" providerId="ADAL" clId="{E2810B74-B2DF-4666-9432-35D740850E2D}" dt="2026-04-01T11:57:19.133" v="446" actId="20577"/>
          <ac:spMkLst>
            <pc:docMk/>
            <pc:sldMk cId="638431858" sldId="2147481245"/>
            <ac:spMk id="5" creationId="{C24A945C-322B-324F-8ED6-867C08D2E25E}"/>
          </ac:spMkLst>
        </pc:spChg>
      </pc:sldChg>
      <pc:sldChg chg="del">
        <pc:chgData name="Wesley Swildens" userId="70b784e2-784e-4de5-bcb6-5099068a5829" providerId="ADAL" clId="{E2810B74-B2DF-4666-9432-35D740850E2D}" dt="2026-04-01T08:17:42.931" v="78" actId="47"/>
        <pc:sldMkLst>
          <pc:docMk/>
          <pc:sldMk cId="1179785802" sldId="2147481247"/>
        </pc:sldMkLst>
      </pc:sldChg>
      <pc:sldChg chg="del">
        <pc:chgData name="Wesley Swildens" userId="70b784e2-784e-4de5-bcb6-5099068a5829" providerId="ADAL" clId="{E2810B74-B2DF-4666-9432-35D740850E2D}" dt="2026-04-01T08:17:34.042" v="75" actId="47"/>
        <pc:sldMkLst>
          <pc:docMk/>
          <pc:sldMk cId="709251535" sldId="2147481278"/>
        </pc:sldMkLst>
      </pc:sldChg>
      <pc:sldChg chg="del">
        <pc:chgData name="Wesley Swildens" userId="70b784e2-784e-4de5-bcb6-5099068a5829" providerId="ADAL" clId="{E2810B74-B2DF-4666-9432-35D740850E2D}" dt="2026-04-01T08:17:37.895" v="77" actId="47"/>
        <pc:sldMkLst>
          <pc:docMk/>
          <pc:sldMk cId="3366558192" sldId="2147481287"/>
        </pc:sldMkLst>
      </pc:sldChg>
      <pc:sldChg chg="del">
        <pc:chgData name="Wesley Swildens" userId="70b784e2-784e-4de5-bcb6-5099068a5829" providerId="ADAL" clId="{E2810B74-B2DF-4666-9432-35D740850E2D}" dt="2026-04-01T08:17:50.483" v="91" actId="47"/>
        <pc:sldMkLst>
          <pc:docMk/>
          <pc:sldMk cId="3673525367" sldId="2147481300"/>
        </pc:sldMkLst>
      </pc:sldChg>
      <pc:sldChg chg="addSp delSp modSp del mod ord">
        <pc:chgData name="Wesley Swildens" userId="70b784e2-784e-4de5-bcb6-5099068a5829" providerId="ADAL" clId="{E2810B74-B2DF-4666-9432-35D740850E2D}" dt="2026-04-01T11:57:12.812" v="443" actId="47"/>
        <pc:sldMkLst>
          <pc:docMk/>
          <pc:sldMk cId="7845119" sldId="2147481303"/>
        </pc:sldMkLst>
        <pc:spChg chg="del">
          <ac:chgData name="Wesley Swildens" userId="70b784e2-784e-4de5-bcb6-5099068a5829" providerId="ADAL" clId="{E2810B74-B2DF-4666-9432-35D740850E2D}" dt="2026-04-01T08:35:01.997" v="95" actId="478"/>
          <ac:spMkLst>
            <pc:docMk/>
            <pc:sldMk cId="7845119" sldId="2147481303"/>
            <ac:spMk id="5" creationId="{9FA6B80F-EBA6-A809-CCDB-AB5A181E27E1}"/>
          </ac:spMkLst>
        </pc:spChg>
        <pc:spChg chg="add mod">
          <ac:chgData name="Wesley Swildens" userId="70b784e2-784e-4de5-bcb6-5099068a5829" providerId="ADAL" clId="{E2810B74-B2DF-4666-9432-35D740850E2D}" dt="2026-04-01T08:35:16.722" v="134" actId="20577"/>
          <ac:spMkLst>
            <pc:docMk/>
            <pc:sldMk cId="7845119" sldId="2147481303"/>
            <ac:spMk id="7" creationId="{CE5A9BA4-CFCB-ABE9-B1C9-677B86A4B29D}"/>
          </ac:spMkLst>
        </pc:spChg>
        <pc:spChg chg="add mod">
          <ac:chgData name="Wesley Swildens" userId="70b784e2-784e-4de5-bcb6-5099068a5829" providerId="ADAL" clId="{E2810B74-B2DF-4666-9432-35D740850E2D}" dt="2026-04-01T08:35:46.547" v="157" actId="1076"/>
          <ac:spMkLst>
            <pc:docMk/>
            <pc:sldMk cId="7845119" sldId="2147481303"/>
            <ac:spMk id="8" creationId="{DD018FFE-456D-76B3-7E55-027364C8BD16}"/>
          </ac:spMkLst>
        </pc:spChg>
        <pc:spChg chg="add mod">
          <ac:chgData name="Wesley Swildens" userId="70b784e2-784e-4de5-bcb6-5099068a5829" providerId="ADAL" clId="{E2810B74-B2DF-4666-9432-35D740850E2D}" dt="2026-04-01T08:35:51.159" v="158" actId="1076"/>
          <ac:spMkLst>
            <pc:docMk/>
            <pc:sldMk cId="7845119" sldId="2147481303"/>
            <ac:spMk id="9" creationId="{93D0187E-F933-5CA2-BDC9-DFAE08AF7386}"/>
          </ac:spMkLst>
        </pc:spChg>
        <pc:cxnChg chg="add mod">
          <ac:chgData name="Wesley Swildens" userId="70b784e2-784e-4de5-bcb6-5099068a5829" providerId="ADAL" clId="{E2810B74-B2DF-4666-9432-35D740850E2D}" dt="2026-04-01T08:35:46.547" v="157" actId="1076"/>
          <ac:cxnSpMkLst>
            <pc:docMk/>
            <pc:sldMk cId="7845119" sldId="2147481303"/>
            <ac:cxnSpMk id="11" creationId="{6FFF5F56-CDE8-AB30-EEAE-C59D70A51274}"/>
          </ac:cxnSpMkLst>
        </pc:cxnChg>
        <pc:cxnChg chg="add mod">
          <ac:chgData name="Wesley Swildens" userId="70b784e2-784e-4de5-bcb6-5099068a5829" providerId="ADAL" clId="{E2810B74-B2DF-4666-9432-35D740850E2D}" dt="2026-04-01T08:35:51.159" v="158" actId="1076"/>
          <ac:cxnSpMkLst>
            <pc:docMk/>
            <pc:sldMk cId="7845119" sldId="2147481303"/>
            <ac:cxnSpMk id="12" creationId="{99D163FE-E290-A450-B47A-A8C8BCAB5A56}"/>
          </ac:cxnSpMkLst>
        </pc:cxnChg>
      </pc:sldChg>
      <pc:sldChg chg="del">
        <pc:chgData name="Wesley Swildens" userId="70b784e2-784e-4de5-bcb6-5099068a5829" providerId="ADAL" clId="{E2810B74-B2DF-4666-9432-35D740850E2D}" dt="2026-04-01T08:17:43.164" v="79" actId="47"/>
        <pc:sldMkLst>
          <pc:docMk/>
          <pc:sldMk cId="1217130544" sldId="2147481305"/>
        </pc:sldMkLst>
      </pc:sldChg>
      <pc:sldChg chg="modSp new del mod">
        <pc:chgData name="Wesley Swildens" userId="70b784e2-784e-4de5-bcb6-5099068a5829" providerId="ADAL" clId="{E2810B74-B2DF-4666-9432-35D740850E2D}" dt="2026-04-01T11:57:11.939" v="441" actId="47"/>
        <pc:sldMkLst>
          <pc:docMk/>
          <pc:sldMk cId="289894915" sldId="2147481309"/>
        </pc:sldMkLst>
        <pc:spChg chg="mod">
          <ac:chgData name="Wesley Swildens" userId="70b784e2-784e-4de5-bcb6-5099068a5829" providerId="ADAL" clId="{E2810B74-B2DF-4666-9432-35D740850E2D}" dt="2026-04-01T08:38:32.707" v="398" actId="20577"/>
          <ac:spMkLst>
            <pc:docMk/>
            <pc:sldMk cId="289894915" sldId="2147481309"/>
            <ac:spMk id="2" creationId="{D8F8E23D-26E5-AB92-5A12-D669142D77B9}"/>
          </ac:spMkLst>
        </pc:spChg>
        <pc:spChg chg="mod">
          <ac:chgData name="Wesley Swildens" userId="70b784e2-784e-4de5-bcb6-5099068a5829" providerId="ADAL" clId="{E2810B74-B2DF-4666-9432-35D740850E2D}" dt="2026-04-01T08:38:37.287" v="399"/>
          <ac:spMkLst>
            <pc:docMk/>
            <pc:sldMk cId="289894915" sldId="2147481309"/>
            <ac:spMk id="3" creationId="{67AB31E6-CC91-1064-7353-6495609423CC}"/>
          </ac:spMkLst>
        </pc:spChg>
        <pc:spChg chg="mod">
          <ac:chgData name="Wesley Swildens" userId="70b784e2-784e-4de5-bcb6-5099068a5829" providerId="ADAL" clId="{E2810B74-B2DF-4666-9432-35D740850E2D}" dt="2026-04-01T08:38:43.606" v="402" actId="12"/>
          <ac:spMkLst>
            <pc:docMk/>
            <pc:sldMk cId="289894915" sldId="2147481309"/>
            <ac:spMk id="5" creationId="{D2C7B862-7453-26B7-12FE-DAF8B30F925A}"/>
          </ac:spMkLst>
        </pc:spChg>
      </pc:sldChg>
      <pc:sldChg chg="addSp delSp modSp add del mod">
        <pc:chgData name="Wesley Swildens" userId="70b784e2-784e-4de5-bcb6-5099068a5829" providerId="ADAL" clId="{E2810B74-B2DF-4666-9432-35D740850E2D}" dt="2026-04-01T11:57:12.133" v="442" actId="47"/>
        <pc:sldMkLst>
          <pc:docMk/>
          <pc:sldMk cId="6440711" sldId="2147481310"/>
        </pc:sldMkLst>
        <pc:spChg chg="mod">
          <ac:chgData name="Wesley Swildens" userId="70b784e2-784e-4de5-bcb6-5099068a5829" providerId="ADAL" clId="{E2810B74-B2DF-4666-9432-35D740850E2D}" dt="2026-04-01T08:39:50.679" v="439" actId="20577"/>
          <ac:spMkLst>
            <pc:docMk/>
            <pc:sldMk cId="6440711" sldId="2147481310"/>
            <ac:spMk id="2" creationId="{43F3759D-7F40-7726-D0D7-AEBF07361D56}"/>
          </ac:spMkLst>
        </pc:spChg>
        <pc:spChg chg="mod">
          <ac:chgData name="Wesley Swildens" userId="70b784e2-784e-4de5-bcb6-5099068a5829" providerId="ADAL" clId="{E2810B74-B2DF-4666-9432-35D740850E2D}" dt="2026-04-01T08:39:56.089" v="440" actId="20577"/>
          <ac:spMkLst>
            <pc:docMk/>
            <pc:sldMk cId="6440711" sldId="2147481310"/>
            <ac:spMk id="3" creationId="{42F6CE2B-A46D-DDF0-33D2-B339F3C632AE}"/>
          </ac:spMkLst>
        </pc:spChg>
        <pc:spChg chg="del">
          <ac:chgData name="Wesley Swildens" userId="70b784e2-784e-4de5-bcb6-5099068a5829" providerId="ADAL" clId="{E2810B74-B2DF-4666-9432-35D740850E2D}" dt="2026-04-01T08:39:43.982" v="404" actId="478"/>
          <ac:spMkLst>
            <pc:docMk/>
            <pc:sldMk cId="6440711" sldId="2147481310"/>
            <ac:spMk id="5" creationId="{0C264C19-AD9A-860E-C4C6-1AE4D52E1587}"/>
          </ac:spMkLst>
        </pc:spChg>
        <pc:spChg chg="add mod">
          <ac:chgData name="Wesley Swildens" userId="70b784e2-784e-4de5-bcb6-5099068a5829" providerId="ADAL" clId="{E2810B74-B2DF-4666-9432-35D740850E2D}" dt="2026-04-01T08:39:43.982" v="404" actId="478"/>
          <ac:spMkLst>
            <pc:docMk/>
            <pc:sldMk cId="6440711" sldId="2147481310"/>
            <ac:spMk id="8" creationId="{180800D1-E4D5-C750-0F89-54F03CA1A902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GB" b="1" noProof="0" dirty="0">
                <a:solidFill>
                  <a:schemeClr val="accent1"/>
                </a:solidFill>
              </a:rPr>
              <a:t>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nl-BE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Blad1!$B$1</c:f>
              <c:strCache>
                <c:ptCount val="1"/>
                <c:pt idx="0">
                  <c:v>Set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0E-CF4D-AFCA-AC1A47A588B5}"/>
            </c:ext>
          </c:extLst>
        </c:ser>
        <c:ser>
          <c:idx val="1"/>
          <c:order val="1"/>
          <c:tx>
            <c:strRef>
              <c:f>Blad1!$C$1</c:f>
              <c:strCache>
                <c:ptCount val="1"/>
                <c:pt idx="0">
                  <c:v>Set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80E-CF4D-AFCA-AC1A47A588B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99915584"/>
        <c:axId val="699916992"/>
      </c:barChart>
      <c:catAx>
        <c:axId val="69991558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699916992"/>
        <c:crosses val="autoZero"/>
        <c:auto val="1"/>
        <c:lblAlgn val="ctr"/>
        <c:lblOffset val="100"/>
        <c:noMultiLvlLbl val="0"/>
      </c:catAx>
      <c:valAx>
        <c:axId val="69991699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endParaRPr lang="nl-BE"/>
          </a:p>
        </c:txPr>
        <c:crossAx val="69991558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nl-B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1" i="0" u="none" strike="noStrike" kern="1200" spc="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pPr>
            <a:r>
              <a:rPr lang="en-GB" b="1" noProof="0" dirty="0">
                <a:solidFill>
                  <a:schemeClr val="accent1"/>
                </a:solidFill>
              </a:rPr>
              <a:t>Title</a:t>
            </a:r>
          </a:p>
        </c:rich>
      </c:tx>
      <c:layout>
        <c:manualLayout>
          <c:xMode val="edge"/>
          <c:yMode val="edge"/>
          <c:x val="0.4601606391803692"/>
          <c:y val="5.3057958043827826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1" i="0" u="none" strike="noStrike" kern="1200" spc="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nl-BE"/>
        </a:p>
      </c:txPr>
    </c:title>
    <c:autoTitleDeleted val="0"/>
    <c:plotArea>
      <c:layout/>
      <c:doughnutChart>
        <c:varyColors val="1"/>
        <c:ser>
          <c:idx val="0"/>
          <c:order val="0"/>
          <c:tx>
            <c:strRef>
              <c:f>Blad1!$B$1</c:f>
              <c:strCache>
                <c:ptCount val="1"/>
                <c:pt idx="0">
                  <c:v>Reeks 1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B8BC-644F-9E0E-1A43676A49C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B8BC-644F-9E0E-1A43676A49C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B8BC-644F-9E0E-1A43676A49CB}"/>
              </c:ext>
            </c:extLst>
          </c:dPt>
          <c:dPt>
            <c:idx val="3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B8BC-644F-9E0E-1A43676A49C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nl-BE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Blad1!$A$2:$A$5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Blad1!$B$2:$B$5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B8BC-644F-9E0E-1A43676A49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0.70615893468992719"/>
          <c:y val="0.42333450002042478"/>
          <c:w val="0.29384106531007292"/>
          <c:h val="0.261008946045209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accent1"/>
              </a:solidFill>
              <a:latin typeface="+mn-lt"/>
              <a:ea typeface="+mn-ea"/>
              <a:cs typeface="+mn-cs"/>
            </a:defRPr>
          </a:pPr>
          <a:endParaRPr lang="nl-BE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/>
      </a:pPr>
      <a:endParaRPr lang="nl-BE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66C0CD6-9958-4382-6164-6B915CE2961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C7B747-7D3E-E0D9-0C82-2086009DA6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D86A5C-3D0E-41C2-9665-FA80620280BA}" type="datetimeFigureOut">
              <a:rPr lang="en-ZA" smtClean="0"/>
              <a:t>2026/04/01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2F0CFD-E4AE-90DF-89FE-329EDB539B4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1F0166-7963-AE9F-DBDA-6E4380D2C39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228B8-D416-4D08-96F9-2BC5895710C9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6446319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12BADE-771C-4402-9D03-BBBA2FAB7123}" type="datetimeFigureOut">
              <a:rPr lang="nl-BE" smtClean="0"/>
              <a:t>1/04/2026</a:t>
            </a:fld>
            <a:endParaRPr lang="nl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C5ABF6-E82B-4ED5-A0CA-9A730DE64A04}" type="slidenum">
              <a:rPr lang="nl-BE" smtClean="0"/>
              <a:t>‹#›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561097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9.svg"/><Relationship Id="rId4" Type="http://schemas.openxmlformats.org/officeDocument/2006/relationships/image" Target="../media/image18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sv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svg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3.svg"/><Relationship Id="rId4" Type="http://schemas.openxmlformats.org/officeDocument/2006/relationships/image" Target="../media/image22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083D7-364F-C608-1096-3927C02BD47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8" b="8"/>
          <a:stretch/>
        </p:blipFill>
        <p:spPr>
          <a:xfrm>
            <a:off x="3373327" y="2579089"/>
            <a:ext cx="5438526" cy="1718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9617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ntro - dark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D1083D7-364F-C608-1096-3927C02BD4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421" b="31421"/>
          <a:stretch/>
        </p:blipFill>
        <p:spPr>
          <a:xfrm>
            <a:off x="2134561" y="2172695"/>
            <a:ext cx="7961939" cy="2515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406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icture -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DD0C94-7ED8-9517-6FD2-1F88158515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1" y="0"/>
            <a:ext cx="12205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151467"/>
            <a:ext cx="4445529" cy="2896405"/>
          </a:xfr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0C965A-BC41-832A-4C61-304D3FCC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4" y="4156808"/>
            <a:ext cx="4444008" cy="759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</a:t>
            </a:r>
            <a:endParaRPr lang="en-ZA"/>
          </a:p>
        </p:txBody>
      </p:sp>
      <p:pic>
        <p:nvPicPr>
          <p:cNvPr id="4" name="Picture 3" descr="A black and grey logo&#10;&#10;Description automatically generated">
            <a:extLst>
              <a:ext uri="{FF2B5EF4-FFF2-40B4-BE49-F238E27FC236}">
                <a16:creationId xmlns:a16="http://schemas.microsoft.com/office/drawing/2014/main" id="{FEBB6CAE-FEFC-E0D2-D2DA-6C0C7DB93E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38" y="333353"/>
            <a:ext cx="1543681" cy="48775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4A0540-AC55-6983-E7FA-8DCC277159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5113865"/>
            <a:ext cx="4444007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Name speaker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B15C7E4-94D7-DD04-8467-962F4CF8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452532"/>
            <a:ext cx="21960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6BB5EF-9D87-D781-5199-E034BBC95DC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0325" r="5317" b="15642"/>
          <a:stretch>
            <a:fillRect/>
          </a:stretch>
        </p:blipFill>
        <p:spPr>
          <a:xfrm>
            <a:off x="4688974" y="0"/>
            <a:ext cx="587157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22566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icture - option 2"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E6BE3066-C9B8-D411-D13C-DAEB265FA020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-491067"/>
            <a:ext cx="12192000" cy="7349067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ZA"/>
              <a:t>Drag picture to slide or select the image placeholder field and go to ‘insert / Picture / Picture from file’</a:t>
            </a:r>
            <a:endParaRPr lang="en-GB"/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20DA482B-787F-FB06-7475-E58217A77D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0" y="0"/>
            <a:ext cx="12191999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</p:spPr>
        <p:txBody>
          <a:bodyPr anchor="b"/>
          <a:lstStyle>
            <a:lvl1pPr marL="0" indent="0" algn="l">
              <a:buNone/>
              <a:defRPr sz="800">
                <a:solidFill>
                  <a:schemeClr val="bg1">
                    <a:alpha val="0"/>
                  </a:schemeClr>
                </a:solidFill>
              </a:defRPr>
            </a:lvl1pPr>
            <a:lvl2pPr marL="457200" indent="0" algn="l">
              <a:buFont typeface="Arial" panose="020B0604020202020204" pitchFamily="34" charset="0"/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 algn="l">
              <a:buFont typeface="Arial" panose="020B0604020202020204" pitchFamily="34" charset="0"/>
              <a:buNone/>
              <a:defRPr/>
            </a:lvl4pPr>
            <a:lvl5pPr marL="1828800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885352"/>
            <a:ext cx="5468004" cy="1857600"/>
          </a:xfr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4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0C965A-BC41-832A-4C61-304D3FCC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3" y="3849826"/>
            <a:ext cx="5468004" cy="46384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</a:t>
            </a:r>
            <a:endParaRPr lang="en-ZA"/>
          </a:p>
        </p:txBody>
      </p:sp>
      <p:sp>
        <p:nvSpPr>
          <p:cNvPr id="3" name="Picture Placeholder 8">
            <a:extLst>
              <a:ext uri="{FF2B5EF4-FFF2-40B4-BE49-F238E27FC236}">
                <a16:creationId xmlns:a16="http://schemas.microsoft.com/office/drawing/2014/main" id="{989B7C67-B603-CA9B-FB44-8A538174B05D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515938" y="4535790"/>
            <a:ext cx="2528887" cy="10255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ZA"/>
              <a:t>Optional logo</a:t>
            </a:r>
            <a:endParaRPr lang="en-GB"/>
          </a:p>
        </p:txBody>
      </p:sp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C801C3A8-28D5-2016-35AE-64D7D9B63805}"/>
              </a:ext>
            </a:extLst>
          </p:cNvPr>
          <p:cNvSpPr>
            <a:spLocks noGrp="1" noChangeAspect="1"/>
          </p:cNvSpPr>
          <p:nvPr>
            <p:ph type="body" sz="quarter" idx="13" hasCustomPrompt="1"/>
          </p:nvPr>
        </p:nvSpPr>
        <p:spPr>
          <a:xfrm>
            <a:off x="512123" y="324933"/>
            <a:ext cx="1534371" cy="486000"/>
          </a:xfrm>
          <a:prstGeom prst="rect">
            <a:avLst/>
          </a:pr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 anchor="b"/>
          <a:lstStyle>
            <a:lvl1pPr marL="0" indent="0" algn="l">
              <a:buNone/>
              <a:defRPr sz="800">
                <a:solidFill>
                  <a:schemeClr val="bg1">
                    <a:alpha val="0"/>
                  </a:schemeClr>
                </a:solidFill>
              </a:defRPr>
            </a:lvl1pPr>
            <a:lvl2pPr marL="457200" indent="0" algn="l">
              <a:buFont typeface="Arial" panose="020B0604020202020204" pitchFamily="34" charset="0"/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 algn="l">
              <a:buFont typeface="Arial" panose="020B0604020202020204" pitchFamily="34" charset="0"/>
              <a:buNone/>
              <a:defRPr/>
            </a:lvl4pPr>
            <a:lvl5pPr marL="1828800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EE9D96DE-AFD5-9AE1-D5F3-D95B456A362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7" y="5980944"/>
            <a:ext cx="5468003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 speaker</a:t>
            </a:r>
            <a:endParaRPr lang="nl-NL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C4A3FD-ABD5-0A28-EBEB-85525E9841B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8" y="6319611"/>
            <a:ext cx="21960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A9F4A-C783-4ABB-7065-2E1282DB3159}"/>
              </a:ext>
            </a:extLst>
          </p:cNvPr>
          <p:cNvSpPr txBox="1"/>
          <p:nvPr userDrawn="1"/>
        </p:nvSpPr>
        <p:spPr>
          <a:xfrm>
            <a:off x="-2272553" y="1885352"/>
            <a:ext cx="18492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You can adapt the text to a dark blue colour if you use a light picture.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621EB3-BD7B-9573-3EC2-7DDD809AFF44}"/>
              </a:ext>
            </a:extLst>
          </p:cNvPr>
          <p:cNvSpPr txBox="1"/>
          <p:nvPr userDrawn="1"/>
        </p:nvSpPr>
        <p:spPr>
          <a:xfrm>
            <a:off x="-2272553" y="-541287"/>
            <a:ext cx="1849219" cy="23083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If the placeholder already has an image, right click on the top of the image and choose ‘Change picture / from a file’. </a:t>
            </a:r>
          </a:p>
        </p:txBody>
      </p:sp>
    </p:spTree>
    <p:extLst>
      <p:ext uri="{BB962C8B-B14F-4D97-AF65-F5344CB8AC3E}">
        <p14:creationId xmlns:p14="http://schemas.microsoft.com/office/powerpoint/2010/main" val="4203327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picture - option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65C84C3-9C9A-C748-5F70-5443187615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" r="11"/>
          <a:stretch/>
        </p:blipFill>
        <p:spPr>
          <a:xfrm>
            <a:off x="0" y="26188"/>
            <a:ext cx="12189288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74613CB-1EAB-666B-8ED4-31132024A7D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128269"/>
            <a:ext cx="4225395" cy="2924634"/>
          </a:xfr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4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presentation 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9F36A9E3-8C85-8C60-23A8-A6ECF9B8135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3" y="4153368"/>
            <a:ext cx="4224823" cy="90488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 here</a:t>
            </a:r>
            <a:endParaRPr lang="en-ZA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310B26B3-0ABC-B775-B12D-48B08CA0FC5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140882" y="-5052"/>
            <a:ext cx="7051118" cy="6889240"/>
          </a:xfrm>
          <a:prstGeom prst="rect">
            <a:avLst/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None/>
              <a:defRPr lang="en-GB"/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pic>
        <p:nvPicPr>
          <p:cNvPr id="3" name="Picture 2" descr="A black and grey logo&#10;&#10;Description automatically generated">
            <a:extLst>
              <a:ext uri="{FF2B5EF4-FFF2-40B4-BE49-F238E27FC236}">
                <a16:creationId xmlns:a16="http://schemas.microsoft.com/office/drawing/2014/main" id="{710467B8-C9E9-B969-E6BB-0C18791ADF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38" y="333353"/>
            <a:ext cx="1543681" cy="48775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C176ED91-11A5-D09F-048E-E695E8722D7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5774265"/>
            <a:ext cx="4224822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Name speaker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5F77504A-983E-088B-F97F-9CF2E253056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6112932"/>
            <a:ext cx="21960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87994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ext - option 1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0DD0C94-7ED8-9517-6FD2-1F88158515A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151467"/>
            <a:ext cx="6059524" cy="2896405"/>
          </a:xfrm>
        </p:spPr>
        <p:txBody>
          <a:bodyPr anchor="b">
            <a:noAutofit/>
          </a:bodyPr>
          <a:lstStyle>
            <a:lvl1pPr marL="0" marR="0" indent="0" algn="l" defTabSz="914400" rtl="0" eaLnBrk="1" fontAlgn="auto" latinLnBrk="0" hangingPunct="1">
              <a:lnSpc>
                <a:spcPct val="7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0C965A-BC41-832A-4C61-304D3FCC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3" y="4156808"/>
            <a:ext cx="6058967" cy="759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</a:t>
            </a:r>
            <a:endParaRPr lang="en-ZA"/>
          </a:p>
        </p:txBody>
      </p:sp>
      <p:pic>
        <p:nvPicPr>
          <p:cNvPr id="4" name="Picture 3" descr="A black and grey logo&#10;&#10;Description automatically generated">
            <a:extLst>
              <a:ext uri="{FF2B5EF4-FFF2-40B4-BE49-F238E27FC236}">
                <a16:creationId xmlns:a16="http://schemas.microsoft.com/office/drawing/2014/main" id="{FEBB6CAE-FEFC-E0D2-D2DA-6C0C7DB93E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38" y="333353"/>
            <a:ext cx="1543681" cy="487751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4A0540-AC55-6983-E7FA-8DCC277159B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7" y="5113865"/>
            <a:ext cx="6059524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Name speaker</a:t>
            </a:r>
            <a:endParaRPr lang="nl-NL"/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AB15C7E4-94D7-DD04-8467-962F4CF880E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452532"/>
            <a:ext cx="21960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488911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text - option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64E333A3-C538-ABC5-8E92-3A52EC37D6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3" r="23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7" y="1490134"/>
            <a:ext cx="7740557" cy="1856118"/>
          </a:xfrm>
        </p:spPr>
        <p:txBody>
          <a:bodyPr anchor="b">
            <a:noAutofit/>
          </a:bodyPr>
          <a:lstStyle>
            <a:lvl1pPr algn="l">
              <a:lnSpc>
                <a:spcPct val="75000"/>
              </a:lnSpc>
              <a:defRPr sz="4800" b="0" i="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Insert presentation 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60C965A-BC41-832A-4C61-304D3FCC0D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3" y="3455188"/>
            <a:ext cx="7739510" cy="759600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9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 here</a:t>
            </a:r>
            <a:endParaRPr lang="en-ZA"/>
          </a:p>
        </p:txBody>
      </p:sp>
      <p:pic>
        <p:nvPicPr>
          <p:cNvPr id="3" name="Picture 2" descr="A black and grey logo&#10;&#10;Description automatically generated">
            <a:extLst>
              <a:ext uri="{FF2B5EF4-FFF2-40B4-BE49-F238E27FC236}">
                <a16:creationId xmlns:a16="http://schemas.microsoft.com/office/drawing/2014/main" id="{EFC459B4-87F1-5BDE-8098-9AD7C88036D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15938" y="333353"/>
            <a:ext cx="1543681" cy="48775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A0D01BF-9E08-8064-CCBC-03F7F93DFA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5298828"/>
            <a:ext cx="43056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Name speaker</a:t>
            </a:r>
            <a:endParaRPr lang="nl-NL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9DBD252-A0AD-2FFA-5EA1-DF0AF960DD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15938" y="5637495"/>
            <a:ext cx="2196000" cy="254001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Date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110609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CAD0CB4-8CE0-B9F4-D04F-A894B58CC74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27" r="27"/>
          <a:stretch/>
        </p:blipFill>
        <p:spPr>
          <a:xfrm>
            <a:off x="0" y="-15084"/>
            <a:ext cx="12190437" cy="6873084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4DD3C8-CCFA-0FC9-5734-904D22D465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15938" y="2561557"/>
            <a:ext cx="1753129" cy="1667701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3E3D18-522B-D0F5-C306-875ECFA702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555876" y="2562225"/>
            <a:ext cx="2287058" cy="696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1E9C8C0-FE4F-AF35-274E-DB6D7A1C9A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555876" y="3290219"/>
            <a:ext cx="2287058" cy="939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4842A364-5778-F32B-E1AF-F46B085C878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291138" y="2561557"/>
            <a:ext cx="1753129" cy="1667701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5" name="Text Placeholder 13">
            <a:extLst>
              <a:ext uri="{FF2B5EF4-FFF2-40B4-BE49-F238E27FC236}">
                <a16:creationId xmlns:a16="http://schemas.microsoft.com/office/drawing/2014/main" id="{06513C9A-4ED0-5339-5931-0A730233F9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331076" y="2562225"/>
            <a:ext cx="2305048" cy="696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7" name="Text Placeholder 13">
            <a:extLst>
              <a:ext uri="{FF2B5EF4-FFF2-40B4-BE49-F238E27FC236}">
                <a16:creationId xmlns:a16="http://schemas.microsoft.com/office/drawing/2014/main" id="{0E7C7D8B-72F4-158B-BA0A-15BA90C0CF5A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31076" y="3290219"/>
            <a:ext cx="2287058" cy="939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sp>
        <p:nvSpPr>
          <p:cNvPr id="8" name="Picture Placeholder 9">
            <a:extLst>
              <a:ext uri="{FF2B5EF4-FFF2-40B4-BE49-F238E27FC236}">
                <a16:creationId xmlns:a16="http://schemas.microsoft.com/office/drawing/2014/main" id="{C7870E0B-990A-A14A-424E-10133B0BC9A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5938" y="4373424"/>
            <a:ext cx="1753129" cy="1667701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ext Placeholder 13">
            <a:extLst>
              <a:ext uri="{FF2B5EF4-FFF2-40B4-BE49-F238E27FC236}">
                <a16:creationId xmlns:a16="http://schemas.microsoft.com/office/drawing/2014/main" id="{6ADBBCD9-44F0-3760-ED11-C127882FC3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555876" y="4374092"/>
            <a:ext cx="2287058" cy="696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1" name="Text Placeholder 13">
            <a:extLst>
              <a:ext uri="{FF2B5EF4-FFF2-40B4-BE49-F238E27FC236}">
                <a16:creationId xmlns:a16="http://schemas.microsoft.com/office/drawing/2014/main" id="{6919C71B-6C5C-FF9D-E43F-2C66BFAB328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555876" y="5102086"/>
            <a:ext cx="2287058" cy="939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EB174EE6-AE04-062E-AC3D-5D065BE4E3A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291138" y="4373424"/>
            <a:ext cx="1753129" cy="1667701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3" name="Text Placeholder 13">
            <a:extLst>
              <a:ext uri="{FF2B5EF4-FFF2-40B4-BE49-F238E27FC236}">
                <a16:creationId xmlns:a16="http://schemas.microsoft.com/office/drawing/2014/main" id="{5B8135C8-576D-A38D-6503-F1698A0264E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31076" y="4374092"/>
            <a:ext cx="2305048" cy="6969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27E453CA-9C5D-C92B-7728-98469E52783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331076" y="5102086"/>
            <a:ext cx="2287058" cy="93903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C7DE7AA6-A706-8631-CD42-D0ABE982A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659F430-54C5-2A2F-A431-98A2E271DF5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466710"/>
            <a:ext cx="7832195" cy="509072"/>
          </a:xfrm>
        </p:spPr>
        <p:txBody>
          <a:bodyPr anchor="b">
            <a:noAutofit/>
          </a:bodyPr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Insert Team title</a:t>
            </a:r>
            <a:endParaRPr lang="en-ZA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C0FD3F18-3B56-3005-050D-0AFC48A102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15937" y="1027353"/>
            <a:ext cx="7827506" cy="347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Optional sub-heading</a:t>
            </a:r>
            <a:endParaRPr lang="en-GB"/>
          </a:p>
        </p:txBody>
      </p:sp>
      <p:pic>
        <p:nvPicPr>
          <p:cNvPr id="20" name="Graphic 19">
            <a:extLst>
              <a:ext uri="{FF2B5EF4-FFF2-40B4-BE49-F238E27FC236}">
                <a16:creationId xmlns:a16="http://schemas.microsoft.com/office/drawing/2014/main" id="{AC7025A4-25A4-CEC6-9A70-0813B3F6023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3303" b="33303"/>
          <a:stretch>
            <a:fillRect/>
          </a:stretch>
        </p:blipFill>
        <p:spPr>
          <a:xfrm>
            <a:off x="212642" y="6154793"/>
            <a:ext cx="1892709" cy="539570"/>
          </a:xfrm>
          <a:prstGeom prst="rect">
            <a:avLst/>
          </a:prstGeom>
        </p:spPr>
      </p:pic>
      <p:sp>
        <p:nvSpPr>
          <p:cNvPr id="21" name="Tijdelijke aanduiding voor dianummer 5">
            <a:extLst>
              <a:ext uri="{FF2B5EF4-FFF2-40B4-BE49-F238E27FC236}">
                <a16:creationId xmlns:a16="http://schemas.microsoft.com/office/drawing/2014/main" id="{B05A46DB-29F1-4373-F856-70BBA34D99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136899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am - 1/2 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Picture 25">
            <a:extLst>
              <a:ext uri="{FF2B5EF4-FFF2-40B4-BE49-F238E27FC236}">
                <a16:creationId xmlns:a16="http://schemas.microsoft.com/office/drawing/2014/main" id="{CD699D31-07D6-2233-1D8A-F30FCCE2A3C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5" b="175"/>
          <a:stretch>
            <a:fillRect/>
          </a:stretch>
        </p:blipFill>
        <p:spPr>
          <a:xfrm>
            <a:off x="0" y="0"/>
            <a:ext cx="12229969" cy="6858000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84DD3C8-CCFA-0FC9-5734-904D22D4651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445244" y="2025696"/>
            <a:ext cx="2057141" cy="1956899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43E3D18-522B-D0F5-C306-875ECFA7022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79430" y="4366716"/>
            <a:ext cx="2588768" cy="696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81E9C8C0-FE4F-AF35-274E-DB6D7A1C9A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79430" y="5094710"/>
            <a:ext cx="2588768" cy="9043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sp>
        <p:nvSpPr>
          <p:cNvPr id="17" name="Footer Placeholder 3">
            <a:extLst>
              <a:ext uri="{FF2B5EF4-FFF2-40B4-BE49-F238E27FC236}">
                <a16:creationId xmlns:a16="http://schemas.microsoft.com/office/drawing/2014/main" id="{C7DE7AA6-A706-8631-CD42-D0ABE982AFA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70BE1292-006E-2998-BBCA-726FBE3BB0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466710"/>
            <a:ext cx="7832195" cy="509072"/>
          </a:xfrm>
        </p:spPr>
        <p:txBody>
          <a:bodyPr anchor="b">
            <a:noAutofit/>
          </a:bodyPr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Insert Team title</a:t>
            </a:r>
            <a:endParaRPr lang="en-ZA"/>
          </a:p>
        </p:txBody>
      </p: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E578095A-FCFC-517A-9451-53B0B1EB58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1027353"/>
            <a:ext cx="7827506" cy="347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sub-heading</a:t>
            </a:r>
            <a:endParaRPr lang="en-GB"/>
          </a:p>
        </p:txBody>
      </p:sp>
      <p:sp>
        <p:nvSpPr>
          <p:cNvPr id="23" name="Picture Placeholder 9">
            <a:extLst>
              <a:ext uri="{FF2B5EF4-FFF2-40B4-BE49-F238E27FC236}">
                <a16:creationId xmlns:a16="http://schemas.microsoft.com/office/drawing/2014/main" id="{DAC7338E-77A6-C8B2-72EB-2619584EA2D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473494" y="2025696"/>
            <a:ext cx="2057141" cy="1956899"/>
          </a:xfrm>
          <a:prstGeom prst="rect">
            <a:avLst/>
          </a:prstGeom>
        </p:spPr>
        <p:txBody>
          <a:bodyPr bIns="1080000"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24" name="Text Placeholder 13">
            <a:extLst>
              <a:ext uri="{FF2B5EF4-FFF2-40B4-BE49-F238E27FC236}">
                <a16:creationId xmlns:a16="http://schemas.microsoft.com/office/drawing/2014/main" id="{0C4E2FB7-BBF0-D9A4-639F-C2A29303AE2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207680" y="4366716"/>
            <a:ext cx="2588768" cy="696913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800" b="1"/>
            </a:lvl1pPr>
          </a:lstStyle>
          <a:p>
            <a:pPr lvl="0"/>
            <a:r>
              <a:rPr lang="en-US"/>
              <a:t>Name Surname</a:t>
            </a:r>
            <a:endParaRPr lang="en-GB"/>
          </a:p>
        </p:txBody>
      </p:sp>
      <p:sp>
        <p:nvSpPr>
          <p:cNvPr id="25" name="Text Placeholder 13">
            <a:extLst>
              <a:ext uri="{FF2B5EF4-FFF2-40B4-BE49-F238E27FC236}">
                <a16:creationId xmlns:a16="http://schemas.microsoft.com/office/drawing/2014/main" id="{228105DD-A5D9-37C5-1C31-83515608F74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207680" y="5094710"/>
            <a:ext cx="2588768" cy="904368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600" b="0"/>
            </a:lvl1pPr>
          </a:lstStyle>
          <a:p>
            <a:pPr lvl="0"/>
            <a:r>
              <a:rPr lang="en-US"/>
              <a:t>About me</a:t>
            </a:r>
            <a:endParaRPr lang="en-GB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292413C2-9A21-1625-08A0-2DDAC4928DE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1278" b="31278"/>
          <a:stretch>
            <a:fillRect/>
          </a:stretch>
        </p:blipFill>
        <p:spPr>
          <a:xfrm>
            <a:off x="212642" y="6122083"/>
            <a:ext cx="1892709" cy="604990"/>
          </a:xfrm>
          <a:prstGeom prst="rect">
            <a:avLst/>
          </a:prstGeom>
        </p:spPr>
      </p:pic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801D6BEF-FC09-095A-92E4-6D3A80B1DA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17576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option 1">
    <p:bg>
      <p:bgPr>
        <a:solidFill>
          <a:srgbClr val="E4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FB794-9544-45BE-E7BE-601D512D6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7" b="7"/>
          <a:stretch/>
        </p:blipFill>
        <p:spPr>
          <a:xfrm>
            <a:off x="0" y="-4025"/>
            <a:ext cx="12196173" cy="6862025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020193C-0C10-FA2A-799D-57040AC557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6" y="466710"/>
            <a:ext cx="7832195" cy="509072"/>
          </a:xfrm>
        </p:spPr>
        <p:txBody>
          <a:bodyPr anchor="b">
            <a:noAutofit/>
          </a:bodyPr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Insert agenda title</a:t>
            </a:r>
            <a:endParaRPr lang="en-ZA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2D8897B9-378C-15E1-15E5-BB5A23B02A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7353"/>
            <a:ext cx="7832195" cy="347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sub-heading</a:t>
            </a:r>
            <a:endParaRPr lang="en-GB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BED3AF67-C6C0-D94B-DB46-6A31687BCD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4B3CAA7-E096-5E2D-6933-4D445B84FA35}"/>
              </a:ext>
            </a:extLst>
          </p:cNvPr>
          <p:cNvSpPr txBox="1"/>
          <p:nvPr userDrawn="1"/>
        </p:nvSpPr>
        <p:spPr>
          <a:xfrm>
            <a:off x="-2272553" y="1852949"/>
            <a:ext cx="184921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Use the tab function to add slide numbers.</a:t>
            </a:r>
          </a:p>
          <a:p>
            <a:pPr algn="r"/>
            <a:endParaRPr lang="en-GB" sz="1600" noProof="0"/>
          </a:p>
          <a:p>
            <a:pPr algn="r"/>
            <a:r>
              <a:rPr lang="en-GB" sz="1600" noProof="0"/>
              <a:t>Add a subitem on the agenda by using the indent buttons located  at the bullet list options.</a:t>
            </a:r>
          </a:p>
          <a:p>
            <a:pPr algn="r"/>
            <a:endParaRPr lang="en-GB" sz="1600" noProof="0"/>
          </a:p>
          <a:p>
            <a:pPr algn="r"/>
            <a:r>
              <a:rPr lang="en-GB" sz="1600" noProof="0"/>
              <a:t> 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AB575E09-F56B-03A0-102A-5D67DBD011C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19105" y="4653833"/>
            <a:ext cx="368300" cy="355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B776FBF9-4083-2313-77E7-F2FCD8CB638F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359372" y="4653833"/>
            <a:ext cx="368300" cy="355600"/>
          </a:xfrm>
          <a:prstGeom prst="rect">
            <a:avLst/>
          </a:prstGeom>
        </p:spPr>
      </p:pic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6BE71E4-0615-1F96-D15B-2A4F389EF24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1852613"/>
            <a:ext cx="7832196" cy="3293545"/>
          </a:xfrm>
          <a:prstGeom prst="rect">
            <a:avLst/>
          </a:prstGeom>
        </p:spPr>
        <p:txBody>
          <a:bodyPr/>
          <a:lstStyle>
            <a:lvl1pPr marL="371475" indent="-371475">
              <a:spcBef>
                <a:spcPts val="1000"/>
              </a:spcBef>
              <a:buFont typeface="+mj-lt"/>
              <a:buAutoNum type="arabicPeriod"/>
              <a:tabLst>
                <a:tab pos="7112000" algn="l"/>
              </a:tabLst>
              <a:defRPr/>
            </a:lvl1pPr>
            <a:lvl2pPr marL="800100" indent="-342900">
              <a:spcBef>
                <a:spcPts val="1000"/>
              </a:spcBef>
              <a:buFont typeface="+mj-lt"/>
              <a:buAutoNum type="arabicPeriod"/>
              <a:tabLst>
                <a:tab pos="7112000" algn="l"/>
              </a:tabLst>
              <a:defRPr/>
            </a:lvl2pPr>
          </a:lstStyle>
          <a:p>
            <a:pPr lvl="0"/>
            <a:r>
              <a:rPr lang="en-US"/>
              <a:t>Insert agenda item	</a:t>
            </a:r>
          </a:p>
          <a:p>
            <a:pPr lvl="1"/>
            <a:r>
              <a:rPr lang="en-US"/>
              <a:t>Insert subtitle	</a:t>
            </a:r>
            <a:endParaRPr lang="nl-NL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8B6189AF-F4CA-E01D-E639-8EDE0EB3DF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145" b="25145"/>
          <a:stretch>
            <a:fillRect/>
          </a:stretch>
        </p:blipFill>
        <p:spPr>
          <a:xfrm>
            <a:off x="212642" y="6022990"/>
            <a:ext cx="1892709" cy="803176"/>
          </a:xfrm>
          <a:prstGeom prst="rect">
            <a:avLst/>
          </a:prstGeom>
        </p:spPr>
      </p:pic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FDD3B66-455D-8328-4719-00608E241F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5456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-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13DFB794-9544-45BE-E7BE-601D512D61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9" r="9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8914D3B-A4E3-D610-C9E7-5F346EF10A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5" y="466710"/>
            <a:ext cx="7832195" cy="509072"/>
          </a:xfrm>
        </p:spPr>
        <p:txBody>
          <a:bodyPr anchor="b">
            <a:noAutofit/>
          </a:bodyPr>
          <a:lstStyle>
            <a:lvl1pPr>
              <a:defRPr sz="3600" cap="none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Insert agenda title</a:t>
            </a:r>
            <a:endParaRPr lang="en-ZA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4E722B8F-9861-78DE-8FF2-62A3276ADE6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1027353"/>
            <a:ext cx="7827506" cy="3476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sub-heading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98CADF5-369D-1257-0325-C77AC5B2AF22}"/>
              </a:ext>
            </a:extLst>
          </p:cNvPr>
          <p:cNvSpPr txBox="1"/>
          <p:nvPr userDrawn="1"/>
        </p:nvSpPr>
        <p:spPr>
          <a:xfrm>
            <a:off x="-2272553" y="1852949"/>
            <a:ext cx="1849219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Use the tab function to add slide numbers.</a:t>
            </a:r>
          </a:p>
          <a:p>
            <a:pPr algn="r"/>
            <a:endParaRPr lang="en-GB" sz="1600" noProof="0"/>
          </a:p>
          <a:p>
            <a:pPr algn="r"/>
            <a:r>
              <a:rPr lang="en-GB" sz="1600" noProof="0"/>
              <a:t>Add a subitem on the agenda by using the indent buttons located  at the bullet list options.</a:t>
            </a:r>
          </a:p>
          <a:p>
            <a:pPr algn="r"/>
            <a:endParaRPr lang="en-GB" sz="1600" noProof="0"/>
          </a:p>
          <a:p>
            <a:pPr algn="r"/>
            <a:r>
              <a:rPr lang="en-GB" sz="1600" noProof="0"/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2AE7265-56CA-E182-2C84-DB4851AD528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-919105" y="4653833"/>
            <a:ext cx="368300" cy="3556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DD58BA-505C-5487-0FF3-61E8BF66F3E8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10800000">
            <a:off x="-1359372" y="4653833"/>
            <a:ext cx="368300" cy="355600"/>
          </a:xfrm>
          <a:prstGeom prst="rect">
            <a:avLst/>
          </a:prstGeom>
        </p:spPr>
      </p:pic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96ED3905-64C6-42FB-DA0C-DC312275BF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70D4E866-1ECD-1284-A725-802C3990C9A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1852613"/>
            <a:ext cx="7832196" cy="3293545"/>
          </a:xfrm>
          <a:prstGeom prst="rect">
            <a:avLst/>
          </a:prstGeom>
        </p:spPr>
        <p:txBody>
          <a:bodyPr/>
          <a:lstStyle>
            <a:lvl1pPr marL="371475" indent="-371475">
              <a:spcBef>
                <a:spcPts val="1000"/>
              </a:spcBef>
              <a:buFont typeface="+mj-lt"/>
              <a:buAutoNum type="arabicPeriod"/>
              <a:tabLst>
                <a:tab pos="7112000" algn="l"/>
              </a:tabLst>
              <a:defRPr/>
            </a:lvl1pPr>
            <a:lvl2pPr marL="800100" indent="-342900">
              <a:spcBef>
                <a:spcPts val="1000"/>
              </a:spcBef>
              <a:buFont typeface="+mj-lt"/>
              <a:buAutoNum type="arabicPeriod"/>
              <a:tabLst>
                <a:tab pos="7112000" algn="l"/>
              </a:tabLst>
              <a:defRPr/>
            </a:lvl2pPr>
          </a:lstStyle>
          <a:p>
            <a:pPr lvl="0"/>
            <a:r>
              <a:rPr lang="en-US"/>
              <a:t>Insert agenda item	</a:t>
            </a:r>
          </a:p>
          <a:p>
            <a:pPr lvl="1"/>
            <a:r>
              <a:rPr lang="en-US"/>
              <a:t>Insert subtitle	</a:t>
            </a:r>
            <a:endParaRPr lang="nl-N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7CACCA6-5277-A9BF-C408-7FDD39414EE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5145" b="25145"/>
          <a:stretch>
            <a:fillRect/>
          </a:stretch>
        </p:blipFill>
        <p:spPr>
          <a:xfrm>
            <a:off x="212642" y="6022990"/>
            <a:ext cx="1892708" cy="803176"/>
          </a:xfrm>
          <a:prstGeom prst="rect">
            <a:avLst/>
          </a:prstGeom>
        </p:spPr>
      </p:pic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9C6A1FE8-1C42-ADC3-5952-89DAAE85BA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79250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ext - option 1">
    <p:bg>
      <p:bgPr>
        <a:solidFill>
          <a:srgbClr val="E4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DCDB8-D1C0-4569-9B7B-8AE40A962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8" r="18"/>
          <a:stretch/>
        </p:blipFill>
        <p:spPr>
          <a:xfrm>
            <a:off x="-1" y="-510"/>
            <a:ext cx="12310473" cy="685851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8" y="2633258"/>
            <a:ext cx="6201854" cy="1140469"/>
          </a:xfrm>
        </p:spPr>
        <p:txBody>
          <a:bodyPr anchor="t">
            <a:noAutofit/>
          </a:bodyPr>
          <a:lstStyle>
            <a:lvl1pPr algn="l"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chapter title</a:t>
            </a:r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708C004E-9879-EA19-071C-B75BFBE86F7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511" y="1139959"/>
            <a:ext cx="2774571" cy="149329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000" b="0"/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50E1055-BC87-7080-A3D8-F03838B339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9" name="Tijdelijke aanduiding voor dianummer 5">
            <a:extLst>
              <a:ext uri="{FF2B5EF4-FFF2-40B4-BE49-F238E27FC236}">
                <a16:creationId xmlns:a16="http://schemas.microsoft.com/office/drawing/2014/main" id="{38C5A3F7-E479-1EF7-4191-E9E9994C2F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tx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DAED4FDF-11B3-023F-C2D2-5033AD74719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4" y="3775137"/>
            <a:ext cx="6201854" cy="4003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 here</a:t>
            </a:r>
            <a:endParaRPr lang="en-ZA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1FD5AC3C-F1C7-8EE8-E59F-24CF102039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306" b="27306"/>
          <a:stretch>
            <a:fillRect/>
          </a:stretch>
        </p:blipFill>
        <p:spPr>
          <a:xfrm>
            <a:off x="212642" y="6057901"/>
            <a:ext cx="1892709" cy="73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11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11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text -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DCDB8-D1C0-4569-9B7B-8AE40A96259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2981" y="0"/>
            <a:ext cx="1218901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8" y="2633258"/>
            <a:ext cx="8762174" cy="529200"/>
          </a:xfrm>
        </p:spPr>
        <p:txBody>
          <a:bodyPr anchor="t">
            <a:noAutofit/>
          </a:bodyPr>
          <a:lstStyle>
            <a:lvl1pPr algn="l"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chapter title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7E2DCC0-F66E-4C46-E10A-551B6D5BBD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4" y="3213065"/>
            <a:ext cx="8762174" cy="4003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</a:t>
            </a:r>
            <a:endParaRPr lang="en-ZA"/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C44AA631-AE18-AA9D-C86F-23AD64B7B71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87E9D7C7-1232-9CA6-C319-5DA66CE56C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tx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9" name="Text Placeholder 45">
            <a:extLst>
              <a:ext uri="{FF2B5EF4-FFF2-40B4-BE49-F238E27FC236}">
                <a16:creationId xmlns:a16="http://schemas.microsoft.com/office/drawing/2014/main" id="{AAE8B322-F8F0-989B-161C-E8AB3DDC6FF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511" y="1139959"/>
            <a:ext cx="2774571" cy="149329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000" b="0"/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F396109B-8855-0337-E622-6590EFAF593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5537" b="25537"/>
          <a:stretch>
            <a:fillRect/>
          </a:stretch>
        </p:blipFill>
        <p:spPr>
          <a:xfrm>
            <a:off x="212642" y="6029326"/>
            <a:ext cx="1892708" cy="7905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64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picture - option 1">
    <p:bg>
      <p:bgPr>
        <a:solidFill>
          <a:srgbClr val="E4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2D9838E0-C0B6-5DFE-2D76-2DE047D4A6D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-7530" r="11744" b="4192"/>
          <a:stretch>
            <a:fillRect/>
          </a:stretch>
        </p:blipFill>
        <p:spPr>
          <a:xfrm>
            <a:off x="1" y="0"/>
            <a:ext cx="12205952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8" y="2633258"/>
            <a:ext cx="4733395" cy="1461244"/>
          </a:xfrm>
        </p:spPr>
        <p:txBody>
          <a:bodyPr anchor="t">
            <a:noAutofit/>
          </a:bodyPr>
          <a:lstStyle>
            <a:lvl1pPr algn="l"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chapter title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BF38FC7-4850-FF8C-1706-BF243F451D8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678691" y="1017589"/>
            <a:ext cx="6159499" cy="5272024"/>
          </a:xfrm>
          <a:prstGeom prst="rect">
            <a:avLst/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None/>
              <a:defRPr lang="en-US"/>
            </a:lvl1pPr>
          </a:lstStyle>
          <a:p>
            <a:pPr marL="285750" lvl="0" indent="-285750" algn="ctr"/>
            <a:r>
              <a:rPr lang="en-US"/>
              <a:t>Click icon to add picture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BA2297E3-AC27-1A62-C555-E2080FA25EA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4" y="4094502"/>
            <a:ext cx="4732924" cy="4003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 here</a:t>
            </a:r>
            <a:endParaRPr lang="en-ZA"/>
          </a:p>
        </p:txBody>
      </p:sp>
      <p:sp>
        <p:nvSpPr>
          <p:cNvPr id="6" name="Text Placeholder 45">
            <a:extLst>
              <a:ext uri="{FF2B5EF4-FFF2-40B4-BE49-F238E27FC236}">
                <a16:creationId xmlns:a16="http://schemas.microsoft.com/office/drawing/2014/main" id="{038A73AC-B3F9-964C-3FE9-58854A4C53F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511" y="1139959"/>
            <a:ext cx="2774571" cy="149329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000" b="0"/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AE947C88-305D-7754-B6BE-341CE5F2E5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90570D1E-2719-65EF-0841-F33EE680A14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A6143FA-5C34-2003-A5FD-521CAD186F9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306" b="27306"/>
          <a:stretch>
            <a:fillRect/>
          </a:stretch>
        </p:blipFill>
        <p:spPr>
          <a:xfrm>
            <a:off x="212642" y="6057901"/>
            <a:ext cx="1892709" cy="733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4294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picture - option 2">
    <p:bg>
      <p:bgPr>
        <a:solidFill>
          <a:srgbClr val="E4E6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96DCDB8-D1C0-4569-9B7B-8AE40A96259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75" b="175"/>
          <a:stretch/>
        </p:blipFill>
        <p:spPr>
          <a:xfrm>
            <a:off x="0" y="0"/>
            <a:ext cx="12229969" cy="6858000"/>
          </a:xfrm>
          <a:prstGeom prst="rect">
            <a:avLst/>
          </a:prstGeom>
        </p:spPr>
      </p:pic>
      <p:sp>
        <p:nvSpPr>
          <p:cNvPr id="4" name="Picture Placeholder 10">
            <a:extLst>
              <a:ext uri="{FF2B5EF4-FFF2-40B4-BE49-F238E27FC236}">
                <a16:creationId xmlns:a16="http://schemas.microsoft.com/office/drawing/2014/main" id="{A3108185-5A8A-7E0A-A5D4-4F610B44798A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5678692" y="1017588"/>
            <a:ext cx="6159500" cy="5272025"/>
          </a:xfrm>
          <a:prstGeom prst="rect">
            <a:avLst/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None/>
              <a:defRPr lang="en-GB"/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8440DC-3062-CA50-A31E-50B85F26E0F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15938" y="2633259"/>
            <a:ext cx="4677854" cy="1461244"/>
          </a:xfrm>
        </p:spPr>
        <p:txBody>
          <a:bodyPr anchor="t">
            <a:noAutofit/>
          </a:bodyPr>
          <a:lstStyle>
            <a:lvl1pPr algn="l">
              <a:defRPr sz="3600" b="0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US"/>
              <a:t>Insert chapter title</a:t>
            </a:r>
          </a:p>
        </p:txBody>
      </p:sp>
      <p:sp>
        <p:nvSpPr>
          <p:cNvPr id="8" name="Text Placeholder 45">
            <a:extLst>
              <a:ext uri="{FF2B5EF4-FFF2-40B4-BE49-F238E27FC236}">
                <a16:creationId xmlns:a16="http://schemas.microsoft.com/office/drawing/2014/main" id="{FA647D94-535C-D0DF-25B4-543BB98AE49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06511" y="1139959"/>
            <a:ext cx="2774571" cy="1493299"/>
          </a:xfrm>
          <a:prstGeom prst="rect">
            <a:avLst/>
          </a:prstGeom>
        </p:spPr>
        <p:txBody>
          <a:bodyPr anchor="b"/>
          <a:lstStyle>
            <a:lvl1pPr marL="0" indent="0">
              <a:lnSpc>
                <a:spcPct val="100000"/>
              </a:lnSpc>
              <a:buNone/>
              <a:defRPr sz="11000" b="0"/>
            </a:lvl1pPr>
          </a:lstStyle>
          <a:p>
            <a:pPr lvl="0"/>
            <a:r>
              <a:rPr lang="en-US"/>
              <a:t>00</a:t>
            </a:r>
            <a:endParaRPr lang="en-GB"/>
          </a:p>
        </p:txBody>
      </p: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2C454C4D-DFA5-81F7-8752-75F5ED413D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D11AD8E3-E34E-F559-F33E-738F52C6D4C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16494" y="4094502"/>
            <a:ext cx="4732924" cy="400374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lnSpc>
                <a:spcPct val="100000"/>
              </a:lnSpc>
              <a:buNone/>
              <a:defRPr sz="2400" cap="none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Optional subtitle here</a:t>
            </a:r>
            <a:endParaRPr lang="en-ZA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38F8ABB5-9CE7-BE9E-1CA2-5CDAF413B57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9959" b="29959"/>
          <a:stretch>
            <a:fillRect/>
          </a:stretch>
        </p:blipFill>
        <p:spPr>
          <a:xfrm>
            <a:off x="212642" y="6100764"/>
            <a:ext cx="1892709" cy="647628"/>
          </a:xfrm>
          <a:prstGeom prst="rect">
            <a:avLst/>
          </a:prstGeom>
        </p:spPr>
      </p:pic>
      <p:sp>
        <p:nvSpPr>
          <p:cNvPr id="11" name="Tijdelijke aanduiding voor dianummer 5">
            <a:extLst>
              <a:ext uri="{FF2B5EF4-FFF2-40B4-BE49-F238E27FC236}">
                <a16:creationId xmlns:a16="http://schemas.microsoft.com/office/drawing/2014/main" id="{F1F9E767-C99C-AE84-0692-0210256D1A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2504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9B8811-67C2-F130-A474-00B9111EC74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56799" cy="509071"/>
          </a:xfrm>
          <a:noFill/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 noProof="0"/>
              <a:t>Insert title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FA780CA5-1E59-CD1F-2F2F-F8F798324E5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47388"/>
            <a:ext cx="9957417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 noProof="0"/>
              <a:t>Optional subtitle</a:t>
            </a:r>
          </a:p>
        </p:txBody>
      </p:sp>
      <p:sp>
        <p:nvSpPr>
          <p:cNvPr id="6" name="Footer Placeholder 3">
            <a:extLst>
              <a:ext uri="{FF2B5EF4-FFF2-40B4-BE49-F238E27FC236}">
                <a16:creationId xmlns:a16="http://schemas.microsoft.com/office/drawing/2014/main" id="{88593100-B337-C60D-646C-6899BD87186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1030153A-32F7-B7C9-A8BB-208D48CC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798204"/>
            <a:ext cx="9956800" cy="41912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29DF4170-D5D1-5AF7-EC90-8A99FD5D601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630114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orient="horz" pos="51" userDrawn="1">
          <p15:clr>
            <a:srgbClr val="FBAE40"/>
          </p15:clr>
        </p15:guide>
        <p15:guide id="3" orient="horz" pos="2160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ictur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2E75C544-539D-AC1F-B37B-AA76648143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2086" y="0"/>
            <a:ext cx="5649914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1440000" rtlCol="0" anchor="t">
            <a:noAutofit/>
          </a:bodyPr>
          <a:lstStyle>
            <a:lvl1pPr marL="0" indent="0" algn="ctr">
              <a:buNone/>
              <a:defRPr lang="en-GB"/>
            </a:lvl1pPr>
          </a:lstStyle>
          <a:p>
            <a:pPr marL="285750" lvl="0" indent="-285750" algn="ctr"/>
            <a:r>
              <a:rPr lang="en-ZA"/>
              <a:t>Drag picture to slide or select the image placeholder field and go to ‘insert / Picture / Picture from file’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E20136-A013-9257-D23B-23F65F5A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5133975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077EA59-E313-134C-D705-501B095F8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53390"/>
            <a:ext cx="5133977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2C444-B09E-3F7E-4660-877051CC4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49146228-DDCE-14F4-DE2B-ACFF209CD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1F40463-1BFC-33CC-715C-BA7333270E9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798204"/>
            <a:ext cx="5133977" cy="41912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350072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icture option 1 sp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2E75C544-539D-AC1F-B37B-AA766481435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542086" y="0"/>
            <a:ext cx="5649914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1440000" rtlCol="0" anchor="t">
            <a:noAutofit/>
          </a:bodyPr>
          <a:lstStyle>
            <a:lvl1pPr marL="0" indent="0" algn="ctr">
              <a:buNone/>
              <a:defRPr lang="en-GB"/>
            </a:lvl1pPr>
          </a:lstStyle>
          <a:p>
            <a:pPr marL="285750" lvl="0" indent="-285750" algn="ctr"/>
            <a:r>
              <a:rPr lang="en-ZA"/>
              <a:t>Drag picture to slide or select the image placeholder field and go to ‘insert / Picture / Picture from file’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E20136-A013-9257-D23B-23F65F5A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5133975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077EA59-E313-134C-D705-501B095F8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53390"/>
            <a:ext cx="5133977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4F3F3171-4BA0-1796-9819-A105F50D559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79600" y="2491200"/>
            <a:ext cx="3812400" cy="43668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anchor="b"/>
          <a:lstStyle>
            <a:lvl1pPr marL="0" indent="0" algn="l">
              <a:buNone/>
              <a:defRPr sz="800">
                <a:solidFill>
                  <a:schemeClr val="bg1">
                    <a:alpha val="0"/>
                  </a:schemeClr>
                </a:solidFill>
              </a:defRPr>
            </a:lvl1pPr>
            <a:lvl2pPr marL="457200" indent="0" algn="l">
              <a:buFont typeface="Arial" panose="020B0604020202020204" pitchFamily="34" charset="0"/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 algn="l">
              <a:buFont typeface="Arial" panose="020B0604020202020204" pitchFamily="34" charset="0"/>
              <a:buNone/>
              <a:defRPr/>
            </a:lvl4pPr>
            <a:lvl5pPr marL="1828800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2C444-B09E-3F7E-4660-877051CC4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5" name="Tijdelijke aanduiding voor dianummer 5">
            <a:extLst>
              <a:ext uri="{FF2B5EF4-FFF2-40B4-BE49-F238E27FC236}">
                <a16:creationId xmlns:a16="http://schemas.microsoft.com/office/drawing/2014/main" id="{A1A1A596-9C35-5AE9-7E42-05463EFE21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FC2D719-B3E9-D6EF-649F-CA784EB15D6B}"/>
              </a:ext>
            </a:extLst>
          </p:cNvPr>
          <p:cNvSpPr txBox="1"/>
          <p:nvPr userDrawn="1"/>
        </p:nvSpPr>
        <p:spPr>
          <a:xfrm>
            <a:off x="12494125" y="1852949"/>
            <a:ext cx="2339475" cy="329320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nl-NL" sz="1600" b="1">
                <a:solidFill>
                  <a:schemeClr val="accent5"/>
                </a:solidFill>
              </a:rPr>
              <a:t>TIP</a:t>
            </a:r>
          </a:p>
          <a:p>
            <a:pPr marL="14288" lvl="0" indent="-14288" algn="l">
              <a:tabLst/>
            </a:pPr>
            <a:r>
              <a:rPr lang="en-ZA" sz="1600"/>
              <a:t>To insert a picture, drag your picture to the slide or select the image placeholder field and go to ‘insert / Picture / Picture from file’.</a:t>
            </a:r>
          </a:p>
          <a:p>
            <a:pPr marL="14288" lvl="0" indent="-14288" algn="l">
              <a:tabLst/>
            </a:pPr>
            <a:r>
              <a:rPr lang="en-ZA" sz="1600" b="1"/>
              <a:t>If the placeholder already has an image</a:t>
            </a:r>
            <a:r>
              <a:rPr lang="en-ZA" sz="1600"/>
              <a:t>, right click on the image and choose ‘Change picture / from a file’. 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CAFDDE8-D359-00BF-A361-09250441B1E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798204"/>
            <a:ext cx="5133977" cy="41912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33457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ic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4E20136-A013-9257-D23B-23F65F5A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077EA59-E313-134C-D705-501B095F8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6" y="853390"/>
            <a:ext cx="991898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2C444-B09E-3F7E-4660-877051CC4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5" name="Picture Placeholder 7">
            <a:extLst>
              <a:ext uri="{FF2B5EF4-FFF2-40B4-BE49-F238E27FC236}">
                <a16:creationId xmlns:a16="http://schemas.microsoft.com/office/drawing/2014/main" id="{D65FAE06-DF55-B645-DFA3-BE0F6B38376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096000" y="1733120"/>
            <a:ext cx="5649914" cy="4256292"/>
          </a:xfrm>
          <a:prstGeom prst="rect">
            <a:avLst/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None/>
              <a:defRPr lang="en-GB" dirty="0"/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9A6A47B7-1CC6-A371-B981-B584C268C0F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15937" y="1798204"/>
            <a:ext cx="5133977" cy="419120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4DB33338-13A8-BD5B-52CF-A2F6BD7F8E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685466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2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387E2F8-8D8E-8B25-0E1D-EF07B6D0A9F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5" y="1485899"/>
            <a:ext cx="5580062" cy="4601001"/>
          </a:xfrm>
          <a:prstGeom prst="rect">
            <a:avLst/>
          </a:prstGeom>
          <a:solidFill>
            <a:schemeClr val="accent4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702A8559-D3F1-BF99-EEC0-6AE1FB9AF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79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7646265-334F-8DB3-BBA3-FF465CDDBF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847388"/>
            <a:ext cx="9919595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AD17C200-29AC-901A-0B03-047994F243F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51723" y="1517019"/>
            <a:ext cx="5161525" cy="6301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B5A22B-8722-121E-F159-E401D3EB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27FE9CD8-C567-AFB6-858A-F17A9E2B5D70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31785" y="1485899"/>
            <a:ext cx="5580062" cy="4601001"/>
          </a:xfrm>
          <a:prstGeom prst="rect">
            <a:avLst/>
          </a:prstGeom>
          <a:solidFill>
            <a:schemeClr val="accent4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9633EDC9-3A7D-AE61-E1CF-FF7E0362F10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541053" y="1517019"/>
            <a:ext cx="5161525" cy="63011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4C3D09A-3A5B-7553-A0C2-7E0CE17CF108}"/>
              </a:ext>
            </a:extLst>
          </p:cNvPr>
          <p:cNvSpPr txBox="1"/>
          <p:nvPr userDrawn="1"/>
        </p:nvSpPr>
        <p:spPr>
          <a:xfrm>
            <a:off x="-2272553" y="1485899"/>
            <a:ext cx="18492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Copy/paste or delete the amount of blocks to fit your content.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DCAE52-6111-83BF-7BBA-57B55CCFB8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51723" y="2147131"/>
            <a:ext cx="5161525" cy="379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ABA74F09-0F63-7BF6-A30B-AB16109FCC09}"/>
              </a:ext>
            </a:extLst>
          </p:cNvPr>
          <p:cNvSpPr>
            <a:spLocks noGrp="1"/>
          </p:cNvSpPr>
          <p:nvPr>
            <p:ph idx="23" hasCustomPrompt="1"/>
          </p:nvPr>
        </p:nvSpPr>
        <p:spPr>
          <a:xfrm>
            <a:off x="6540818" y="2147131"/>
            <a:ext cx="5161525" cy="379885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C2F3635E-80B0-7FF5-B30F-5BCB448F8D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6774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3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2A8559-D3F1-BF99-EEC0-6AE1FB9AF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79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7646265-334F-8DB3-BBA3-FF465CDDBF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847388"/>
            <a:ext cx="9919595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B5A22B-8722-121E-F159-E401D3EB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1350666C-0C3D-CBE2-CF23-D09AF49C67A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42455" y="1985110"/>
            <a:ext cx="3520800" cy="4101790"/>
          </a:xfrm>
          <a:prstGeom prst="rect">
            <a:avLst/>
          </a:prstGeom>
          <a:solidFill>
            <a:schemeClr val="accent4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F5FB4C5-7F89-7F33-B61F-1CF7384DFC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2455" y="1468174"/>
            <a:ext cx="3520800" cy="516936"/>
          </a:xfrm>
          <a:prstGeom prst="rect">
            <a:avLst/>
          </a:prstGeom>
          <a:solidFill>
            <a:schemeClr val="accent1"/>
          </a:solidFill>
        </p:spPr>
        <p:txBody>
          <a:bodyPr lIns="216000" rIns="216000"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9482910B-FAB9-67B9-2E04-02F7CF8A616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414868" y="1985110"/>
            <a:ext cx="3520800" cy="4101790"/>
          </a:xfrm>
          <a:prstGeom prst="rect">
            <a:avLst/>
          </a:prstGeom>
          <a:solidFill>
            <a:schemeClr val="accent4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72733523-5470-BB77-1386-EAE36D2EBC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414868" y="1468174"/>
            <a:ext cx="3520800" cy="516936"/>
          </a:xfrm>
          <a:prstGeom prst="rect">
            <a:avLst/>
          </a:prstGeom>
          <a:solidFill>
            <a:schemeClr val="accent2"/>
          </a:solidFill>
        </p:spPr>
        <p:txBody>
          <a:bodyPr lIns="216000" rIns="216000"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A0399487-E49A-77C0-BF3A-A2D6B56F4F8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491919" y="1985110"/>
            <a:ext cx="3520800" cy="4101790"/>
          </a:xfrm>
          <a:prstGeom prst="rect">
            <a:avLst/>
          </a:prstGeom>
          <a:solidFill>
            <a:schemeClr val="accent4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16E6034-763F-FDAD-606E-89E23EE3BC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491919" y="1468174"/>
            <a:ext cx="3520800" cy="516936"/>
          </a:xfrm>
          <a:prstGeom prst="rect">
            <a:avLst/>
          </a:prstGeom>
          <a:solidFill>
            <a:schemeClr val="accent5"/>
          </a:solidFill>
        </p:spPr>
        <p:txBody>
          <a:bodyPr lIns="216000" rIns="216000" anchor="ctr"/>
          <a:lstStyle>
            <a:lvl1pPr marL="0" indent="0">
              <a:buNone/>
              <a:defRPr sz="18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heading</a:t>
            </a:r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9E0BB3E-48E1-CAE3-2FE9-44F2ADA2A67C}"/>
              </a:ext>
            </a:extLst>
          </p:cNvPr>
          <p:cNvSpPr txBox="1"/>
          <p:nvPr userDrawn="1"/>
        </p:nvSpPr>
        <p:spPr>
          <a:xfrm>
            <a:off x="-2272553" y="1485899"/>
            <a:ext cx="18492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Copy/paste or delete the amount of blocks to fit your content.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7A309A-093B-2327-A1AF-F2D3177FE249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721665" y="2178249"/>
            <a:ext cx="3132419" cy="37677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EDD956CA-C3D2-AB17-367A-592F3C61A958}"/>
              </a:ext>
            </a:extLst>
          </p:cNvPr>
          <p:cNvSpPr>
            <a:spLocks noGrp="1"/>
          </p:cNvSpPr>
          <p:nvPr>
            <p:ph idx="29" hasCustomPrompt="1"/>
          </p:nvPr>
        </p:nvSpPr>
        <p:spPr>
          <a:xfrm>
            <a:off x="4684387" y="2178249"/>
            <a:ext cx="3132419" cy="37677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A4461AB3-022D-F234-09F4-45594064F996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8594078" y="2178249"/>
            <a:ext cx="3132419" cy="376773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48C6505D-7AB4-DBD3-6983-CC4C65704F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52872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blocks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2A8559-D3F1-BF99-EEC0-6AE1FB9AF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79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7646265-334F-8DB3-BBA3-FF465CDDBF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847388"/>
            <a:ext cx="9919595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B5A22B-8722-121E-F159-E401D3EB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F5FB4C5-7F89-7F33-B61F-1CF7384DFC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5814" y="1578047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72733523-5470-BB77-1386-EAE36D2EBC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3246" y="1578047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16E6034-763F-FDAD-606E-89E23EE3BC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09530" y="1578047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1C6891-6A28-56D5-C7D3-9A5FCB46536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8" y="2219848"/>
            <a:ext cx="2233439" cy="379076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234CB7-6838-CFF6-54C2-18CD885381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1093" y="2219848"/>
            <a:ext cx="2232000" cy="379076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4C3B9-EF7A-99B5-8496-5EE1287C8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4809" y="2219848"/>
            <a:ext cx="2232000" cy="379076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6E0E02-C874-298A-0807-AEA9155FC7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88525" y="2219848"/>
            <a:ext cx="2232000" cy="3790764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49EB9CA-7D90-E36A-97DE-2E6A82C6AC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56962" y="1578047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974036F-98CC-71AA-B31B-E4BBEA7367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8299" y="1758782"/>
            <a:ext cx="165600" cy="147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4E3CB06-0A62-68F7-9263-2DB023592D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41093" y="1758782"/>
            <a:ext cx="165600" cy="147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432819A3-BBA3-0912-D497-C6DD1238F5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64809" y="1758782"/>
            <a:ext cx="165600" cy="147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090B10E2-CDFB-2832-82D9-59BDC8D737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88525" y="1758782"/>
            <a:ext cx="165600" cy="147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EAA59B-D6BD-B4AD-C7EE-1F9BC6210557}"/>
              </a:ext>
            </a:extLst>
          </p:cNvPr>
          <p:cNvSpPr txBox="1"/>
          <p:nvPr userDrawn="1"/>
        </p:nvSpPr>
        <p:spPr>
          <a:xfrm>
            <a:off x="-2272553" y="1485899"/>
            <a:ext cx="1849219" cy="132343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Copy/paste or delete the amount of blocks to fit your content. </a:t>
            </a:r>
          </a:p>
        </p:txBody>
      </p:sp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794D9DF3-57F4-7A2F-7BC3-7A5BFD0631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111587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4 blocks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702A8559-D3F1-BF99-EEC0-6AE1FB9AF3A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79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D7646265-334F-8DB3-BBA3-FF465CDDBF1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5937" y="847388"/>
            <a:ext cx="9919595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E2B5A22B-8722-121E-F159-E401D3EB0E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11" name="Text Placeholder 12">
            <a:extLst>
              <a:ext uri="{FF2B5EF4-FFF2-40B4-BE49-F238E27FC236}">
                <a16:creationId xmlns:a16="http://schemas.microsoft.com/office/drawing/2014/main" id="{FF5FB4C5-7F89-7F33-B61F-1CF7384DFCC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85814" y="3382428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19" name="Text Placeholder 12">
            <a:extLst>
              <a:ext uri="{FF2B5EF4-FFF2-40B4-BE49-F238E27FC236}">
                <a16:creationId xmlns:a16="http://schemas.microsoft.com/office/drawing/2014/main" id="{72733523-5470-BB77-1386-EAE36D2EBC7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833246" y="3382428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16E6034-763F-FDAD-606E-89E23EE3BC8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3809530" y="3382428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1C1C6891-6A28-56D5-C7D3-9A5FCB46536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8" y="4024229"/>
            <a:ext cx="2233439" cy="176379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234CB7-6838-CFF6-54C2-18CD8853817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541093" y="4024229"/>
            <a:ext cx="2232000" cy="176379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CB4C3B9-EF7A-99B5-8496-5EE1287C8B1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564809" y="4024229"/>
            <a:ext cx="2232000" cy="176379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C96E0E02-C874-298A-0807-AEA9155FC708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588525" y="4024229"/>
            <a:ext cx="2232000" cy="1763799"/>
          </a:xfrm>
          <a:prstGeom prst="rect">
            <a:avLst/>
          </a:prstGeo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49EB9CA-7D90-E36A-97DE-2E6A82C6AC3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856962" y="3382428"/>
            <a:ext cx="1963564" cy="509071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6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Short heading</a:t>
            </a:r>
            <a:endParaRPr lang="en-GB"/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E974036F-98CC-71AA-B31B-E4BBEA73678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8299" y="3563163"/>
            <a:ext cx="165600" cy="147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4E3CB06-0A62-68F7-9263-2DB023592D9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41093" y="3563163"/>
            <a:ext cx="165600" cy="147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6" name="Text Placeholder 12">
            <a:extLst>
              <a:ext uri="{FF2B5EF4-FFF2-40B4-BE49-F238E27FC236}">
                <a16:creationId xmlns:a16="http://schemas.microsoft.com/office/drawing/2014/main" id="{432819A3-BBA3-0912-D497-C6DD1238F52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64809" y="3563163"/>
            <a:ext cx="165600" cy="147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24" name="Text Placeholder 12">
            <a:extLst>
              <a:ext uri="{FF2B5EF4-FFF2-40B4-BE49-F238E27FC236}">
                <a16:creationId xmlns:a16="http://schemas.microsoft.com/office/drawing/2014/main" id="{090B10E2-CDFB-2832-82D9-59BDC8D7372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88525" y="3563163"/>
            <a:ext cx="165600" cy="147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4EC145CC-EC24-88B2-3ADE-973B7BCCAA8F}"/>
              </a:ext>
            </a:extLst>
          </p:cNvPr>
          <p:cNvSpPr>
            <a:spLocks noGrp="1"/>
          </p:cNvSpPr>
          <p:nvPr>
            <p:ph sz="quarter" idx="37" hasCustomPrompt="1"/>
          </p:nvPr>
        </p:nvSpPr>
        <p:spPr>
          <a:xfrm>
            <a:off x="517451" y="1669925"/>
            <a:ext cx="2231926" cy="1579771"/>
          </a:xfrm>
          <a:prstGeom prst="rect">
            <a:avLst/>
          </a:prstGeom>
        </p:spPr>
        <p:txBody>
          <a:bodyPr bIns="0" anchor="t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image, icon chart, table or flow</a:t>
            </a:r>
            <a:endParaRPr lang="nl-NL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C8AF0778-E580-B7DB-3BAF-A9EB6C63CF8A}"/>
              </a:ext>
            </a:extLst>
          </p:cNvPr>
          <p:cNvSpPr>
            <a:spLocks noGrp="1"/>
          </p:cNvSpPr>
          <p:nvPr>
            <p:ph sz="quarter" idx="38" hasCustomPrompt="1"/>
          </p:nvPr>
        </p:nvSpPr>
        <p:spPr>
          <a:xfrm>
            <a:off x="3541093" y="1669925"/>
            <a:ext cx="2231926" cy="1579771"/>
          </a:xfrm>
          <a:prstGeom prst="rect">
            <a:avLst/>
          </a:prstGeom>
        </p:spPr>
        <p:txBody>
          <a:bodyPr bIns="0" anchor="t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image, icon chart, table or flow</a:t>
            </a:r>
            <a:endParaRPr lang="nl-NL"/>
          </a:p>
        </p:txBody>
      </p:sp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8C4D57E7-60A2-244A-7680-932ED33F3784}"/>
              </a:ext>
            </a:extLst>
          </p:cNvPr>
          <p:cNvSpPr>
            <a:spLocks noGrp="1"/>
          </p:cNvSpPr>
          <p:nvPr>
            <p:ph sz="quarter" idx="39" hasCustomPrompt="1"/>
          </p:nvPr>
        </p:nvSpPr>
        <p:spPr>
          <a:xfrm>
            <a:off x="6564735" y="1669925"/>
            <a:ext cx="2231926" cy="1579771"/>
          </a:xfrm>
          <a:prstGeom prst="rect">
            <a:avLst/>
          </a:prstGeom>
        </p:spPr>
        <p:txBody>
          <a:bodyPr bIns="0" anchor="t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image, icon chart, table or flow</a:t>
            </a:r>
            <a:endParaRPr lang="nl-NL"/>
          </a:p>
        </p:txBody>
      </p:sp>
      <p:sp>
        <p:nvSpPr>
          <p:cNvPr id="18" name="Content Placeholder 9">
            <a:extLst>
              <a:ext uri="{FF2B5EF4-FFF2-40B4-BE49-F238E27FC236}">
                <a16:creationId xmlns:a16="http://schemas.microsoft.com/office/drawing/2014/main" id="{84CD72CB-9F91-7B84-6596-1B73866E9CE9}"/>
              </a:ext>
            </a:extLst>
          </p:cNvPr>
          <p:cNvSpPr>
            <a:spLocks noGrp="1"/>
          </p:cNvSpPr>
          <p:nvPr>
            <p:ph sz="quarter" idx="40" hasCustomPrompt="1"/>
          </p:nvPr>
        </p:nvSpPr>
        <p:spPr>
          <a:xfrm>
            <a:off x="9588377" y="1669925"/>
            <a:ext cx="2231926" cy="1579771"/>
          </a:xfrm>
          <a:prstGeom prst="rect">
            <a:avLst/>
          </a:prstGeom>
        </p:spPr>
        <p:txBody>
          <a:bodyPr bIns="0" anchor="t"/>
          <a:lstStyle>
            <a:lvl1pPr marL="0" indent="0" algn="ctr">
              <a:buNone/>
              <a:defRPr sz="1200"/>
            </a:lvl1pPr>
          </a:lstStyle>
          <a:p>
            <a:pPr lvl="0"/>
            <a:r>
              <a:rPr lang="en-US"/>
              <a:t>Insert image, icon chart, table or flow</a:t>
            </a:r>
            <a:endParaRPr lang="nl-NL"/>
          </a:p>
        </p:txBody>
      </p:sp>
      <p:sp>
        <p:nvSpPr>
          <p:cNvPr id="20" name="Tijdelijke aanduiding voor dianummer 5">
            <a:extLst>
              <a:ext uri="{FF2B5EF4-FFF2-40B4-BE49-F238E27FC236}">
                <a16:creationId xmlns:a16="http://schemas.microsoft.com/office/drawing/2014/main" id="{D3B5DF51-6E48-C0AE-35B6-2E1B47BFAC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87536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ummar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AA97B48-916C-C564-A101-B0585E5321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418208" y="-1"/>
            <a:ext cx="4339282" cy="5476972"/>
          </a:xfrm>
          <a:prstGeom prst="rect">
            <a:avLst/>
          </a:prstGeom>
          <a:solidFill>
            <a:schemeClr val="accent1"/>
          </a:solidFill>
        </p:spPr>
        <p:txBody>
          <a:bodyPr anchor="b"/>
          <a:lstStyle>
            <a:lvl1pPr marL="0" indent="0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698543" y="1798203"/>
            <a:ext cx="3387216" cy="3678769"/>
          </a:xfrm>
          <a:prstGeom prst="rect">
            <a:avLst/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l">
              <a:buNone/>
              <a:defRPr lang="en-GB"/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ZA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96CC529-3812-DEC2-B3CD-89DA0215CCFE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729538" y="853390"/>
            <a:ext cx="3657600" cy="4305464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defRPr lang="en-GB" sz="1800" dirty="0">
                <a:solidFill>
                  <a:schemeClr val="bg1"/>
                </a:solidFill>
              </a:defRPr>
            </a:lvl1pPr>
          </a:lstStyle>
          <a:p>
            <a:pPr lvl="0">
              <a:lnSpc>
                <a:spcPct val="85000"/>
              </a:lnSpc>
            </a:pPr>
            <a:r>
              <a:rPr lang="en-US"/>
              <a:t>Insert summary</a:t>
            </a:r>
            <a:endParaRPr lang="en-GB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49F64C9-5AA7-74CD-95FE-688CFB0825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15597"/>
            <a:ext cx="6569822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9" name="Text Placeholder 12">
            <a:extLst>
              <a:ext uri="{FF2B5EF4-FFF2-40B4-BE49-F238E27FC236}">
                <a16:creationId xmlns:a16="http://schemas.microsoft.com/office/drawing/2014/main" id="{BB511C17-B142-0340-84FE-6F96EAAAFD3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4" y="853390"/>
            <a:ext cx="6569823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9ADF6D4-7C0C-0BA8-0E87-E5E9F6B1C2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8713DA-9796-A2E9-CD8D-EB718F79D665}"/>
              </a:ext>
            </a:extLst>
          </p:cNvPr>
          <p:cNvSpPr txBox="1"/>
          <p:nvPr userDrawn="1"/>
        </p:nvSpPr>
        <p:spPr>
          <a:xfrm>
            <a:off x="12494125" y="1852949"/>
            <a:ext cx="184921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l"/>
            <a:r>
              <a:rPr lang="nl-NL" sz="1600" b="1">
                <a:solidFill>
                  <a:schemeClr val="accent5"/>
                </a:solidFill>
              </a:rPr>
              <a:t>TIP</a:t>
            </a:r>
          </a:p>
          <a:p>
            <a:pPr marL="14288" lvl="0" indent="-14288" algn="l">
              <a:tabLst/>
            </a:pPr>
            <a:r>
              <a:rPr lang="en-ZA" sz="1600"/>
              <a:t>You can change the colour of the background summary field if necessary.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1467A22-DAE7-7837-4385-517AC9024785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5" y="1798203"/>
            <a:ext cx="2936946" cy="367876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190FDCCD-4CB6-A4F4-32ED-386D0BFFA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81793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summa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404CFD-02ED-E1DD-9487-5AFF2603FB46}"/>
              </a:ext>
            </a:extLst>
          </p:cNvPr>
          <p:cNvSpPr/>
          <p:nvPr userDrawn="1"/>
        </p:nvSpPr>
        <p:spPr>
          <a:xfrm>
            <a:off x="6551629" y="0"/>
            <a:ext cx="4048191" cy="685800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B51007-34FC-C2EC-E16D-8C6396CDB5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8" b="68"/>
          <a:stretch/>
        </p:blipFill>
        <p:spPr>
          <a:xfrm>
            <a:off x="10510887" y="0"/>
            <a:ext cx="1681113" cy="6858000"/>
          </a:xfrm>
          <a:prstGeom prst="rect">
            <a:avLst/>
          </a:prstGeom>
        </p:spPr>
      </p:pic>
      <p:sp>
        <p:nvSpPr>
          <p:cNvPr id="17" name="Title 1">
            <a:extLst>
              <a:ext uri="{FF2B5EF4-FFF2-40B4-BE49-F238E27FC236}">
                <a16:creationId xmlns:a16="http://schemas.microsoft.com/office/drawing/2014/main" id="{7A74330B-8214-A36E-6D15-5A19BE2EE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15597"/>
            <a:ext cx="534960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B57A54A-B750-3BAF-19EE-7935E77ABB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5" y="853390"/>
            <a:ext cx="534960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2EE21-FC42-6867-9437-9D49A2709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04EA58-2F0C-BBF2-E89F-1D87990C6CF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5349600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41CF620-FDE7-5CE4-3CF5-5880D8597B6B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086649" y="823913"/>
            <a:ext cx="2978150" cy="5038725"/>
          </a:xfrm>
        </p:spPr>
        <p:txBody>
          <a:bodyPr/>
          <a:lstStyle>
            <a:lvl1pPr>
              <a:spcAft>
                <a:spcPts val="400"/>
              </a:spcAft>
              <a:defRPr/>
            </a:lvl1pPr>
            <a:lvl2pPr>
              <a:spcAft>
                <a:spcPts val="400"/>
              </a:spcAft>
              <a:defRPr/>
            </a:lvl2pPr>
            <a:lvl3pPr>
              <a:spcAft>
                <a:spcPts val="400"/>
              </a:spcAft>
              <a:defRPr/>
            </a:lvl3pPr>
            <a:lvl4pPr>
              <a:spcAft>
                <a:spcPts val="400"/>
              </a:spcAft>
              <a:defRPr/>
            </a:lvl4pPr>
            <a:lvl5pPr>
              <a:spcAft>
                <a:spcPts val="400"/>
              </a:spcAft>
              <a:defRPr/>
            </a:lvl5pPr>
          </a:lstStyle>
          <a:p>
            <a:pPr lvl="0"/>
            <a:r>
              <a:rPr lang="en-US"/>
              <a:t>Insert content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F22C44CF-0879-E402-477B-A02FC8FDA9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4793130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ist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2E75C544-539D-AC1F-B37B-AA766481435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153835" y="0"/>
            <a:ext cx="5038165" cy="6858000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vert="horz" lIns="0" tIns="0" rIns="0" bIns="1440000" rtlCol="0" anchor="ctr">
            <a:noAutofit/>
          </a:bodyPr>
          <a:lstStyle>
            <a:lvl1pPr marL="285750" indent="-285750" algn="ctr">
              <a:buNone/>
              <a:defRPr lang="en-GB"/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A4596E49-8F32-13B6-5F94-85296EAD109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52283" y="1798203"/>
            <a:ext cx="5141728" cy="611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94E20136-A013-9257-D23B-23F65F5A133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6078071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4077EA59-E313-134C-D705-501B095F88D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3390"/>
            <a:ext cx="6078074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532C444-B09E-3F7E-4660-877051CC4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49146228-DDCE-14F4-DE2B-ACFF209CDE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13EE0C54-D87D-09A1-9FF3-8AC7BB7E6E34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515937" y="1798638"/>
            <a:ext cx="631825" cy="631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BC00F0C7-6A0D-1450-9A52-F3B2C252DA1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52283" y="2685708"/>
            <a:ext cx="5141728" cy="611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F3039455-DD99-E1B2-E004-ADAD1DF1849C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515937" y="2686143"/>
            <a:ext cx="631825" cy="631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EED8F27C-C1AE-8D10-5B20-E1D82F3C72D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452283" y="3573213"/>
            <a:ext cx="5141728" cy="611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0A7A18F8-56E7-7C88-310E-820931F18AD0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15937" y="3573648"/>
            <a:ext cx="631825" cy="631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1CA7035A-BA6C-38D9-7102-0F238869377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452283" y="4460718"/>
            <a:ext cx="5141728" cy="611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9" name="Picture Placeholder 12">
            <a:extLst>
              <a:ext uri="{FF2B5EF4-FFF2-40B4-BE49-F238E27FC236}">
                <a16:creationId xmlns:a16="http://schemas.microsoft.com/office/drawing/2014/main" id="{C71589EC-BF6F-C83E-320E-9C8667CBC45F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515937" y="4461153"/>
            <a:ext cx="631825" cy="631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EF1AA4E2-6B86-FF29-9EC8-CEBBD493308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452283" y="5348223"/>
            <a:ext cx="5141728" cy="611134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0072AAAD-0DD0-3ACA-5621-F5C059D51D4A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515937" y="5348658"/>
            <a:ext cx="631825" cy="63182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</p:spTree>
    <p:extLst>
      <p:ext uri="{BB962C8B-B14F-4D97-AF65-F5344CB8AC3E}">
        <p14:creationId xmlns:p14="http://schemas.microsoft.com/office/powerpoint/2010/main" val="42066067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4C86E75-6180-F936-E6A0-42ED372510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Autofit/>
          </a:bodyPr>
          <a:lstStyle>
            <a:lvl1pPr algn="l"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E6FA9B-0B15-357F-1F1B-299A9E81A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2376"/>
            <a:ext cx="991898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A116BCC9-86A0-B9DC-6AD2-A4BB86A3F2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85814" y="1629382"/>
            <a:ext cx="4512050" cy="406402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8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Insert title</a:t>
            </a:r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0DF3C3D-C706-B847-D1C7-B427536B7A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88299" y="1758782"/>
            <a:ext cx="165600" cy="147600"/>
          </a:xfrm>
          <a:prstGeom prst="rect">
            <a:avLst/>
          </a:prstGeom>
          <a:blipFill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53DD23DB-CC30-AF22-81FE-1C8CED56BC8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6096000" y="1628775"/>
            <a:ext cx="5651500" cy="4437063"/>
          </a:xfrm>
          <a:prstGeom prst="rect">
            <a:avLst/>
          </a:prstGeom>
        </p:spPr>
        <p:txBody>
          <a:bodyPr bIns="216000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Insert chart, table or flow</a:t>
            </a:r>
            <a:endParaRPr lang="nl-NL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E073C039-D04F-5717-EB69-610BE24C0C81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5" y="2171701"/>
            <a:ext cx="4781926" cy="351266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47B9016E-6398-3CB0-024F-5B0E00ED75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59134-2FE4-1E7D-9D2C-73100B4EE8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96394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4C86E75-6180-F936-E6A0-42ED372510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E6FA9B-0B15-357F-1F1B-299A9E81A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2376"/>
            <a:ext cx="9918980" cy="5090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2" name="Text Placeholder 12">
            <a:extLst>
              <a:ext uri="{FF2B5EF4-FFF2-40B4-BE49-F238E27FC236}">
                <a16:creationId xmlns:a16="http://schemas.microsoft.com/office/drawing/2014/main" id="{A116BCC9-86A0-B9DC-6AD2-A4BB86A3F264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980238" y="1629382"/>
            <a:ext cx="4512050" cy="406402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>
              <a:buNone/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Insert title</a:t>
            </a:r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00DF3C3D-C706-B847-D1C7-B427536B7A12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682723" y="1758782"/>
            <a:ext cx="165600" cy="147600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lIns="0" rIns="0" anchor="b"/>
          <a:lstStyle>
            <a:lvl1pPr marL="0" indent="0">
              <a:buNone/>
              <a:defRPr sz="800" b="1">
                <a:solidFill>
                  <a:schemeClr val="accent5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  <a:endParaRPr lang="en-GB"/>
          </a:p>
        </p:txBody>
      </p:sp>
      <p:sp>
        <p:nvSpPr>
          <p:cNvPr id="13" name="Content Placeholder 9">
            <a:extLst>
              <a:ext uri="{FF2B5EF4-FFF2-40B4-BE49-F238E27FC236}">
                <a16:creationId xmlns:a16="http://schemas.microsoft.com/office/drawing/2014/main" id="{53DD23DB-CC30-AF22-81FE-1C8CED56BC83}"/>
              </a:ext>
            </a:extLst>
          </p:cNvPr>
          <p:cNvSpPr>
            <a:spLocks noGrp="1"/>
          </p:cNvSpPr>
          <p:nvPr>
            <p:ph sz="quarter" idx="34" hasCustomPrompt="1"/>
          </p:nvPr>
        </p:nvSpPr>
        <p:spPr>
          <a:xfrm>
            <a:off x="582461" y="1628775"/>
            <a:ext cx="5651500" cy="4437063"/>
          </a:xfrm>
          <a:prstGeom prst="rect">
            <a:avLst/>
          </a:prstGeom>
        </p:spPr>
        <p:txBody>
          <a:bodyPr bIns="2160000"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Insert chart, table or flow</a:t>
            </a:r>
            <a:endParaRPr lang="nl-NL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B4CB115-6E8A-1FB8-B421-4CAB30B4CB6A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6682723" y="2171700"/>
            <a:ext cx="4781926" cy="389413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44551123-F00F-B508-C51C-429E6698D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BFC2994-AECC-0E22-1705-370665249F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7138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flow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0586E75E-D158-6CA8-25D5-22F2B0E434D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186584" y="2026368"/>
            <a:ext cx="8248334" cy="746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rIns="72000" anchor="b"/>
          <a:lstStyle>
            <a:lvl1pPr marL="0" indent="0" algn="l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86E75-6180-F936-E6A0-42ED372510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E6FA9B-0B15-357F-1F1B-299A9E81A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2376"/>
            <a:ext cx="9918980" cy="5090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4BB018D3-3E18-7FAB-BCA1-EDCBAB5F248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2026368"/>
            <a:ext cx="1670646" cy="746270"/>
          </a:xfrm>
          <a:prstGeom prst="rect">
            <a:avLst/>
          </a:prstGeom>
          <a:solidFill>
            <a:schemeClr val="accent1"/>
          </a:solidFill>
        </p:spPr>
        <p:txBody>
          <a:bodyPr lIns="72000" rIns="72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B8AE8AC-3B14-81A2-E57E-E463896B1D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008984" y="2026368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7609D42F-AA47-DC67-096D-6FD7082791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2313287" y="2151790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D3472E8C-EDDF-0721-0C4F-B201BCAF6D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24862" y="2026368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2" name="Picture Placeholder 12">
            <a:extLst>
              <a:ext uri="{FF2B5EF4-FFF2-40B4-BE49-F238E27FC236}">
                <a16:creationId xmlns:a16="http://schemas.microsoft.com/office/drawing/2014/main" id="{296A64EC-3842-87A6-B183-65812F93A22E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929165" y="2151790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53" name="Text Placeholder 4">
            <a:extLst>
              <a:ext uri="{FF2B5EF4-FFF2-40B4-BE49-F238E27FC236}">
                <a16:creationId xmlns:a16="http://schemas.microsoft.com/office/drawing/2014/main" id="{5D81DFD1-174F-DF86-FA2F-AAEE4067339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240740" y="2026368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4" name="Picture Placeholder 12">
            <a:extLst>
              <a:ext uri="{FF2B5EF4-FFF2-40B4-BE49-F238E27FC236}">
                <a16:creationId xmlns:a16="http://schemas.microsoft.com/office/drawing/2014/main" id="{32312383-BB08-361C-C7AD-4C2D492585A4}"/>
              </a:ext>
            </a:extLst>
          </p:cNvPr>
          <p:cNvSpPr>
            <a:spLocks noGrp="1" noChangeAspect="1"/>
          </p:cNvSpPr>
          <p:nvPr>
            <p:ph type="pic" sz="quarter" idx="24" hasCustomPrompt="1"/>
          </p:nvPr>
        </p:nvSpPr>
        <p:spPr>
          <a:xfrm>
            <a:off x="7545043" y="2151790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55" name="Text Placeholder 4">
            <a:extLst>
              <a:ext uri="{FF2B5EF4-FFF2-40B4-BE49-F238E27FC236}">
                <a16:creationId xmlns:a16="http://schemas.microsoft.com/office/drawing/2014/main" id="{F9FD5ABF-2747-8AAC-9813-ADF107B5AE9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186584" y="3195411"/>
            <a:ext cx="8248334" cy="746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rIns="72000" anchor="b"/>
          <a:lstStyle>
            <a:lvl1pPr marL="0" indent="0" algn="l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7" name="Text Placeholder 4">
            <a:extLst>
              <a:ext uri="{FF2B5EF4-FFF2-40B4-BE49-F238E27FC236}">
                <a16:creationId xmlns:a16="http://schemas.microsoft.com/office/drawing/2014/main" id="{0C5445A0-7902-801E-33BD-7D2BC3E6E86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15938" y="3195411"/>
            <a:ext cx="1670646" cy="746270"/>
          </a:xfrm>
          <a:prstGeom prst="rect">
            <a:avLst/>
          </a:prstGeom>
          <a:solidFill>
            <a:schemeClr val="accent2"/>
          </a:solidFill>
        </p:spPr>
        <p:txBody>
          <a:bodyPr lIns="72000" rIns="72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8" name="Text Placeholder 4">
            <a:extLst>
              <a:ext uri="{FF2B5EF4-FFF2-40B4-BE49-F238E27FC236}">
                <a16:creationId xmlns:a16="http://schemas.microsoft.com/office/drawing/2014/main" id="{C6CFD946-608C-47EA-6494-1C9F77BDBCC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008984" y="3195411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CBF11236-3901-0AC7-2893-04FFCFEE5B70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2313287" y="3320833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60" name="Text Placeholder 4">
            <a:extLst>
              <a:ext uri="{FF2B5EF4-FFF2-40B4-BE49-F238E27FC236}">
                <a16:creationId xmlns:a16="http://schemas.microsoft.com/office/drawing/2014/main" id="{FB590E68-05B9-3876-EEF1-09CA3D7EB47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24862" y="3195411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61" name="Picture Placeholder 12">
            <a:extLst>
              <a:ext uri="{FF2B5EF4-FFF2-40B4-BE49-F238E27FC236}">
                <a16:creationId xmlns:a16="http://schemas.microsoft.com/office/drawing/2014/main" id="{173D9991-A7F7-6B9C-BE94-5D6A7DFA444A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929165" y="3320833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62" name="Text Placeholder 4">
            <a:extLst>
              <a:ext uri="{FF2B5EF4-FFF2-40B4-BE49-F238E27FC236}">
                <a16:creationId xmlns:a16="http://schemas.microsoft.com/office/drawing/2014/main" id="{4D50F0A4-7501-738C-9713-64EF16C8CA5D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8240740" y="3195411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97A12E96-1AF7-E962-F022-65BB9980D40F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7545043" y="3320833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64" name="Text Placeholder 4">
            <a:extLst>
              <a:ext uri="{FF2B5EF4-FFF2-40B4-BE49-F238E27FC236}">
                <a16:creationId xmlns:a16="http://schemas.microsoft.com/office/drawing/2014/main" id="{90291BF8-CB7F-82B1-11F1-87F80A2FBB59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186584" y="4364454"/>
            <a:ext cx="8248334" cy="74627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72000" rIns="72000" anchor="b"/>
          <a:lstStyle>
            <a:lvl1pPr marL="0" indent="0" algn="l">
              <a:buNone/>
              <a:defRPr sz="8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66" name="Text Placeholder 4">
            <a:extLst>
              <a:ext uri="{FF2B5EF4-FFF2-40B4-BE49-F238E27FC236}">
                <a16:creationId xmlns:a16="http://schemas.microsoft.com/office/drawing/2014/main" id="{50D4D226-8315-F258-9F76-42B69A92989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5938" y="4364454"/>
            <a:ext cx="1670646" cy="746270"/>
          </a:xfrm>
          <a:prstGeom prst="rect">
            <a:avLst/>
          </a:prstGeom>
          <a:solidFill>
            <a:schemeClr val="accent5"/>
          </a:solidFill>
        </p:spPr>
        <p:txBody>
          <a:bodyPr lIns="72000" rIns="72000" anchor="ctr"/>
          <a:lstStyle>
            <a:lvl1pPr marL="0" indent="0" algn="ctr">
              <a:buNone/>
              <a:defRPr sz="16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67" name="Text Placeholder 4">
            <a:extLst>
              <a:ext uri="{FF2B5EF4-FFF2-40B4-BE49-F238E27FC236}">
                <a16:creationId xmlns:a16="http://schemas.microsoft.com/office/drawing/2014/main" id="{B41DFEE7-CC32-97C3-CAC4-2BD259E15475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984" y="4364454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68" name="Picture Placeholder 12">
            <a:extLst>
              <a:ext uri="{FF2B5EF4-FFF2-40B4-BE49-F238E27FC236}">
                <a16:creationId xmlns:a16="http://schemas.microsoft.com/office/drawing/2014/main" id="{30F72ACF-D6BE-CD86-B035-C9BF32128289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2313287" y="4489876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69" name="Text Placeholder 4">
            <a:extLst>
              <a:ext uri="{FF2B5EF4-FFF2-40B4-BE49-F238E27FC236}">
                <a16:creationId xmlns:a16="http://schemas.microsoft.com/office/drawing/2014/main" id="{AC39611F-BC0C-EF30-3036-EA26240E1204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5624862" y="4364454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70" name="Picture Placeholder 12">
            <a:extLst>
              <a:ext uri="{FF2B5EF4-FFF2-40B4-BE49-F238E27FC236}">
                <a16:creationId xmlns:a16="http://schemas.microsoft.com/office/drawing/2014/main" id="{49F75A70-CD5D-10FA-31E5-5350C8B3EBC7}"/>
              </a:ext>
            </a:extLst>
          </p:cNvPr>
          <p:cNvSpPr>
            <a:spLocks noGrp="1" noChangeAspect="1"/>
          </p:cNvSpPr>
          <p:nvPr>
            <p:ph type="pic" sz="quarter" idx="38" hasCustomPrompt="1"/>
          </p:nvPr>
        </p:nvSpPr>
        <p:spPr>
          <a:xfrm>
            <a:off x="4929165" y="4489876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71" name="Text Placeholder 4">
            <a:extLst>
              <a:ext uri="{FF2B5EF4-FFF2-40B4-BE49-F238E27FC236}">
                <a16:creationId xmlns:a16="http://schemas.microsoft.com/office/drawing/2014/main" id="{556482D5-2D1A-F1F9-6C23-4A2AB421AC5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240740" y="4364454"/>
            <a:ext cx="1585134" cy="746270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72" name="Picture Placeholder 12">
            <a:extLst>
              <a:ext uri="{FF2B5EF4-FFF2-40B4-BE49-F238E27FC236}">
                <a16:creationId xmlns:a16="http://schemas.microsoft.com/office/drawing/2014/main" id="{55ABE2DD-CC50-2FB2-4091-FB182CD78B26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7545043" y="4489876"/>
            <a:ext cx="504000" cy="5040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2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B6C42409-D943-919E-FEC1-EBDC13A68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623D9DE-9F62-89F7-37F7-A5E21A1321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206678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rocess flow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BF79B51-4DAA-F8A9-3970-1C1C075EA35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624514" y="3048186"/>
            <a:ext cx="2397952" cy="536780"/>
          </a:xfrm>
          <a:prstGeom prst="homePlate">
            <a:avLst/>
          </a:prstGeom>
          <a:solidFill>
            <a:schemeClr val="accent3"/>
          </a:solidFill>
        </p:spPr>
        <p:txBody>
          <a:bodyPr lIns="0" rIns="0" anchor="b"/>
          <a:lstStyle>
            <a:lvl1pPr marL="0" indent="0" algn="l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99F4200B-0371-D0D8-DCC4-A0F4CB84AE32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921655" y="3048186"/>
            <a:ext cx="2397952" cy="536780"/>
          </a:xfrm>
          <a:prstGeom prst="homePlate">
            <a:avLst/>
          </a:prstGeom>
          <a:solidFill>
            <a:schemeClr val="accent5"/>
          </a:solidFill>
        </p:spPr>
        <p:txBody>
          <a:bodyPr lIns="0" rIns="0" anchor="b"/>
          <a:lstStyle>
            <a:lvl1pPr marL="0" indent="0" algn="l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3B1AEDAF-7B2B-34D0-D078-63EBB9B9A7B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203904" y="3048186"/>
            <a:ext cx="2397952" cy="536780"/>
          </a:xfrm>
          <a:prstGeom prst="homePlate">
            <a:avLst/>
          </a:prstGeom>
          <a:solidFill>
            <a:schemeClr val="accent2"/>
          </a:solidFill>
        </p:spPr>
        <p:txBody>
          <a:bodyPr lIns="0" rIns="0" anchor="b"/>
          <a:lstStyle>
            <a:lvl1pPr marL="0" indent="0" algn="l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D3472E8C-EDDF-0721-0C4F-B201BCAF6D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15937" y="3048186"/>
            <a:ext cx="2397952" cy="536780"/>
          </a:xfrm>
          <a:prstGeom prst="homePlate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8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6952A21-E107-3CB9-F1B1-E3905EEA75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5937" y="3584966"/>
            <a:ext cx="2106237" cy="2009190"/>
          </a:xfrm>
          <a:prstGeom prst="rect">
            <a:avLst/>
          </a:prstGeom>
          <a:solidFill>
            <a:schemeClr val="accent4"/>
          </a:solidFill>
        </p:spPr>
        <p:txBody>
          <a:bodyPr lIns="108000" tIns="108000" rIns="360000" bIns="10800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54C86E75-6180-F936-E6A0-42ED372510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E6FA9B-0B15-357F-1F1B-299A9E81A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2376"/>
            <a:ext cx="9918980" cy="5090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B8AE8AC-3B14-81A2-E57E-E463896B1D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792" y="3129014"/>
            <a:ext cx="2000384" cy="367507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2041496-A874-07C1-8AA0-CD76219FD0E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3218796" y="3584966"/>
            <a:ext cx="2106237" cy="2009190"/>
          </a:xfrm>
          <a:prstGeom prst="rect">
            <a:avLst/>
          </a:prstGeom>
          <a:solidFill>
            <a:schemeClr val="accent4"/>
          </a:solidFill>
        </p:spPr>
        <p:txBody>
          <a:bodyPr lIns="108000" tIns="108000" rIns="360000" bIns="10800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5C7BE0FF-2CAB-5C4A-EF95-DCD197D007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3324651" y="3129014"/>
            <a:ext cx="2000384" cy="367507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D680FE16-0FF9-F204-1379-50A273B79D0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5921655" y="3584966"/>
            <a:ext cx="2106237" cy="2009190"/>
          </a:xfrm>
          <a:prstGeom prst="rect">
            <a:avLst/>
          </a:prstGeom>
          <a:solidFill>
            <a:schemeClr val="accent4"/>
          </a:solidFill>
        </p:spPr>
        <p:txBody>
          <a:bodyPr lIns="108000" tIns="108000" rIns="360000" bIns="10800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B6AB59FF-176E-0718-A0B7-CF353135624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027510" y="3129014"/>
            <a:ext cx="2000384" cy="367507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436DBD8-3906-6C0A-DCF7-B08504E47EF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624514" y="3584966"/>
            <a:ext cx="2106237" cy="2009190"/>
          </a:xfrm>
          <a:prstGeom prst="rect">
            <a:avLst/>
          </a:prstGeom>
          <a:solidFill>
            <a:schemeClr val="accent4"/>
          </a:solidFill>
        </p:spPr>
        <p:txBody>
          <a:bodyPr lIns="108000" tIns="108000" rIns="360000" bIns="10800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F6B50ACA-7B88-AF10-B1B6-24D5B2A4190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730369" y="3129014"/>
            <a:ext cx="2000384" cy="367507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Add title</a:t>
            </a:r>
          </a:p>
        </p:txBody>
      </p:sp>
      <p:sp>
        <p:nvSpPr>
          <p:cNvPr id="36" name="Picture Placeholder 12">
            <a:extLst>
              <a:ext uri="{FF2B5EF4-FFF2-40B4-BE49-F238E27FC236}">
                <a16:creationId xmlns:a16="http://schemas.microsoft.com/office/drawing/2014/main" id="{8E8395AC-DB57-7F29-9529-E7DA0F5EB597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15937" y="1950720"/>
            <a:ext cx="2106237" cy="1089849"/>
          </a:xfrm>
          <a:prstGeom prst="rect">
            <a:avLst/>
          </a:prstGeom>
        </p:spPr>
        <p:txBody>
          <a:bodyPr tIns="144000"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8996144C-5B5E-C387-AD5A-32559DF20FBE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3218796" y="1950720"/>
            <a:ext cx="2106237" cy="1089849"/>
          </a:xfrm>
          <a:prstGeom prst="rect">
            <a:avLst/>
          </a:prstGeom>
        </p:spPr>
        <p:txBody>
          <a:bodyPr tIns="144000"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38" name="Picture Placeholder 12">
            <a:extLst>
              <a:ext uri="{FF2B5EF4-FFF2-40B4-BE49-F238E27FC236}">
                <a16:creationId xmlns:a16="http://schemas.microsoft.com/office/drawing/2014/main" id="{C0C0E61E-EF98-05B6-51AF-7721B94A7099}"/>
              </a:ext>
            </a:extLst>
          </p:cNvPr>
          <p:cNvSpPr>
            <a:spLocks noGrp="1" noChangeAspect="1"/>
          </p:cNvSpPr>
          <p:nvPr>
            <p:ph type="pic" sz="quarter" idx="40" hasCustomPrompt="1"/>
          </p:nvPr>
        </p:nvSpPr>
        <p:spPr>
          <a:xfrm>
            <a:off x="5921655" y="1950720"/>
            <a:ext cx="2106237" cy="1089849"/>
          </a:xfrm>
          <a:prstGeom prst="rect">
            <a:avLst/>
          </a:prstGeom>
        </p:spPr>
        <p:txBody>
          <a:bodyPr tIns="144000"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39" name="Picture Placeholder 12">
            <a:extLst>
              <a:ext uri="{FF2B5EF4-FFF2-40B4-BE49-F238E27FC236}">
                <a16:creationId xmlns:a16="http://schemas.microsoft.com/office/drawing/2014/main" id="{2D3BFB90-3A57-2203-9F43-881F48E21B6C}"/>
              </a:ext>
            </a:extLst>
          </p:cNvPr>
          <p:cNvSpPr>
            <a:spLocks noGrp="1" noChangeAspect="1"/>
          </p:cNvSpPr>
          <p:nvPr>
            <p:ph type="pic" sz="quarter" idx="41" hasCustomPrompt="1"/>
          </p:nvPr>
        </p:nvSpPr>
        <p:spPr>
          <a:xfrm>
            <a:off x="8624514" y="1950720"/>
            <a:ext cx="2106237" cy="1089849"/>
          </a:xfrm>
          <a:prstGeom prst="rect">
            <a:avLst/>
          </a:prstGeom>
        </p:spPr>
        <p:txBody>
          <a:bodyPr tIns="144000"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 or picture</a:t>
            </a:r>
          </a:p>
        </p:txBody>
      </p:sp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7EC86171-E28F-636C-CD6F-7CC72B22F6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908DB97E-22C5-B93E-CB78-E5331C15BE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977528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54C86E75-6180-F936-E6A0-42ED3725107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315597"/>
            <a:ext cx="9918980" cy="509071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72E6FA9B-0B15-357F-1F1B-299A9E81AC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8" y="852376"/>
            <a:ext cx="9918980" cy="509071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0B8AE8AC-3B14-81A2-E57E-E463896B1DF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60630" y="2192092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7609D42F-AA47-DC67-096D-6FD7082791CA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515938" y="1586055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D3472E8C-EDDF-0721-0C4F-B201BCAF6DD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60630" y="2495574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cxnSp>
        <p:nvCxnSpPr>
          <p:cNvPr id="3" name="Straight Arrow Connector 2">
            <a:extLst>
              <a:ext uri="{FF2B5EF4-FFF2-40B4-BE49-F238E27FC236}">
                <a16:creationId xmlns:a16="http://schemas.microsoft.com/office/drawing/2014/main" id="{90549ED6-E83F-A73C-94DC-8B18E22EFAC1}"/>
              </a:ext>
            </a:extLst>
          </p:cNvPr>
          <p:cNvCxnSpPr/>
          <p:nvPr userDrawn="1"/>
        </p:nvCxnSpPr>
        <p:spPr>
          <a:xfrm>
            <a:off x="0" y="3778623"/>
            <a:ext cx="11053482" cy="0"/>
          </a:xfrm>
          <a:prstGeom prst="straightConnector1">
            <a:avLst/>
          </a:prstGeom>
          <a:ln w="19050"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E545B030-E0EA-FCBC-3141-02DA980201E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190456" y="4835178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6" name="Picture Placeholder 12">
            <a:extLst>
              <a:ext uri="{FF2B5EF4-FFF2-40B4-BE49-F238E27FC236}">
                <a16:creationId xmlns:a16="http://schemas.microsoft.com/office/drawing/2014/main" id="{833AFD41-921E-CCF9-798F-9D3861C69D83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>
          <a:xfrm>
            <a:off x="2145764" y="4229141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6D03585D-9C51-5879-C999-ADE10E07757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190456" y="5138660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4F26AC06-95EC-0756-D3C7-4C0C9C57D9C6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51630" y="3398772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2E4AA1B3-1512-91EB-9C46-10C7E3B1705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145764" y="3798475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31EAF07-0D3A-F492-07B0-A5FCF27CB70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3820282" y="2192092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93980003-7EC8-BF40-1694-CE5E0F132313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3775590" y="1586055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F6952A21-E107-3CB9-F1B1-E3905EEA75E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820282" y="2495574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8DF4B9BD-EBC0-5DB4-5882-79FC347819A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450108" y="4835178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ADE5687A-0B1E-628B-0233-964F76B5B8E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5405416" y="4229141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2A76E95D-E310-C7AB-B702-CEC30174E9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450108" y="5138660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A70E2170-E0E0-988D-7BA4-E70DDB5037CE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811282" y="3398772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FA90377A-B033-34C0-2133-CF2B0870FD4A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05416" y="3798475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4C2AF37D-027B-EFC5-D980-42E4BE67528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079934" y="2192092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1" name="Picture Placeholder 12">
            <a:extLst>
              <a:ext uri="{FF2B5EF4-FFF2-40B4-BE49-F238E27FC236}">
                <a16:creationId xmlns:a16="http://schemas.microsoft.com/office/drawing/2014/main" id="{294F1039-9C07-E94D-49BC-6DC4E4E0F14A}"/>
              </a:ext>
            </a:extLst>
          </p:cNvPr>
          <p:cNvSpPr>
            <a:spLocks noGrp="1" noChangeAspect="1"/>
          </p:cNvSpPr>
          <p:nvPr>
            <p:ph type="pic" sz="quarter" idx="36" hasCustomPrompt="1"/>
          </p:nvPr>
        </p:nvSpPr>
        <p:spPr>
          <a:xfrm>
            <a:off x="7035242" y="1586055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A73B6B36-206E-5F86-0335-2FA5D9C5E02A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079934" y="2495574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9875517-E246-5B7F-1450-DD160B92084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709760" y="4835178"/>
            <a:ext cx="1585134" cy="201445"/>
          </a:xfrm>
          <a:prstGeom prst="rect">
            <a:avLst/>
          </a:prstGeom>
          <a:noFill/>
        </p:spPr>
        <p:txBody>
          <a:bodyPr lIns="0" rIns="0" anchor="ctr"/>
          <a:lstStyle>
            <a:lvl1pPr marL="0" indent="0" algn="l">
              <a:buNone/>
              <a:defRPr sz="1100" b="1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24" name="Picture Placeholder 12">
            <a:extLst>
              <a:ext uri="{FF2B5EF4-FFF2-40B4-BE49-F238E27FC236}">
                <a16:creationId xmlns:a16="http://schemas.microsoft.com/office/drawing/2014/main" id="{3FCD60AF-6DDD-9D46-D41F-075822897172}"/>
              </a:ext>
            </a:extLst>
          </p:cNvPr>
          <p:cNvSpPr>
            <a:spLocks noGrp="1" noChangeAspect="1"/>
          </p:cNvSpPr>
          <p:nvPr>
            <p:ph type="pic" sz="quarter" idx="39" hasCustomPrompt="1"/>
          </p:nvPr>
        </p:nvSpPr>
        <p:spPr>
          <a:xfrm>
            <a:off x="8665068" y="4229141"/>
            <a:ext cx="504000" cy="504000"/>
          </a:xfrm>
          <a:prstGeom prst="ellipse">
            <a:avLst/>
          </a:prstGeom>
        </p:spPr>
        <p:txBody>
          <a:bodyPr/>
          <a:lstStyle>
            <a:lvl1pPr marL="0" indent="0" algn="ctr">
              <a:buNone/>
              <a:defRPr sz="800"/>
            </a:lvl1pPr>
          </a:lstStyle>
          <a:p>
            <a:r>
              <a:rPr lang="nl-NL"/>
              <a:t>Icon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E290BB2F-3E65-2964-7112-24A755C64B5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709760" y="5138660"/>
            <a:ext cx="1585134" cy="746270"/>
          </a:xfrm>
          <a:prstGeom prst="rect">
            <a:avLst/>
          </a:prstGeom>
          <a:noFill/>
        </p:spPr>
        <p:txBody>
          <a:bodyPr lIns="0" rIns="0" anchor="t"/>
          <a:lstStyle>
            <a:lvl1pPr marL="0" indent="0" algn="l">
              <a:buNone/>
              <a:defRPr sz="11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Insert content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EE6B9D9F-519B-2605-1093-3B902F2632F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070934" y="3398772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6CC0616-78B3-3EBF-F22D-04B58DF88CE8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665068" y="3798475"/>
            <a:ext cx="18000" cy="360000"/>
          </a:xfrm>
          <a:prstGeom prst="rect">
            <a:avLst/>
          </a:prstGeom>
          <a:solidFill>
            <a:schemeClr val="accent1"/>
          </a:solidFill>
        </p:spPr>
        <p:txBody>
          <a:bodyPr lIns="0" rIns="0" anchor="b"/>
          <a:lstStyle>
            <a:lvl1pPr marL="0" indent="0" algn="l">
              <a:buNone/>
              <a:defRPr sz="1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.</a:t>
            </a:r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11EC6833-5577-5FEA-B9A5-B7C13941EF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FC99B4C7-299A-4150-BB7F-2FD7F51AE7F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5126062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obil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>
            <a:extLst>
              <a:ext uri="{FF2B5EF4-FFF2-40B4-BE49-F238E27FC236}">
                <a16:creationId xmlns:a16="http://schemas.microsoft.com/office/drawing/2014/main" id="{B39A073D-5D92-5A92-4C17-E4420EA435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8" b="68"/>
          <a:stretch/>
        </p:blipFill>
        <p:spPr>
          <a:xfrm>
            <a:off x="10510887" y="0"/>
            <a:ext cx="1681113" cy="685800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5368774-82A9-DB90-2721-13271067EE09}"/>
              </a:ext>
            </a:extLst>
          </p:cNvPr>
          <p:cNvSpPr/>
          <p:nvPr userDrawn="1"/>
        </p:nvSpPr>
        <p:spPr>
          <a:xfrm>
            <a:off x="8229600" y="853390"/>
            <a:ext cx="2281282" cy="5090210"/>
          </a:xfrm>
          <a:prstGeom prst="roundRect">
            <a:avLst>
              <a:gd name="adj" fmla="val 9210"/>
            </a:avLst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C269B0-3A8B-1529-2DB7-4ACE8A32A3B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6430856" y="-299001"/>
            <a:ext cx="5761144" cy="7157001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242255" y="952358"/>
            <a:ext cx="2215452" cy="4910738"/>
          </a:xfrm>
          <a:custGeom>
            <a:avLst/>
            <a:gdLst>
              <a:gd name="connsiteX0" fmla="*/ 0 w 2178280"/>
              <a:gd name="connsiteY0" fmla="*/ 152044 h 4910738"/>
              <a:gd name="connsiteX1" fmla="*/ 152044 w 2178280"/>
              <a:gd name="connsiteY1" fmla="*/ 0 h 4910738"/>
              <a:gd name="connsiteX2" fmla="*/ 2026236 w 2178280"/>
              <a:gd name="connsiteY2" fmla="*/ 0 h 4910738"/>
              <a:gd name="connsiteX3" fmla="*/ 2178280 w 2178280"/>
              <a:gd name="connsiteY3" fmla="*/ 152044 h 4910738"/>
              <a:gd name="connsiteX4" fmla="*/ 2178280 w 2178280"/>
              <a:gd name="connsiteY4" fmla="*/ 4758694 h 4910738"/>
              <a:gd name="connsiteX5" fmla="*/ 2026236 w 2178280"/>
              <a:gd name="connsiteY5" fmla="*/ 4910738 h 4910738"/>
              <a:gd name="connsiteX6" fmla="*/ 152044 w 2178280"/>
              <a:gd name="connsiteY6" fmla="*/ 4910738 h 4910738"/>
              <a:gd name="connsiteX7" fmla="*/ 0 w 2178280"/>
              <a:gd name="connsiteY7" fmla="*/ 4758694 h 4910738"/>
              <a:gd name="connsiteX8" fmla="*/ 0 w 2178280"/>
              <a:gd name="connsiteY8" fmla="*/ 152044 h 4910738"/>
              <a:gd name="connsiteX0" fmla="*/ 0 w 2178280"/>
              <a:gd name="connsiteY0" fmla="*/ 152044 h 4910738"/>
              <a:gd name="connsiteX1" fmla="*/ 152044 w 2178280"/>
              <a:gd name="connsiteY1" fmla="*/ 0 h 4910738"/>
              <a:gd name="connsiteX2" fmla="*/ 2026236 w 2178280"/>
              <a:gd name="connsiteY2" fmla="*/ 0 h 4910738"/>
              <a:gd name="connsiteX3" fmla="*/ 2178280 w 2178280"/>
              <a:gd name="connsiteY3" fmla="*/ 152044 h 4910738"/>
              <a:gd name="connsiteX4" fmla="*/ 2178280 w 2178280"/>
              <a:gd name="connsiteY4" fmla="*/ 4758694 h 4910738"/>
              <a:gd name="connsiteX5" fmla="*/ 2026236 w 2178280"/>
              <a:gd name="connsiteY5" fmla="*/ 4910738 h 4910738"/>
              <a:gd name="connsiteX6" fmla="*/ 152044 w 2178280"/>
              <a:gd name="connsiteY6" fmla="*/ 4910738 h 4910738"/>
              <a:gd name="connsiteX7" fmla="*/ 15844 w 2178280"/>
              <a:gd name="connsiteY7" fmla="*/ 4749640 h 4910738"/>
              <a:gd name="connsiteX8" fmla="*/ 0 w 2178280"/>
              <a:gd name="connsiteY8" fmla="*/ 152044 h 4910738"/>
              <a:gd name="connsiteX0" fmla="*/ 0 w 2178280"/>
              <a:gd name="connsiteY0" fmla="*/ 152044 h 4910738"/>
              <a:gd name="connsiteX1" fmla="*/ 152044 w 2178280"/>
              <a:gd name="connsiteY1" fmla="*/ 0 h 4910738"/>
              <a:gd name="connsiteX2" fmla="*/ 2026236 w 2178280"/>
              <a:gd name="connsiteY2" fmla="*/ 0 h 4910738"/>
              <a:gd name="connsiteX3" fmla="*/ 2178280 w 2178280"/>
              <a:gd name="connsiteY3" fmla="*/ 152044 h 4910738"/>
              <a:gd name="connsiteX4" fmla="*/ 2178280 w 2178280"/>
              <a:gd name="connsiteY4" fmla="*/ 4758694 h 4910738"/>
              <a:gd name="connsiteX5" fmla="*/ 2023973 w 2178280"/>
              <a:gd name="connsiteY5" fmla="*/ 4897158 h 4910738"/>
              <a:gd name="connsiteX6" fmla="*/ 152044 w 2178280"/>
              <a:gd name="connsiteY6" fmla="*/ 4910738 h 4910738"/>
              <a:gd name="connsiteX7" fmla="*/ 15844 w 2178280"/>
              <a:gd name="connsiteY7" fmla="*/ 4749640 h 4910738"/>
              <a:gd name="connsiteX8" fmla="*/ 0 w 2178280"/>
              <a:gd name="connsiteY8" fmla="*/ 152044 h 4910738"/>
              <a:gd name="connsiteX0" fmla="*/ 3114 w 2181394"/>
              <a:gd name="connsiteY0" fmla="*/ 152044 h 4910738"/>
              <a:gd name="connsiteX1" fmla="*/ 155158 w 2181394"/>
              <a:gd name="connsiteY1" fmla="*/ 0 h 4910738"/>
              <a:gd name="connsiteX2" fmla="*/ 2029350 w 2181394"/>
              <a:gd name="connsiteY2" fmla="*/ 0 h 4910738"/>
              <a:gd name="connsiteX3" fmla="*/ 2181394 w 2181394"/>
              <a:gd name="connsiteY3" fmla="*/ 152044 h 4910738"/>
              <a:gd name="connsiteX4" fmla="*/ 2181394 w 2181394"/>
              <a:gd name="connsiteY4" fmla="*/ 4758694 h 4910738"/>
              <a:gd name="connsiteX5" fmla="*/ 2027087 w 2181394"/>
              <a:gd name="connsiteY5" fmla="*/ 4897158 h 4910738"/>
              <a:gd name="connsiteX6" fmla="*/ 155158 w 2181394"/>
              <a:gd name="connsiteY6" fmla="*/ 4910738 h 4910738"/>
              <a:gd name="connsiteX7" fmla="*/ 18958 w 2181394"/>
              <a:gd name="connsiteY7" fmla="*/ 4749640 h 4910738"/>
              <a:gd name="connsiteX8" fmla="*/ 96033 w 2181394"/>
              <a:gd name="connsiteY8" fmla="*/ 4175033 h 4910738"/>
              <a:gd name="connsiteX9" fmla="*/ 3114 w 2181394"/>
              <a:gd name="connsiteY9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97810 w 2183171"/>
              <a:gd name="connsiteY8" fmla="*/ 4175033 h 4910738"/>
              <a:gd name="connsiteX9" fmla="*/ 18031 w 2183171"/>
              <a:gd name="connsiteY9" fmla="*/ 3938761 h 4910738"/>
              <a:gd name="connsiteX10" fmla="*/ 4891 w 2183171"/>
              <a:gd name="connsiteY10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97810 w 2183171"/>
              <a:gd name="connsiteY8" fmla="*/ 4175033 h 4910738"/>
              <a:gd name="connsiteX9" fmla="*/ 18031 w 2183171"/>
              <a:gd name="connsiteY9" fmla="*/ 3938761 h 4910738"/>
              <a:gd name="connsiteX10" fmla="*/ 4891 w 2183171"/>
              <a:gd name="connsiteY10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24168 w 2183171"/>
              <a:gd name="connsiteY8" fmla="*/ 4405167 h 4910738"/>
              <a:gd name="connsiteX9" fmla="*/ 97810 w 2183171"/>
              <a:gd name="connsiteY9" fmla="*/ 4175033 h 4910738"/>
              <a:gd name="connsiteX10" fmla="*/ 18031 w 2183171"/>
              <a:gd name="connsiteY10" fmla="*/ 3938761 h 4910738"/>
              <a:gd name="connsiteX11" fmla="*/ 4891 w 2183171"/>
              <a:gd name="connsiteY11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24168 w 2183171"/>
              <a:gd name="connsiteY8" fmla="*/ 4405167 h 4910738"/>
              <a:gd name="connsiteX9" fmla="*/ 97810 w 2183171"/>
              <a:gd name="connsiteY9" fmla="*/ 4175033 h 4910738"/>
              <a:gd name="connsiteX10" fmla="*/ 18031 w 2183171"/>
              <a:gd name="connsiteY10" fmla="*/ 3938761 h 4910738"/>
              <a:gd name="connsiteX11" fmla="*/ 4891 w 2183171"/>
              <a:gd name="connsiteY11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20358 w 2183171"/>
              <a:gd name="connsiteY8" fmla="*/ 4389927 h 4910738"/>
              <a:gd name="connsiteX9" fmla="*/ 97810 w 2183171"/>
              <a:gd name="connsiteY9" fmla="*/ 4175033 h 4910738"/>
              <a:gd name="connsiteX10" fmla="*/ 18031 w 2183171"/>
              <a:gd name="connsiteY10" fmla="*/ 3938761 h 4910738"/>
              <a:gd name="connsiteX11" fmla="*/ 4891 w 2183171"/>
              <a:gd name="connsiteY11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83171 w 2183171"/>
              <a:gd name="connsiteY4" fmla="*/ 4758694 h 4910738"/>
              <a:gd name="connsiteX5" fmla="*/ 2028864 w 2183171"/>
              <a:gd name="connsiteY5" fmla="*/ 4897158 h 4910738"/>
              <a:gd name="connsiteX6" fmla="*/ 156935 w 2183171"/>
              <a:gd name="connsiteY6" fmla="*/ 4910738 h 4910738"/>
              <a:gd name="connsiteX7" fmla="*/ 20735 w 2183171"/>
              <a:gd name="connsiteY7" fmla="*/ 4749640 h 4910738"/>
              <a:gd name="connsiteX8" fmla="*/ 20358 w 2183171"/>
              <a:gd name="connsiteY8" fmla="*/ 4389927 h 4910738"/>
              <a:gd name="connsiteX9" fmla="*/ 97810 w 2183171"/>
              <a:gd name="connsiteY9" fmla="*/ 4175033 h 4910738"/>
              <a:gd name="connsiteX10" fmla="*/ 18031 w 2183171"/>
              <a:gd name="connsiteY10" fmla="*/ 3938761 h 4910738"/>
              <a:gd name="connsiteX11" fmla="*/ 4891 w 2183171"/>
              <a:gd name="connsiteY11" fmla="*/ 152044 h 4910738"/>
              <a:gd name="connsiteX0" fmla="*/ 4891 w 2183171"/>
              <a:gd name="connsiteY0" fmla="*/ 152044 h 4910738"/>
              <a:gd name="connsiteX1" fmla="*/ 156935 w 2183171"/>
              <a:gd name="connsiteY1" fmla="*/ 0 h 4910738"/>
              <a:gd name="connsiteX2" fmla="*/ 2031127 w 2183171"/>
              <a:gd name="connsiteY2" fmla="*/ 0 h 4910738"/>
              <a:gd name="connsiteX3" fmla="*/ 2183171 w 2183171"/>
              <a:gd name="connsiteY3" fmla="*/ 152044 h 4910738"/>
              <a:gd name="connsiteX4" fmla="*/ 2149522 w 2183171"/>
              <a:gd name="connsiteY4" fmla="*/ 2674762 h 4910738"/>
              <a:gd name="connsiteX5" fmla="*/ 2183171 w 2183171"/>
              <a:gd name="connsiteY5" fmla="*/ 4758694 h 4910738"/>
              <a:gd name="connsiteX6" fmla="*/ 2028864 w 2183171"/>
              <a:gd name="connsiteY6" fmla="*/ 4897158 h 4910738"/>
              <a:gd name="connsiteX7" fmla="*/ 156935 w 2183171"/>
              <a:gd name="connsiteY7" fmla="*/ 4910738 h 4910738"/>
              <a:gd name="connsiteX8" fmla="*/ 20735 w 2183171"/>
              <a:gd name="connsiteY8" fmla="*/ 4749640 h 4910738"/>
              <a:gd name="connsiteX9" fmla="*/ 20358 w 2183171"/>
              <a:gd name="connsiteY9" fmla="*/ 4389927 h 4910738"/>
              <a:gd name="connsiteX10" fmla="*/ 97810 w 2183171"/>
              <a:gd name="connsiteY10" fmla="*/ 4175033 h 4910738"/>
              <a:gd name="connsiteX11" fmla="*/ 18031 w 2183171"/>
              <a:gd name="connsiteY11" fmla="*/ 3938761 h 4910738"/>
              <a:gd name="connsiteX12" fmla="*/ 4891 w 2183171"/>
              <a:gd name="connsiteY12" fmla="*/ 152044 h 4910738"/>
              <a:gd name="connsiteX0" fmla="*/ 4891 w 2187622"/>
              <a:gd name="connsiteY0" fmla="*/ 152044 h 4910738"/>
              <a:gd name="connsiteX1" fmla="*/ 156935 w 2187622"/>
              <a:gd name="connsiteY1" fmla="*/ 0 h 4910738"/>
              <a:gd name="connsiteX2" fmla="*/ 2031127 w 2187622"/>
              <a:gd name="connsiteY2" fmla="*/ 0 h 4910738"/>
              <a:gd name="connsiteX3" fmla="*/ 2183171 w 2187622"/>
              <a:gd name="connsiteY3" fmla="*/ 152044 h 4910738"/>
              <a:gd name="connsiteX4" fmla="*/ 2149522 w 2187622"/>
              <a:gd name="connsiteY4" fmla="*/ 2674762 h 4910738"/>
              <a:gd name="connsiteX5" fmla="*/ 2187622 w 2187622"/>
              <a:gd name="connsiteY5" fmla="*/ 2912887 h 4910738"/>
              <a:gd name="connsiteX6" fmla="*/ 2183171 w 2187622"/>
              <a:gd name="connsiteY6" fmla="*/ 4758694 h 4910738"/>
              <a:gd name="connsiteX7" fmla="*/ 2028864 w 2187622"/>
              <a:gd name="connsiteY7" fmla="*/ 4897158 h 4910738"/>
              <a:gd name="connsiteX8" fmla="*/ 156935 w 2187622"/>
              <a:gd name="connsiteY8" fmla="*/ 4910738 h 4910738"/>
              <a:gd name="connsiteX9" fmla="*/ 20735 w 2187622"/>
              <a:gd name="connsiteY9" fmla="*/ 4749640 h 4910738"/>
              <a:gd name="connsiteX10" fmla="*/ 20358 w 2187622"/>
              <a:gd name="connsiteY10" fmla="*/ 4389927 h 4910738"/>
              <a:gd name="connsiteX11" fmla="*/ 97810 w 2187622"/>
              <a:gd name="connsiteY11" fmla="*/ 4175033 h 4910738"/>
              <a:gd name="connsiteX12" fmla="*/ 18031 w 2187622"/>
              <a:gd name="connsiteY12" fmla="*/ 3938761 h 4910738"/>
              <a:gd name="connsiteX13" fmla="*/ 4891 w 2187622"/>
              <a:gd name="connsiteY13" fmla="*/ 152044 h 4910738"/>
              <a:gd name="connsiteX0" fmla="*/ 4891 w 2187622"/>
              <a:gd name="connsiteY0" fmla="*/ 152044 h 4910738"/>
              <a:gd name="connsiteX1" fmla="*/ 156935 w 2187622"/>
              <a:gd name="connsiteY1" fmla="*/ 0 h 4910738"/>
              <a:gd name="connsiteX2" fmla="*/ 2031127 w 2187622"/>
              <a:gd name="connsiteY2" fmla="*/ 0 h 4910738"/>
              <a:gd name="connsiteX3" fmla="*/ 2183171 w 2187622"/>
              <a:gd name="connsiteY3" fmla="*/ 152044 h 4910738"/>
              <a:gd name="connsiteX4" fmla="*/ 2149522 w 2187622"/>
              <a:gd name="connsiteY4" fmla="*/ 2674762 h 4910738"/>
              <a:gd name="connsiteX5" fmla="*/ 2187622 w 2187622"/>
              <a:gd name="connsiteY5" fmla="*/ 2912887 h 4910738"/>
              <a:gd name="connsiteX6" fmla="*/ 2179361 w 2187622"/>
              <a:gd name="connsiteY6" fmla="*/ 4732024 h 4910738"/>
              <a:gd name="connsiteX7" fmla="*/ 2028864 w 2187622"/>
              <a:gd name="connsiteY7" fmla="*/ 4897158 h 4910738"/>
              <a:gd name="connsiteX8" fmla="*/ 156935 w 2187622"/>
              <a:gd name="connsiteY8" fmla="*/ 4910738 h 4910738"/>
              <a:gd name="connsiteX9" fmla="*/ 20735 w 2187622"/>
              <a:gd name="connsiteY9" fmla="*/ 4749640 h 4910738"/>
              <a:gd name="connsiteX10" fmla="*/ 20358 w 2187622"/>
              <a:gd name="connsiteY10" fmla="*/ 4389927 h 4910738"/>
              <a:gd name="connsiteX11" fmla="*/ 97810 w 2187622"/>
              <a:gd name="connsiteY11" fmla="*/ 4175033 h 4910738"/>
              <a:gd name="connsiteX12" fmla="*/ 18031 w 2187622"/>
              <a:gd name="connsiteY12" fmla="*/ 3938761 h 4910738"/>
              <a:gd name="connsiteX13" fmla="*/ 4891 w 2187622"/>
              <a:gd name="connsiteY13" fmla="*/ 152044 h 4910738"/>
              <a:gd name="connsiteX0" fmla="*/ 4891 w 2187622"/>
              <a:gd name="connsiteY0" fmla="*/ 152044 h 4910738"/>
              <a:gd name="connsiteX1" fmla="*/ 156935 w 2187622"/>
              <a:gd name="connsiteY1" fmla="*/ 0 h 4910738"/>
              <a:gd name="connsiteX2" fmla="*/ 2031127 w 2187622"/>
              <a:gd name="connsiteY2" fmla="*/ 0 h 4910738"/>
              <a:gd name="connsiteX3" fmla="*/ 2183171 w 2187622"/>
              <a:gd name="connsiteY3" fmla="*/ 152044 h 4910738"/>
              <a:gd name="connsiteX4" fmla="*/ 2159047 w 2187622"/>
              <a:gd name="connsiteY4" fmla="*/ 2661427 h 4910738"/>
              <a:gd name="connsiteX5" fmla="*/ 2187622 w 2187622"/>
              <a:gd name="connsiteY5" fmla="*/ 2912887 h 4910738"/>
              <a:gd name="connsiteX6" fmla="*/ 2179361 w 2187622"/>
              <a:gd name="connsiteY6" fmla="*/ 4732024 h 4910738"/>
              <a:gd name="connsiteX7" fmla="*/ 2028864 w 2187622"/>
              <a:gd name="connsiteY7" fmla="*/ 4897158 h 4910738"/>
              <a:gd name="connsiteX8" fmla="*/ 156935 w 2187622"/>
              <a:gd name="connsiteY8" fmla="*/ 4910738 h 4910738"/>
              <a:gd name="connsiteX9" fmla="*/ 20735 w 2187622"/>
              <a:gd name="connsiteY9" fmla="*/ 4749640 h 4910738"/>
              <a:gd name="connsiteX10" fmla="*/ 20358 w 2187622"/>
              <a:gd name="connsiteY10" fmla="*/ 4389927 h 4910738"/>
              <a:gd name="connsiteX11" fmla="*/ 97810 w 2187622"/>
              <a:gd name="connsiteY11" fmla="*/ 4175033 h 4910738"/>
              <a:gd name="connsiteX12" fmla="*/ 18031 w 2187622"/>
              <a:gd name="connsiteY12" fmla="*/ 3938761 h 4910738"/>
              <a:gd name="connsiteX13" fmla="*/ 4891 w 2187622"/>
              <a:gd name="connsiteY13" fmla="*/ 152044 h 4910738"/>
              <a:gd name="connsiteX0" fmla="*/ 4891 w 2195272"/>
              <a:gd name="connsiteY0" fmla="*/ 152044 h 4910738"/>
              <a:gd name="connsiteX1" fmla="*/ 156935 w 2195272"/>
              <a:gd name="connsiteY1" fmla="*/ 0 h 4910738"/>
              <a:gd name="connsiteX2" fmla="*/ 2031127 w 2195272"/>
              <a:gd name="connsiteY2" fmla="*/ 0 h 4910738"/>
              <a:gd name="connsiteX3" fmla="*/ 2183171 w 2195272"/>
              <a:gd name="connsiteY3" fmla="*/ 152044 h 4910738"/>
              <a:gd name="connsiteX4" fmla="*/ 2187621 w 2195272"/>
              <a:gd name="connsiteY4" fmla="*/ 2389012 h 4910738"/>
              <a:gd name="connsiteX5" fmla="*/ 2159047 w 2195272"/>
              <a:gd name="connsiteY5" fmla="*/ 2661427 h 4910738"/>
              <a:gd name="connsiteX6" fmla="*/ 2187622 w 2195272"/>
              <a:gd name="connsiteY6" fmla="*/ 2912887 h 4910738"/>
              <a:gd name="connsiteX7" fmla="*/ 2179361 w 2195272"/>
              <a:gd name="connsiteY7" fmla="*/ 4732024 h 4910738"/>
              <a:gd name="connsiteX8" fmla="*/ 2028864 w 2195272"/>
              <a:gd name="connsiteY8" fmla="*/ 4897158 h 4910738"/>
              <a:gd name="connsiteX9" fmla="*/ 156935 w 2195272"/>
              <a:gd name="connsiteY9" fmla="*/ 4910738 h 4910738"/>
              <a:gd name="connsiteX10" fmla="*/ 20735 w 2195272"/>
              <a:gd name="connsiteY10" fmla="*/ 4749640 h 4910738"/>
              <a:gd name="connsiteX11" fmla="*/ 20358 w 2195272"/>
              <a:gd name="connsiteY11" fmla="*/ 4389927 h 4910738"/>
              <a:gd name="connsiteX12" fmla="*/ 97810 w 2195272"/>
              <a:gd name="connsiteY12" fmla="*/ 4175033 h 4910738"/>
              <a:gd name="connsiteX13" fmla="*/ 18031 w 2195272"/>
              <a:gd name="connsiteY13" fmla="*/ 3938761 h 4910738"/>
              <a:gd name="connsiteX14" fmla="*/ 4891 w 2195272"/>
              <a:gd name="connsiteY14" fmla="*/ 152044 h 4910738"/>
              <a:gd name="connsiteX0" fmla="*/ 4891 w 2195272"/>
              <a:gd name="connsiteY0" fmla="*/ 152044 h 4910738"/>
              <a:gd name="connsiteX1" fmla="*/ 156935 w 2195272"/>
              <a:gd name="connsiteY1" fmla="*/ 0 h 4910738"/>
              <a:gd name="connsiteX2" fmla="*/ 2031127 w 2195272"/>
              <a:gd name="connsiteY2" fmla="*/ 0 h 4910738"/>
              <a:gd name="connsiteX3" fmla="*/ 2183171 w 2195272"/>
              <a:gd name="connsiteY3" fmla="*/ 152044 h 4910738"/>
              <a:gd name="connsiteX4" fmla="*/ 2187621 w 2195272"/>
              <a:gd name="connsiteY4" fmla="*/ 2389012 h 4910738"/>
              <a:gd name="connsiteX5" fmla="*/ 2159046 w 2195272"/>
              <a:gd name="connsiteY5" fmla="*/ 2531887 h 4910738"/>
              <a:gd name="connsiteX6" fmla="*/ 2159047 w 2195272"/>
              <a:gd name="connsiteY6" fmla="*/ 2661427 h 4910738"/>
              <a:gd name="connsiteX7" fmla="*/ 2187622 w 2195272"/>
              <a:gd name="connsiteY7" fmla="*/ 2912887 h 4910738"/>
              <a:gd name="connsiteX8" fmla="*/ 2179361 w 2195272"/>
              <a:gd name="connsiteY8" fmla="*/ 4732024 h 4910738"/>
              <a:gd name="connsiteX9" fmla="*/ 2028864 w 2195272"/>
              <a:gd name="connsiteY9" fmla="*/ 4897158 h 4910738"/>
              <a:gd name="connsiteX10" fmla="*/ 156935 w 2195272"/>
              <a:gd name="connsiteY10" fmla="*/ 4910738 h 4910738"/>
              <a:gd name="connsiteX11" fmla="*/ 20735 w 2195272"/>
              <a:gd name="connsiteY11" fmla="*/ 4749640 h 4910738"/>
              <a:gd name="connsiteX12" fmla="*/ 20358 w 2195272"/>
              <a:gd name="connsiteY12" fmla="*/ 4389927 h 4910738"/>
              <a:gd name="connsiteX13" fmla="*/ 97810 w 2195272"/>
              <a:gd name="connsiteY13" fmla="*/ 4175033 h 4910738"/>
              <a:gd name="connsiteX14" fmla="*/ 18031 w 2195272"/>
              <a:gd name="connsiteY14" fmla="*/ 3938761 h 4910738"/>
              <a:gd name="connsiteX15" fmla="*/ 4891 w 2195272"/>
              <a:gd name="connsiteY15" fmla="*/ 152044 h 4910738"/>
              <a:gd name="connsiteX0" fmla="*/ 4891 w 2195272"/>
              <a:gd name="connsiteY0" fmla="*/ 152044 h 4910738"/>
              <a:gd name="connsiteX1" fmla="*/ 156935 w 2195272"/>
              <a:gd name="connsiteY1" fmla="*/ 0 h 4910738"/>
              <a:gd name="connsiteX2" fmla="*/ 2031127 w 2195272"/>
              <a:gd name="connsiteY2" fmla="*/ 0 h 4910738"/>
              <a:gd name="connsiteX3" fmla="*/ 2183171 w 2195272"/>
              <a:gd name="connsiteY3" fmla="*/ 152044 h 4910738"/>
              <a:gd name="connsiteX4" fmla="*/ 2187621 w 2195272"/>
              <a:gd name="connsiteY4" fmla="*/ 2389012 h 4910738"/>
              <a:gd name="connsiteX5" fmla="*/ 2159046 w 2195272"/>
              <a:gd name="connsiteY5" fmla="*/ 2531887 h 4910738"/>
              <a:gd name="connsiteX6" fmla="*/ 2159047 w 2195272"/>
              <a:gd name="connsiteY6" fmla="*/ 2661427 h 4910738"/>
              <a:gd name="connsiteX7" fmla="*/ 2187622 w 2195272"/>
              <a:gd name="connsiteY7" fmla="*/ 2912887 h 4910738"/>
              <a:gd name="connsiteX8" fmla="*/ 2179361 w 2195272"/>
              <a:gd name="connsiteY8" fmla="*/ 4732024 h 4910738"/>
              <a:gd name="connsiteX9" fmla="*/ 2028864 w 2195272"/>
              <a:gd name="connsiteY9" fmla="*/ 4897158 h 4910738"/>
              <a:gd name="connsiteX10" fmla="*/ 156935 w 2195272"/>
              <a:gd name="connsiteY10" fmla="*/ 4910738 h 4910738"/>
              <a:gd name="connsiteX11" fmla="*/ 20735 w 2195272"/>
              <a:gd name="connsiteY11" fmla="*/ 4749640 h 4910738"/>
              <a:gd name="connsiteX12" fmla="*/ 20358 w 2195272"/>
              <a:gd name="connsiteY12" fmla="*/ 4389927 h 4910738"/>
              <a:gd name="connsiteX13" fmla="*/ 97810 w 2195272"/>
              <a:gd name="connsiteY13" fmla="*/ 4175033 h 4910738"/>
              <a:gd name="connsiteX14" fmla="*/ 18031 w 2195272"/>
              <a:gd name="connsiteY14" fmla="*/ 3938761 h 4910738"/>
              <a:gd name="connsiteX15" fmla="*/ 4891 w 2195272"/>
              <a:gd name="connsiteY15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59047 w 2198991"/>
              <a:gd name="connsiteY6" fmla="*/ 2661427 h 4910738"/>
              <a:gd name="connsiteX7" fmla="*/ 2187622 w 2198991"/>
              <a:gd name="connsiteY7" fmla="*/ 2912887 h 4910738"/>
              <a:gd name="connsiteX8" fmla="*/ 2179361 w 2198991"/>
              <a:gd name="connsiteY8" fmla="*/ 4732024 h 4910738"/>
              <a:gd name="connsiteX9" fmla="*/ 2028864 w 2198991"/>
              <a:gd name="connsiteY9" fmla="*/ 4897158 h 4910738"/>
              <a:gd name="connsiteX10" fmla="*/ 156935 w 2198991"/>
              <a:gd name="connsiteY10" fmla="*/ 4910738 h 4910738"/>
              <a:gd name="connsiteX11" fmla="*/ 20735 w 2198991"/>
              <a:gd name="connsiteY11" fmla="*/ 4749640 h 4910738"/>
              <a:gd name="connsiteX12" fmla="*/ 20358 w 2198991"/>
              <a:gd name="connsiteY12" fmla="*/ 4389927 h 4910738"/>
              <a:gd name="connsiteX13" fmla="*/ 97810 w 2198991"/>
              <a:gd name="connsiteY13" fmla="*/ 4175033 h 4910738"/>
              <a:gd name="connsiteX14" fmla="*/ 18031 w 2198991"/>
              <a:gd name="connsiteY14" fmla="*/ 3938761 h 4910738"/>
              <a:gd name="connsiteX15" fmla="*/ 4891 w 2198991"/>
              <a:gd name="connsiteY15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59047 w 2198991"/>
              <a:gd name="connsiteY6" fmla="*/ 2661427 h 4910738"/>
              <a:gd name="connsiteX7" fmla="*/ 2187622 w 2198991"/>
              <a:gd name="connsiteY7" fmla="*/ 2912887 h 4910738"/>
              <a:gd name="connsiteX8" fmla="*/ 2179361 w 2198991"/>
              <a:gd name="connsiteY8" fmla="*/ 4732024 h 4910738"/>
              <a:gd name="connsiteX9" fmla="*/ 2028864 w 2198991"/>
              <a:gd name="connsiteY9" fmla="*/ 4897158 h 4910738"/>
              <a:gd name="connsiteX10" fmla="*/ 156935 w 2198991"/>
              <a:gd name="connsiteY10" fmla="*/ 4910738 h 4910738"/>
              <a:gd name="connsiteX11" fmla="*/ 20735 w 2198991"/>
              <a:gd name="connsiteY11" fmla="*/ 4749640 h 4910738"/>
              <a:gd name="connsiteX12" fmla="*/ 20358 w 2198991"/>
              <a:gd name="connsiteY12" fmla="*/ 4389927 h 4910738"/>
              <a:gd name="connsiteX13" fmla="*/ 97810 w 2198991"/>
              <a:gd name="connsiteY13" fmla="*/ 4175033 h 4910738"/>
              <a:gd name="connsiteX14" fmla="*/ 18031 w 2198991"/>
              <a:gd name="connsiteY14" fmla="*/ 3938761 h 4910738"/>
              <a:gd name="connsiteX15" fmla="*/ 4891 w 2198991"/>
              <a:gd name="connsiteY15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47616 w 2198991"/>
              <a:gd name="connsiteY6" fmla="*/ 2688097 h 4910738"/>
              <a:gd name="connsiteX7" fmla="*/ 2159047 w 2198991"/>
              <a:gd name="connsiteY7" fmla="*/ 2661427 h 4910738"/>
              <a:gd name="connsiteX8" fmla="*/ 2187622 w 2198991"/>
              <a:gd name="connsiteY8" fmla="*/ 2912887 h 4910738"/>
              <a:gd name="connsiteX9" fmla="*/ 2179361 w 2198991"/>
              <a:gd name="connsiteY9" fmla="*/ 4732024 h 4910738"/>
              <a:gd name="connsiteX10" fmla="*/ 2028864 w 2198991"/>
              <a:gd name="connsiteY10" fmla="*/ 4897158 h 4910738"/>
              <a:gd name="connsiteX11" fmla="*/ 156935 w 2198991"/>
              <a:gd name="connsiteY11" fmla="*/ 4910738 h 4910738"/>
              <a:gd name="connsiteX12" fmla="*/ 20735 w 2198991"/>
              <a:gd name="connsiteY12" fmla="*/ 4749640 h 4910738"/>
              <a:gd name="connsiteX13" fmla="*/ 20358 w 2198991"/>
              <a:gd name="connsiteY13" fmla="*/ 4389927 h 4910738"/>
              <a:gd name="connsiteX14" fmla="*/ 97810 w 2198991"/>
              <a:gd name="connsiteY14" fmla="*/ 4175033 h 4910738"/>
              <a:gd name="connsiteX15" fmla="*/ 18031 w 2198991"/>
              <a:gd name="connsiteY15" fmla="*/ 3938761 h 4910738"/>
              <a:gd name="connsiteX16" fmla="*/ 4891 w 2198991"/>
              <a:gd name="connsiteY16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51426 w 2198991"/>
              <a:gd name="connsiteY6" fmla="*/ 2609992 h 4910738"/>
              <a:gd name="connsiteX7" fmla="*/ 2147616 w 2198991"/>
              <a:gd name="connsiteY7" fmla="*/ 2688097 h 4910738"/>
              <a:gd name="connsiteX8" fmla="*/ 2159047 w 2198991"/>
              <a:gd name="connsiteY8" fmla="*/ 2661427 h 4910738"/>
              <a:gd name="connsiteX9" fmla="*/ 2187622 w 2198991"/>
              <a:gd name="connsiteY9" fmla="*/ 2912887 h 4910738"/>
              <a:gd name="connsiteX10" fmla="*/ 2179361 w 2198991"/>
              <a:gd name="connsiteY10" fmla="*/ 4732024 h 4910738"/>
              <a:gd name="connsiteX11" fmla="*/ 2028864 w 2198991"/>
              <a:gd name="connsiteY11" fmla="*/ 4897158 h 4910738"/>
              <a:gd name="connsiteX12" fmla="*/ 156935 w 2198991"/>
              <a:gd name="connsiteY12" fmla="*/ 4910738 h 4910738"/>
              <a:gd name="connsiteX13" fmla="*/ 20735 w 2198991"/>
              <a:gd name="connsiteY13" fmla="*/ 4749640 h 4910738"/>
              <a:gd name="connsiteX14" fmla="*/ 20358 w 2198991"/>
              <a:gd name="connsiteY14" fmla="*/ 4389927 h 4910738"/>
              <a:gd name="connsiteX15" fmla="*/ 97810 w 2198991"/>
              <a:gd name="connsiteY15" fmla="*/ 4175033 h 4910738"/>
              <a:gd name="connsiteX16" fmla="*/ 18031 w 2198991"/>
              <a:gd name="connsiteY16" fmla="*/ 3938761 h 4910738"/>
              <a:gd name="connsiteX17" fmla="*/ 4891 w 2198991"/>
              <a:gd name="connsiteY17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47616 w 2198991"/>
              <a:gd name="connsiteY6" fmla="*/ 2688097 h 4910738"/>
              <a:gd name="connsiteX7" fmla="*/ 2159047 w 2198991"/>
              <a:gd name="connsiteY7" fmla="*/ 2661427 h 4910738"/>
              <a:gd name="connsiteX8" fmla="*/ 2187622 w 2198991"/>
              <a:gd name="connsiteY8" fmla="*/ 2912887 h 4910738"/>
              <a:gd name="connsiteX9" fmla="*/ 2179361 w 2198991"/>
              <a:gd name="connsiteY9" fmla="*/ 4732024 h 4910738"/>
              <a:gd name="connsiteX10" fmla="*/ 2028864 w 2198991"/>
              <a:gd name="connsiteY10" fmla="*/ 4897158 h 4910738"/>
              <a:gd name="connsiteX11" fmla="*/ 156935 w 2198991"/>
              <a:gd name="connsiteY11" fmla="*/ 4910738 h 4910738"/>
              <a:gd name="connsiteX12" fmla="*/ 20735 w 2198991"/>
              <a:gd name="connsiteY12" fmla="*/ 4749640 h 4910738"/>
              <a:gd name="connsiteX13" fmla="*/ 20358 w 2198991"/>
              <a:gd name="connsiteY13" fmla="*/ 4389927 h 4910738"/>
              <a:gd name="connsiteX14" fmla="*/ 97810 w 2198991"/>
              <a:gd name="connsiteY14" fmla="*/ 4175033 h 4910738"/>
              <a:gd name="connsiteX15" fmla="*/ 18031 w 2198991"/>
              <a:gd name="connsiteY15" fmla="*/ 3938761 h 4910738"/>
              <a:gd name="connsiteX16" fmla="*/ 4891 w 2198991"/>
              <a:gd name="connsiteY16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59047 w 2198991"/>
              <a:gd name="connsiteY6" fmla="*/ 2661427 h 4910738"/>
              <a:gd name="connsiteX7" fmla="*/ 2187622 w 2198991"/>
              <a:gd name="connsiteY7" fmla="*/ 2912887 h 4910738"/>
              <a:gd name="connsiteX8" fmla="*/ 2179361 w 2198991"/>
              <a:gd name="connsiteY8" fmla="*/ 4732024 h 4910738"/>
              <a:gd name="connsiteX9" fmla="*/ 2028864 w 2198991"/>
              <a:gd name="connsiteY9" fmla="*/ 4897158 h 4910738"/>
              <a:gd name="connsiteX10" fmla="*/ 156935 w 2198991"/>
              <a:gd name="connsiteY10" fmla="*/ 4910738 h 4910738"/>
              <a:gd name="connsiteX11" fmla="*/ 20735 w 2198991"/>
              <a:gd name="connsiteY11" fmla="*/ 4749640 h 4910738"/>
              <a:gd name="connsiteX12" fmla="*/ 20358 w 2198991"/>
              <a:gd name="connsiteY12" fmla="*/ 4389927 h 4910738"/>
              <a:gd name="connsiteX13" fmla="*/ 97810 w 2198991"/>
              <a:gd name="connsiteY13" fmla="*/ 4175033 h 4910738"/>
              <a:gd name="connsiteX14" fmla="*/ 18031 w 2198991"/>
              <a:gd name="connsiteY14" fmla="*/ 3938761 h 4910738"/>
              <a:gd name="connsiteX15" fmla="*/ 4891 w 2198991"/>
              <a:gd name="connsiteY15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6 w 2198991"/>
              <a:gd name="connsiteY5" fmla="*/ 2531887 h 4910738"/>
              <a:gd name="connsiteX6" fmla="*/ 2159047 w 2198991"/>
              <a:gd name="connsiteY6" fmla="*/ 2661427 h 4910738"/>
              <a:gd name="connsiteX7" fmla="*/ 2187622 w 2198991"/>
              <a:gd name="connsiteY7" fmla="*/ 2912887 h 4910738"/>
              <a:gd name="connsiteX8" fmla="*/ 2179361 w 2198991"/>
              <a:gd name="connsiteY8" fmla="*/ 4732024 h 4910738"/>
              <a:gd name="connsiteX9" fmla="*/ 2028864 w 2198991"/>
              <a:gd name="connsiteY9" fmla="*/ 4897158 h 4910738"/>
              <a:gd name="connsiteX10" fmla="*/ 156935 w 2198991"/>
              <a:gd name="connsiteY10" fmla="*/ 4910738 h 4910738"/>
              <a:gd name="connsiteX11" fmla="*/ 20735 w 2198991"/>
              <a:gd name="connsiteY11" fmla="*/ 4749640 h 4910738"/>
              <a:gd name="connsiteX12" fmla="*/ 20358 w 2198991"/>
              <a:gd name="connsiteY12" fmla="*/ 4389927 h 4910738"/>
              <a:gd name="connsiteX13" fmla="*/ 97810 w 2198991"/>
              <a:gd name="connsiteY13" fmla="*/ 4175033 h 4910738"/>
              <a:gd name="connsiteX14" fmla="*/ 18031 w 2198991"/>
              <a:gd name="connsiteY14" fmla="*/ 3938761 h 4910738"/>
              <a:gd name="connsiteX15" fmla="*/ 4891 w 2198991"/>
              <a:gd name="connsiteY15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7 w 2198991"/>
              <a:gd name="connsiteY5" fmla="*/ 2661427 h 4910738"/>
              <a:gd name="connsiteX6" fmla="*/ 2187622 w 2198991"/>
              <a:gd name="connsiteY6" fmla="*/ 2912887 h 4910738"/>
              <a:gd name="connsiteX7" fmla="*/ 2179361 w 2198991"/>
              <a:gd name="connsiteY7" fmla="*/ 4732024 h 4910738"/>
              <a:gd name="connsiteX8" fmla="*/ 2028864 w 2198991"/>
              <a:gd name="connsiteY8" fmla="*/ 4897158 h 4910738"/>
              <a:gd name="connsiteX9" fmla="*/ 156935 w 2198991"/>
              <a:gd name="connsiteY9" fmla="*/ 4910738 h 4910738"/>
              <a:gd name="connsiteX10" fmla="*/ 20735 w 2198991"/>
              <a:gd name="connsiteY10" fmla="*/ 4749640 h 4910738"/>
              <a:gd name="connsiteX11" fmla="*/ 20358 w 2198991"/>
              <a:gd name="connsiteY11" fmla="*/ 4389927 h 4910738"/>
              <a:gd name="connsiteX12" fmla="*/ 97810 w 2198991"/>
              <a:gd name="connsiteY12" fmla="*/ 4175033 h 4910738"/>
              <a:gd name="connsiteX13" fmla="*/ 18031 w 2198991"/>
              <a:gd name="connsiteY13" fmla="*/ 3938761 h 4910738"/>
              <a:gd name="connsiteX14" fmla="*/ 4891 w 2198991"/>
              <a:gd name="connsiteY14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7 w 2198991"/>
              <a:gd name="connsiteY5" fmla="*/ 2661427 h 4910738"/>
              <a:gd name="connsiteX6" fmla="*/ 2187622 w 2198991"/>
              <a:gd name="connsiteY6" fmla="*/ 2912887 h 4910738"/>
              <a:gd name="connsiteX7" fmla="*/ 2179361 w 2198991"/>
              <a:gd name="connsiteY7" fmla="*/ 4732024 h 4910738"/>
              <a:gd name="connsiteX8" fmla="*/ 2028864 w 2198991"/>
              <a:gd name="connsiteY8" fmla="*/ 4897158 h 4910738"/>
              <a:gd name="connsiteX9" fmla="*/ 156935 w 2198991"/>
              <a:gd name="connsiteY9" fmla="*/ 4910738 h 4910738"/>
              <a:gd name="connsiteX10" fmla="*/ 20735 w 2198991"/>
              <a:gd name="connsiteY10" fmla="*/ 4749640 h 4910738"/>
              <a:gd name="connsiteX11" fmla="*/ 20358 w 2198991"/>
              <a:gd name="connsiteY11" fmla="*/ 4389927 h 4910738"/>
              <a:gd name="connsiteX12" fmla="*/ 97810 w 2198991"/>
              <a:gd name="connsiteY12" fmla="*/ 4175033 h 4910738"/>
              <a:gd name="connsiteX13" fmla="*/ 18031 w 2198991"/>
              <a:gd name="connsiteY13" fmla="*/ 3938761 h 4910738"/>
              <a:gd name="connsiteX14" fmla="*/ 4891 w 2198991"/>
              <a:gd name="connsiteY14" fmla="*/ 152044 h 4910738"/>
              <a:gd name="connsiteX0" fmla="*/ 4891 w 2198991"/>
              <a:gd name="connsiteY0" fmla="*/ 152044 h 4910738"/>
              <a:gd name="connsiteX1" fmla="*/ 156935 w 2198991"/>
              <a:gd name="connsiteY1" fmla="*/ 0 h 4910738"/>
              <a:gd name="connsiteX2" fmla="*/ 2031127 w 2198991"/>
              <a:gd name="connsiteY2" fmla="*/ 0 h 4910738"/>
              <a:gd name="connsiteX3" fmla="*/ 2183171 w 2198991"/>
              <a:gd name="connsiteY3" fmla="*/ 152044 h 4910738"/>
              <a:gd name="connsiteX4" fmla="*/ 2195241 w 2198991"/>
              <a:gd name="connsiteY4" fmla="*/ 2135647 h 4910738"/>
              <a:gd name="connsiteX5" fmla="*/ 2159047 w 2198991"/>
              <a:gd name="connsiteY5" fmla="*/ 2661427 h 4910738"/>
              <a:gd name="connsiteX6" fmla="*/ 2187622 w 2198991"/>
              <a:gd name="connsiteY6" fmla="*/ 2912887 h 4910738"/>
              <a:gd name="connsiteX7" fmla="*/ 2179361 w 2198991"/>
              <a:gd name="connsiteY7" fmla="*/ 4732024 h 4910738"/>
              <a:gd name="connsiteX8" fmla="*/ 2028864 w 2198991"/>
              <a:gd name="connsiteY8" fmla="*/ 4897158 h 4910738"/>
              <a:gd name="connsiteX9" fmla="*/ 156935 w 2198991"/>
              <a:gd name="connsiteY9" fmla="*/ 4910738 h 4910738"/>
              <a:gd name="connsiteX10" fmla="*/ 20735 w 2198991"/>
              <a:gd name="connsiteY10" fmla="*/ 4749640 h 4910738"/>
              <a:gd name="connsiteX11" fmla="*/ 20358 w 2198991"/>
              <a:gd name="connsiteY11" fmla="*/ 4389927 h 4910738"/>
              <a:gd name="connsiteX12" fmla="*/ 97810 w 2198991"/>
              <a:gd name="connsiteY12" fmla="*/ 4175033 h 4910738"/>
              <a:gd name="connsiteX13" fmla="*/ 18031 w 2198991"/>
              <a:gd name="connsiteY13" fmla="*/ 3938761 h 4910738"/>
              <a:gd name="connsiteX14" fmla="*/ 4891 w 2198991"/>
              <a:gd name="connsiteY14" fmla="*/ 152044 h 4910738"/>
              <a:gd name="connsiteX0" fmla="*/ 4891 w 2215452"/>
              <a:gd name="connsiteY0" fmla="*/ 152044 h 4910738"/>
              <a:gd name="connsiteX1" fmla="*/ 156935 w 2215452"/>
              <a:gd name="connsiteY1" fmla="*/ 0 h 4910738"/>
              <a:gd name="connsiteX2" fmla="*/ 2031127 w 2215452"/>
              <a:gd name="connsiteY2" fmla="*/ 0 h 4910738"/>
              <a:gd name="connsiteX3" fmla="*/ 2207695 w 2215452"/>
              <a:gd name="connsiteY3" fmla="*/ 166058 h 4910738"/>
              <a:gd name="connsiteX4" fmla="*/ 2195241 w 2215452"/>
              <a:gd name="connsiteY4" fmla="*/ 2135647 h 4910738"/>
              <a:gd name="connsiteX5" fmla="*/ 2159047 w 2215452"/>
              <a:gd name="connsiteY5" fmla="*/ 2661427 h 4910738"/>
              <a:gd name="connsiteX6" fmla="*/ 2187622 w 2215452"/>
              <a:gd name="connsiteY6" fmla="*/ 2912887 h 4910738"/>
              <a:gd name="connsiteX7" fmla="*/ 2179361 w 2215452"/>
              <a:gd name="connsiteY7" fmla="*/ 4732024 h 4910738"/>
              <a:gd name="connsiteX8" fmla="*/ 2028864 w 2215452"/>
              <a:gd name="connsiteY8" fmla="*/ 4897158 h 4910738"/>
              <a:gd name="connsiteX9" fmla="*/ 156935 w 2215452"/>
              <a:gd name="connsiteY9" fmla="*/ 4910738 h 4910738"/>
              <a:gd name="connsiteX10" fmla="*/ 20735 w 2215452"/>
              <a:gd name="connsiteY10" fmla="*/ 4749640 h 4910738"/>
              <a:gd name="connsiteX11" fmla="*/ 20358 w 2215452"/>
              <a:gd name="connsiteY11" fmla="*/ 4389927 h 4910738"/>
              <a:gd name="connsiteX12" fmla="*/ 97810 w 2215452"/>
              <a:gd name="connsiteY12" fmla="*/ 4175033 h 4910738"/>
              <a:gd name="connsiteX13" fmla="*/ 18031 w 2215452"/>
              <a:gd name="connsiteY13" fmla="*/ 3938761 h 4910738"/>
              <a:gd name="connsiteX14" fmla="*/ 4891 w 2215452"/>
              <a:gd name="connsiteY14" fmla="*/ 152044 h 4910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5452" h="4910738">
                <a:moveTo>
                  <a:pt x="4891" y="152044"/>
                </a:moveTo>
                <a:cubicBezTo>
                  <a:pt x="4891" y="68072"/>
                  <a:pt x="72963" y="0"/>
                  <a:pt x="156935" y="0"/>
                </a:cubicBezTo>
                <a:lnTo>
                  <a:pt x="2031127" y="0"/>
                </a:lnTo>
                <a:cubicBezTo>
                  <a:pt x="2115099" y="0"/>
                  <a:pt x="2207695" y="82086"/>
                  <a:pt x="2207695" y="166058"/>
                </a:cubicBezTo>
                <a:cubicBezTo>
                  <a:pt x="2229332" y="572164"/>
                  <a:pt x="2199262" y="1717417"/>
                  <a:pt x="2195241" y="2135647"/>
                </a:cubicBezTo>
                <a:cubicBezTo>
                  <a:pt x="2191220" y="2553877"/>
                  <a:pt x="2150792" y="2495692"/>
                  <a:pt x="2159047" y="2661427"/>
                </a:cubicBezTo>
                <a:cubicBezTo>
                  <a:pt x="2160952" y="2743342"/>
                  <a:pt x="2185717" y="2830972"/>
                  <a:pt x="2187622" y="2912887"/>
                </a:cubicBezTo>
                <a:cubicBezTo>
                  <a:pt x="2186138" y="3528156"/>
                  <a:pt x="2180845" y="4116755"/>
                  <a:pt x="2179361" y="4732024"/>
                </a:cubicBezTo>
                <a:cubicBezTo>
                  <a:pt x="2179361" y="4815996"/>
                  <a:pt x="2112836" y="4897158"/>
                  <a:pt x="2028864" y="4897158"/>
                </a:cubicBezTo>
                <a:lnTo>
                  <a:pt x="156935" y="4910738"/>
                </a:lnTo>
                <a:cubicBezTo>
                  <a:pt x="72963" y="4910738"/>
                  <a:pt x="20735" y="4833612"/>
                  <a:pt x="20735" y="4749640"/>
                </a:cubicBezTo>
                <a:cubicBezTo>
                  <a:pt x="10370" y="4672538"/>
                  <a:pt x="13227" y="4561895"/>
                  <a:pt x="20358" y="4389927"/>
                </a:cubicBezTo>
                <a:cubicBezTo>
                  <a:pt x="23679" y="4400839"/>
                  <a:pt x="110595" y="4259927"/>
                  <a:pt x="97810" y="4175033"/>
                </a:cubicBezTo>
                <a:cubicBezTo>
                  <a:pt x="109633" y="4051649"/>
                  <a:pt x="18175" y="3998636"/>
                  <a:pt x="18031" y="3938761"/>
                </a:cubicBezTo>
                <a:cubicBezTo>
                  <a:pt x="2545" y="3268263"/>
                  <a:pt x="-5986" y="820267"/>
                  <a:pt x="4891" y="152044"/>
                </a:cubicBezTo>
                <a:close/>
              </a:path>
            </a:pathLst>
          </a:custGeom>
        </p:spPr>
        <p:txBody>
          <a:bodyPr vert="horz" lIns="0" tIns="0" rIns="0" bIns="1440000" rtlCol="0" anchor="ctr">
            <a:noAutofit/>
          </a:bodyPr>
          <a:lstStyle>
            <a:lvl1pPr marL="12700" indent="-12700" algn="ctr">
              <a:buFont typeface="Arial" panose="020B0604020202020204" pitchFamily="34" charset="0"/>
              <a:buNone/>
              <a:tabLst/>
              <a:defRPr lang="en-GB" dirty="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4EFCB07D-4EEA-8385-95BC-45C937D0F25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15597"/>
            <a:ext cx="6397692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42CCA4E3-33EC-20BE-939B-11122AB19FF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4" y="853390"/>
            <a:ext cx="6399211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D9B6EA30-8328-585E-78C4-5B2A0B6E5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B77CA63F-B470-8279-978D-253A04BAA0B7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6397692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E359C97-E2FD-D382-AB44-0941F5562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978829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mobil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4404CFD-02ED-E1DD-9487-5AFF2603FB46}"/>
              </a:ext>
            </a:extLst>
          </p:cNvPr>
          <p:cNvSpPr/>
          <p:nvPr userDrawn="1"/>
        </p:nvSpPr>
        <p:spPr>
          <a:xfrm>
            <a:off x="6551629" y="0"/>
            <a:ext cx="4048191" cy="6858000"/>
          </a:xfrm>
          <a:prstGeom prst="rect">
            <a:avLst/>
          </a:prstGeom>
          <a:solidFill>
            <a:srgbClr val="E4E6E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FB51007-34FC-C2EC-E16D-8C6396CDB53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68" b="68"/>
          <a:stretch/>
        </p:blipFill>
        <p:spPr>
          <a:xfrm>
            <a:off x="10510887" y="0"/>
            <a:ext cx="1681113" cy="6858000"/>
          </a:xfrm>
          <a:prstGeom prst="rect">
            <a:avLst/>
          </a:prstGeom>
        </p:spPr>
      </p:pic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B73A645C-CA41-6662-492D-9EDE2973A00F}"/>
              </a:ext>
            </a:extLst>
          </p:cNvPr>
          <p:cNvSpPr/>
          <p:nvPr userDrawn="1"/>
        </p:nvSpPr>
        <p:spPr>
          <a:xfrm rot="21353593">
            <a:off x="8464674" y="958195"/>
            <a:ext cx="1973786" cy="4451908"/>
          </a:xfrm>
          <a:prstGeom prst="roundRect">
            <a:avLst>
              <a:gd name="adj" fmla="val 9210"/>
            </a:avLst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2" descr="A hand holding a black cellphone&#10;&#10;Description automatically generated">
            <a:extLst>
              <a:ext uri="{FF2B5EF4-FFF2-40B4-BE49-F238E27FC236}">
                <a16:creationId xmlns:a16="http://schemas.microsoft.com/office/drawing/2014/main" id="{B1B36F27-729D-0E48-6915-43B9466706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11290" b="7800"/>
          <a:stretch/>
        </p:blipFill>
        <p:spPr>
          <a:xfrm>
            <a:off x="6850323" y="315597"/>
            <a:ext cx="5596380" cy="6542403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 rot="21387957">
            <a:off x="8500632" y="995260"/>
            <a:ext cx="1942271" cy="4383255"/>
          </a:xfrm>
          <a:custGeom>
            <a:avLst/>
            <a:gdLst>
              <a:gd name="connsiteX0" fmla="*/ 0 w 1885595"/>
              <a:gd name="connsiteY0" fmla="*/ 176247 h 4372200"/>
              <a:gd name="connsiteX1" fmla="*/ 176247 w 1885595"/>
              <a:gd name="connsiteY1" fmla="*/ 0 h 4372200"/>
              <a:gd name="connsiteX2" fmla="*/ 1709348 w 1885595"/>
              <a:gd name="connsiteY2" fmla="*/ 0 h 4372200"/>
              <a:gd name="connsiteX3" fmla="*/ 1885595 w 1885595"/>
              <a:gd name="connsiteY3" fmla="*/ 176247 h 4372200"/>
              <a:gd name="connsiteX4" fmla="*/ 1885595 w 1885595"/>
              <a:gd name="connsiteY4" fmla="*/ 4195953 h 4372200"/>
              <a:gd name="connsiteX5" fmla="*/ 1709348 w 1885595"/>
              <a:gd name="connsiteY5" fmla="*/ 4372200 h 4372200"/>
              <a:gd name="connsiteX6" fmla="*/ 176247 w 1885595"/>
              <a:gd name="connsiteY6" fmla="*/ 4372200 h 4372200"/>
              <a:gd name="connsiteX7" fmla="*/ 0 w 1885595"/>
              <a:gd name="connsiteY7" fmla="*/ 4195953 h 4372200"/>
              <a:gd name="connsiteX8" fmla="*/ 0 w 1885595"/>
              <a:gd name="connsiteY8" fmla="*/ 176247 h 4372200"/>
              <a:gd name="connsiteX0" fmla="*/ 14788 w 1900383"/>
              <a:gd name="connsiteY0" fmla="*/ 176247 h 4372200"/>
              <a:gd name="connsiteX1" fmla="*/ 191035 w 1900383"/>
              <a:gd name="connsiteY1" fmla="*/ 0 h 4372200"/>
              <a:gd name="connsiteX2" fmla="*/ 1724136 w 1900383"/>
              <a:gd name="connsiteY2" fmla="*/ 0 h 4372200"/>
              <a:gd name="connsiteX3" fmla="*/ 1900383 w 1900383"/>
              <a:gd name="connsiteY3" fmla="*/ 176247 h 4372200"/>
              <a:gd name="connsiteX4" fmla="*/ 1900383 w 1900383"/>
              <a:gd name="connsiteY4" fmla="*/ 4195953 h 4372200"/>
              <a:gd name="connsiteX5" fmla="*/ 1724136 w 1900383"/>
              <a:gd name="connsiteY5" fmla="*/ 4372200 h 4372200"/>
              <a:gd name="connsiteX6" fmla="*/ 191035 w 1900383"/>
              <a:gd name="connsiteY6" fmla="*/ 4372200 h 4372200"/>
              <a:gd name="connsiteX7" fmla="*/ 0 w 1900383"/>
              <a:gd name="connsiteY7" fmla="*/ 4128756 h 4372200"/>
              <a:gd name="connsiteX8" fmla="*/ 14788 w 1900383"/>
              <a:gd name="connsiteY8" fmla="*/ 176247 h 4372200"/>
              <a:gd name="connsiteX0" fmla="*/ 14788 w 1900383"/>
              <a:gd name="connsiteY0" fmla="*/ 176247 h 4372200"/>
              <a:gd name="connsiteX1" fmla="*/ 191035 w 1900383"/>
              <a:gd name="connsiteY1" fmla="*/ 0 h 4372200"/>
              <a:gd name="connsiteX2" fmla="*/ 1724136 w 1900383"/>
              <a:gd name="connsiteY2" fmla="*/ 0 h 4372200"/>
              <a:gd name="connsiteX3" fmla="*/ 1900383 w 1900383"/>
              <a:gd name="connsiteY3" fmla="*/ 176247 h 4372200"/>
              <a:gd name="connsiteX4" fmla="*/ 1900383 w 1900383"/>
              <a:gd name="connsiteY4" fmla="*/ 4195953 h 4372200"/>
              <a:gd name="connsiteX5" fmla="*/ 1723233 w 1900383"/>
              <a:gd name="connsiteY5" fmla="*/ 4348471 h 4372200"/>
              <a:gd name="connsiteX6" fmla="*/ 191035 w 1900383"/>
              <a:gd name="connsiteY6" fmla="*/ 4372200 h 4372200"/>
              <a:gd name="connsiteX7" fmla="*/ 0 w 1900383"/>
              <a:gd name="connsiteY7" fmla="*/ 4128756 h 4372200"/>
              <a:gd name="connsiteX8" fmla="*/ 14788 w 1900383"/>
              <a:gd name="connsiteY8" fmla="*/ 176247 h 4372200"/>
              <a:gd name="connsiteX0" fmla="*/ 14788 w 1924638"/>
              <a:gd name="connsiteY0" fmla="*/ 176247 h 4372200"/>
              <a:gd name="connsiteX1" fmla="*/ 191035 w 1924638"/>
              <a:gd name="connsiteY1" fmla="*/ 0 h 4372200"/>
              <a:gd name="connsiteX2" fmla="*/ 1724136 w 1924638"/>
              <a:gd name="connsiteY2" fmla="*/ 0 h 4372200"/>
              <a:gd name="connsiteX3" fmla="*/ 1900383 w 1924638"/>
              <a:gd name="connsiteY3" fmla="*/ 176247 h 4372200"/>
              <a:gd name="connsiteX4" fmla="*/ 1924638 w 1924638"/>
              <a:gd name="connsiteY4" fmla="*/ 4109860 h 4372200"/>
              <a:gd name="connsiteX5" fmla="*/ 1723233 w 1924638"/>
              <a:gd name="connsiteY5" fmla="*/ 4348471 h 4372200"/>
              <a:gd name="connsiteX6" fmla="*/ 191035 w 1924638"/>
              <a:gd name="connsiteY6" fmla="*/ 4372200 h 4372200"/>
              <a:gd name="connsiteX7" fmla="*/ 0 w 1924638"/>
              <a:gd name="connsiteY7" fmla="*/ 4128756 h 4372200"/>
              <a:gd name="connsiteX8" fmla="*/ 14788 w 1924638"/>
              <a:gd name="connsiteY8" fmla="*/ 176247 h 4372200"/>
              <a:gd name="connsiteX0" fmla="*/ 24583 w 1934433"/>
              <a:gd name="connsiteY0" fmla="*/ 176247 h 4372200"/>
              <a:gd name="connsiteX1" fmla="*/ 200830 w 1934433"/>
              <a:gd name="connsiteY1" fmla="*/ 0 h 4372200"/>
              <a:gd name="connsiteX2" fmla="*/ 1733931 w 1934433"/>
              <a:gd name="connsiteY2" fmla="*/ 0 h 4372200"/>
              <a:gd name="connsiteX3" fmla="*/ 1910178 w 1934433"/>
              <a:gd name="connsiteY3" fmla="*/ 176247 h 4372200"/>
              <a:gd name="connsiteX4" fmla="*/ 1934433 w 1934433"/>
              <a:gd name="connsiteY4" fmla="*/ 4109860 h 4372200"/>
              <a:gd name="connsiteX5" fmla="*/ 1733028 w 1934433"/>
              <a:gd name="connsiteY5" fmla="*/ 4348471 h 4372200"/>
              <a:gd name="connsiteX6" fmla="*/ 200830 w 1934433"/>
              <a:gd name="connsiteY6" fmla="*/ 4372200 h 4372200"/>
              <a:gd name="connsiteX7" fmla="*/ 9795 w 1934433"/>
              <a:gd name="connsiteY7" fmla="*/ 4128756 h 4372200"/>
              <a:gd name="connsiteX8" fmla="*/ 34005 w 1934433"/>
              <a:gd name="connsiteY8" fmla="*/ 2451789 h 4372200"/>
              <a:gd name="connsiteX9" fmla="*/ 24583 w 1934433"/>
              <a:gd name="connsiteY9" fmla="*/ 176247 h 4372200"/>
              <a:gd name="connsiteX0" fmla="*/ 24583 w 1934433"/>
              <a:gd name="connsiteY0" fmla="*/ 176247 h 4372200"/>
              <a:gd name="connsiteX1" fmla="*/ 200830 w 1934433"/>
              <a:gd name="connsiteY1" fmla="*/ 0 h 4372200"/>
              <a:gd name="connsiteX2" fmla="*/ 1733931 w 1934433"/>
              <a:gd name="connsiteY2" fmla="*/ 0 h 4372200"/>
              <a:gd name="connsiteX3" fmla="*/ 1910178 w 1934433"/>
              <a:gd name="connsiteY3" fmla="*/ 176247 h 4372200"/>
              <a:gd name="connsiteX4" fmla="*/ 1934433 w 1934433"/>
              <a:gd name="connsiteY4" fmla="*/ 4109860 h 4372200"/>
              <a:gd name="connsiteX5" fmla="*/ 1733028 w 1934433"/>
              <a:gd name="connsiteY5" fmla="*/ 4348471 h 4372200"/>
              <a:gd name="connsiteX6" fmla="*/ 200830 w 1934433"/>
              <a:gd name="connsiteY6" fmla="*/ 4372200 h 4372200"/>
              <a:gd name="connsiteX7" fmla="*/ 9795 w 1934433"/>
              <a:gd name="connsiteY7" fmla="*/ 4128756 h 4372200"/>
              <a:gd name="connsiteX8" fmla="*/ 34005 w 1934433"/>
              <a:gd name="connsiteY8" fmla="*/ 2451789 h 4372200"/>
              <a:gd name="connsiteX9" fmla="*/ 8375 w 1934433"/>
              <a:gd name="connsiteY9" fmla="*/ 2341414 h 4372200"/>
              <a:gd name="connsiteX10" fmla="*/ 24583 w 1934433"/>
              <a:gd name="connsiteY10" fmla="*/ 176247 h 4372200"/>
              <a:gd name="connsiteX0" fmla="*/ 24583 w 1934433"/>
              <a:gd name="connsiteY0" fmla="*/ 176247 h 4372200"/>
              <a:gd name="connsiteX1" fmla="*/ 200830 w 1934433"/>
              <a:gd name="connsiteY1" fmla="*/ 0 h 4372200"/>
              <a:gd name="connsiteX2" fmla="*/ 1733931 w 1934433"/>
              <a:gd name="connsiteY2" fmla="*/ 0 h 4372200"/>
              <a:gd name="connsiteX3" fmla="*/ 1910178 w 1934433"/>
              <a:gd name="connsiteY3" fmla="*/ 176247 h 4372200"/>
              <a:gd name="connsiteX4" fmla="*/ 1934433 w 1934433"/>
              <a:gd name="connsiteY4" fmla="*/ 4109860 h 4372200"/>
              <a:gd name="connsiteX5" fmla="*/ 1733028 w 1934433"/>
              <a:gd name="connsiteY5" fmla="*/ 4348471 h 4372200"/>
              <a:gd name="connsiteX6" fmla="*/ 200830 w 1934433"/>
              <a:gd name="connsiteY6" fmla="*/ 4372200 h 4372200"/>
              <a:gd name="connsiteX7" fmla="*/ 9795 w 1934433"/>
              <a:gd name="connsiteY7" fmla="*/ 4128756 h 4372200"/>
              <a:gd name="connsiteX8" fmla="*/ 34005 w 1934433"/>
              <a:gd name="connsiteY8" fmla="*/ 2451789 h 4372200"/>
              <a:gd name="connsiteX9" fmla="*/ 8375 w 1934433"/>
              <a:gd name="connsiteY9" fmla="*/ 2341414 h 4372200"/>
              <a:gd name="connsiteX10" fmla="*/ 24583 w 1934433"/>
              <a:gd name="connsiteY10" fmla="*/ 176247 h 4372200"/>
              <a:gd name="connsiteX0" fmla="*/ 28430 w 1938280"/>
              <a:gd name="connsiteY0" fmla="*/ 176247 h 4372200"/>
              <a:gd name="connsiteX1" fmla="*/ 204677 w 1938280"/>
              <a:gd name="connsiteY1" fmla="*/ 0 h 4372200"/>
              <a:gd name="connsiteX2" fmla="*/ 1737778 w 1938280"/>
              <a:gd name="connsiteY2" fmla="*/ 0 h 4372200"/>
              <a:gd name="connsiteX3" fmla="*/ 1914025 w 1938280"/>
              <a:gd name="connsiteY3" fmla="*/ 176247 h 4372200"/>
              <a:gd name="connsiteX4" fmla="*/ 1938280 w 1938280"/>
              <a:gd name="connsiteY4" fmla="*/ 4109860 h 4372200"/>
              <a:gd name="connsiteX5" fmla="*/ 1736875 w 1938280"/>
              <a:gd name="connsiteY5" fmla="*/ 4348471 h 4372200"/>
              <a:gd name="connsiteX6" fmla="*/ 204677 w 1938280"/>
              <a:gd name="connsiteY6" fmla="*/ 4372200 h 4372200"/>
              <a:gd name="connsiteX7" fmla="*/ 13642 w 1938280"/>
              <a:gd name="connsiteY7" fmla="*/ 4128756 h 4372200"/>
              <a:gd name="connsiteX8" fmla="*/ 16558 w 1938280"/>
              <a:gd name="connsiteY8" fmla="*/ 2580261 h 4372200"/>
              <a:gd name="connsiteX9" fmla="*/ 12222 w 1938280"/>
              <a:gd name="connsiteY9" fmla="*/ 2341414 h 4372200"/>
              <a:gd name="connsiteX10" fmla="*/ 28430 w 1938280"/>
              <a:gd name="connsiteY10" fmla="*/ 176247 h 4372200"/>
              <a:gd name="connsiteX0" fmla="*/ 28430 w 1938280"/>
              <a:gd name="connsiteY0" fmla="*/ 176247 h 4372200"/>
              <a:gd name="connsiteX1" fmla="*/ 204677 w 1938280"/>
              <a:gd name="connsiteY1" fmla="*/ 0 h 4372200"/>
              <a:gd name="connsiteX2" fmla="*/ 1737778 w 1938280"/>
              <a:gd name="connsiteY2" fmla="*/ 0 h 4372200"/>
              <a:gd name="connsiteX3" fmla="*/ 1914025 w 1938280"/>
              <a:gd name="connsiteY3" fmla="*/ 176247 h 4372200"/>
              <a:gd name="connsiteX4" fmla="*/ 1938280 w 1938280"/>
              <a:gd name="connsiteY4" fmla="*/ 4109860 h 4372200"/>
              <a:gd name="connsiteX5" fmla="*/ 1736875 w 1938280"/>
              <a:gd name="connsiteY5" fmla="*/ 4348471 h 4372200"/>
              <a:gd name="connsiteX6" fmla="*/ 204677 w 1938280"/>
              <a:gd name="connsiteY6" fmla="*/ 4372200 h 4372200"/>
              <a:gd name="connsiteX7" fmla="*/ 13642 w 1938280"/>
              <a:gd name="connsiteY7" fmla="*/ 4128756 h 4372200"/>
              <a:gd name="connsiteX8" fmla="*/ 16558 w 1938280"/>
              <a:gd name="connsiteY8" fmla="*/ 2580261 h 4372200"/>
              <a:gd name="connsiteX9" fmla="*/ 12222 w 1938280"/>
              <a:gd name="connsiteY9" fmla="*/ 2341414 h 4372200"/>
              <a:gd name="connsiteX10" fmla="*/ 28430 w 1938280"/>
              <a:gd name="connsiteY10" fmla="*/ 176247 h 4372200"/>
              <a:gd name="connsiteX0" fmla="*/ 28430 w 1938280"/>
              <a:gd name="connsiteY0" fmla="*/ 176247 h 4372200"/>
              <a:gd name="connsiteX1" fmla="*/ 204677 w 1938280"/>
              <a:gd name="connsiteY1" fmla="*/ 0 h 4372200"/>
              <a:gd name="connsiteX2" fmla="*/ 1737778 w 1938280"/>
              <a:gd name="connsiteY2" fmla="*/ 0 h 4372200"/>
              <a:gd name="connsiteX3" fmla="*/ 1914025 w 1938280"/>
              <a:gd name="connsiteY3" fmla="*/ 176247 h 4372200"/>
              <a:gd name="connsiteX4" fmla="*/ 1938280 w 1938280"/>
              <a:gd name="connsiteY4" fmla="*/ 4109860 h 4372200"/>
              <a:gd name="connsiteX5" fmla="*/ 1736875 w 1938280"/>
              <a:gd name="connsiteY5" fmla="*/ 4348471 h 4372200"/>
              <a:gd name="connsiteX6" fmla="*/ 204677 w 1938280"/>
              <a:gd name="connsiteY6" fmla="*/ 4372200 h 4372200"/>
              <a:gd name="connsiteX7" fmla="*/ 13642 w 1938280"/>
              <a:gd name="connsiteY7" fmla="*/ 4128756 h 4372200"/>
              <a:gd name="connsiteX8" fmla="*/ 16558 w 1938280"/>
              <a:gd name="connsiteY8" fmla="*/ 2580261 h 4372200"/>
              <a:gd name="connsiteX9" fmla="*/ 12222 w 1938280"/>
              <a:gd name="connsiteY9" fmla="*/ 2341414 h 4372200"/>
              <a:gd name="connsiteX10" fmla="*/ 28430 w 1938280"/>
              <a:gd name="connsiteY10" fmla="*/ 176247 h 4372200"/>
              <a:gd name="connsiteX0" fmla="*/ 28430 w 1938280"/>
              <a:gd name="connsiteY0" fmla="*/ 176247 h 4372200"/>
              <a:gd name="connsiteX1" fmla="*/ 204677 w 1938280"/>
              <a:gd name="connsiteY1" fmla="*/ 0 h 4372200"/>
              <a:gd name="connsiteX2" fmla="*/ 1737778 w 1938280"/>
              <a:gd name="connsiteY2" fmla="*/ 0 h 4372200"/>
              <a:gd name="connsiteX3" fmla="*/ 1914025 w 1938280"/>
              <a:gd name="connsiteY3" fmla="*/ 176247 h 4372200"/>
              <a:gd name="connsiteX4" fmla="*/ 1938280 w 1938280"/>
              <a:gd name="connsiteY4" fmla="*/ 4109860 h 4372200"/>
              <a:gd name="connsiteX5" fmla="*/ 1736875 w 1938280"/>
              <a:gd name="connsiteY5" fmla="*/ 4348471 h 4372200"/>
              <a:gd name="connsiteX6" fmla="*/ 204677 w 1938280"/>
              <a:gd name="connsiteY6" fmla="*/ 4372200 h 4372200"/>
              <a:gd name="connsiteX7" fmla="*/ 13642 w 1938280"/>
              <a:gd name="connsiteY7" fmla="*/ 4128756 h 4372200"/>
              <a:gd name="connsiteX8" fmla="*/ 16558 w 1938280"/>
              <a:gd name="connsiteY8" fmla="*/ 2580261 h 4372200"/>
              <a:gd name="connsiteX9" fmla="*/ 9264 w 1938280"/>
              <a:gd name="connsiteY9" fmla="*/ 2358409 h 4372200"/>
              <a:gd name="connsiteX10" fmla="*/ 28430 w 1938280"/>
              <a:gd name="connsiteY10" fmla="*/ 176247 h 4372200"/>
              <a:gd name="connsiteX0" fmla="*/ 29798 w 1939648"/>
              <a:gd name="connsiteY0" fmla="*/ 176247 h 4372200"/>
              <a:gd name="connsiteX1" fmla="*/ 206045 w 1939648"/>
              <a:gd name="connsiteY1" fmla="*/ 0 h 4372200"/>
              <a:gd name="connsiteX2" fmla="*/ 1739146 w 1939648"/>
              <a:gd name="connsiteY2" fmla="*/ 0 h 4372200"/>
              <a:gd name="connsiteX3" fmla="*/ 1915393 w 1939648"/>
              <a:gd name="connsiteY3" fmla="*/ 176247 h 4372200"/>
              <a:gd name="connsiteX4" fmla="*/ 1939648 w 1939648"/>
              <a:gd name="connsiteY4" fmla="*/ 4109860 h 4372200"/>
              <a:gd name="connsiteX5" fmla="*/ 1738243 w 1939648"/>
              <a:gd name="connsiteY5" fmla="*/ 4348471 h 4372200"/>
              <a:gd name="connsiteX6" fmla="*/ 206045 w 1939648"/>
              <a:gd name="connsiteY6" fmla="*/ 4372200 h 4372200"/>
              <a:gd name="connsiteX7" fmla="*/ 15010 w 1939648"/>
              <a:gd name="connsiteY7" fmla="*/ 4128756 h 4372200"/>
              <a:gd name="connsiteX8" fmla="*/ 12927 w 1939648"/>
              <a:gd name="connsiteY8" fmla="*/ 2568500 h 4372200"/>
              <a:gd name="connsiteX9" fmla="*/ 10632 w 1939648"/>
              <a:gd name="connsiteY9" fmla="*/ 2358409 h 4372200"/>
              <a:gd name="connsiteX10" fmla="*/ 29798 w 1939648"/>
              <a:gd name="connsiteY10" fmla="*/ 176247 h 4372200"/>
              <a:gd name="connsiteX0" fmla="*/ 29798 w 1939648"/>
              <a:gd name="connsiteY0" fmla="*/ 176247 h 4372200"/>
              <a:gd name="connsiteX1" fmla="*/ 206045 w 1939648"/>
              <a:gd name="connsiteY1" fmla="*/ 0 h 4372200"/>
              <a:gd name="connsiteX2" fmla="*/ 1739146 w 1939648"/>
              <a:gd name="connsiteY2" fmla="*/ 0 h 4372200"/>
              <a:gd name="connsiteX3" fmla="*/ 1915393 w 1939648"/>
              <a:gd name="connsiteY3" fmla="*/ 176247 h 4372200"/>
              <a:gd name="connsiteX4" fmla="*/ 1939648 w 1939648"/>
              <a:gd name="connsiteY4" fmla="*/ 4109860 h 4372200"/>
              <a:gd name="connsiteX5" fmla="*/ 1738243 w 1939648"/>
              <a:gd name="connsiteY5" fmla="*/ 4348471 h 4372200"/>
              <a:gd name="connsiteX6" fmla="*/ 206045 w 1939648"/>
              <a:gd name="connsiteY6" fmla="*/ 4372200 h 4372200"/>
              <a:gd name="connsiteX7" fmla="*/ 15010 w 1939648"/>
              <a:gd name="connsiteY7" fmla="*/ 4128756 h 4372200"/>
              <a:gd name="connsiteX8" fmla="*/ 12927 w 1939648"/>
              <a:gd name="connsiteY8" fmla="*/ 2568500 h 4372200"/>
              <a:gd name="connsiteX9" fmla="*/ 10632 w 1939648"/>
              <a:gd name="connsiteY9" fmla="*/ 2358409 h 4372200"/>
              <a:gd name="connsiteX10" fmla="*/ 29798 w 1939648"/>
              <a:gd name="connsiteY10" fmla="*/ 176247 h 4372200"/>
              <a:gd name="connsiteX0" fmla="*/ 12702 w 1942270"/>
              <a:gd name="connsiteY0" fmla="*/ 186481 h 4372200"/>
              <a:gd name="connsiteX1" fmla="*/ 208667 w 1942270"/>
              <a:gd name="connsiteY1" fmla="*/ 0 h 4372200"/>
              <a:gd name="connsiteX2" fmla="*/ 1741768 w 1942270"/>
              <a:gd name="connsiteY2" fmla="*/ 0 h 4372200"/>
              <a:gd name="connsiteX3" fmla="*/ 1918015 w 1942270"/>
              <a:gd name="connsiteY3" fmla="*/ 176247 h 4372200"/>
              <a:gd name="connsiteX4" fmla="*/ 1942270 w 1942270"/>
              <a:gd name="connsiteY4" fmla="*/ 4109860 h 4372200"/>
              <a:gd name="connsiteX5" fmla="*/ 1740865 w 1942270"/>
              <a:gd name="connsiteY5" fmla="*/ 4348471 h 4372200"/>
              <a:gd name="connsiteX6" fmla="*/ 208667 w 1942270"/>
              <a:gd name="connsiteY6" fmla="*/ 4372200 h 4372200"/>
              <a:gd name="connsiteX7" fmla="*/ 17632 w 1942270"/>
              <a:gd name="connsiteY7" fmla="*/ 4128756 h 4372200"/>
              <a:gd name="connsiteX8" fmla="*/ 15549 w 1942270"/>
              <a:gd name="connsiteY8" fmla="*/ 2568500 h 4372200"/>
              <a:gd name="connsiteX9" fmla="*/ 13254 w 1942270"/>
              <a:gd name="connsiteY9" fmla="*/ 2358409 h 4372200"/>
              <a:gd name="connsiteX10" fmla="*/ 12702 w 1942270"/>
              <a:gd name="connsiteY10" fmla="*/ 186481 h 4372200"/>
              <a:gd name="connsiteX0" fmla="*/ 12702 w 1942270"/>
              <a:gd name="connsiteY0" fmla="*/ 199298 h 4385017"/>
              <a:gd name="connsiteX1" fmla="*/ 186555 w 1942270"/>
              <a:gd name="connsiteY1" fmla="*/ 0 h 4385017"/>
              <a:gd name="connsiteX2" fmla="*/ 1741768 w 1942270"/>
              <a:gd name="connsiteY2" fmla="*/ 12817 h 4385017"/>
              <a:gd name="connsiteX3" fmla="*/ 1918015 w 1942270"/>
              <a:gd name="connsiteY3" fmla="*/ 189064 h 4385017"/>
              <a:gd name="connsiteX4" fmla="*/ 1942270 w 1942270"/>
              <a:gd name="connsiteY4" fmla="*/ 4122677 h 4385017"/>
              <a:gd name="connsiteX5" fmla="*/ 1740865 w 1942270"/>
              <a:gd name="connsiteY5" fmla="*/ 4361288 h 4385017"/>
              <a:gd name="connsiteX6" fmla="*/ 208667 w 1942270"/>
              <a:gd name="connsiteY6" fmla="*/ 4385017 h 4385017"/>
              <a:gd name="connsiteX7" fmla="*/ 17632 w 1942270"/>
              <a:gd name="connsiteY7" fmla="*/ 4141573 h 4385017"/>
              <a:gd name="connsiteX8" fmla="*/ 15549 w 1942270"/>
              <a:gd name="connsiteY8" fmla="*/ 2581317 h 4385017"/>
              <a:gd name="connsiteX9" fmla="*/ 13254 w 1942270"/>
              <a:gd name="connsiteY9" fmla="*/ 2371226 h 4385017"/>
              <a:gd name="connsiteX10" fmla="*/ 12702 w 1942270"/>
              <a:gd name="connsiteY10" fmla="*/ 199298 h 4385017"/>
              <a:gd name="connsiteX0" fmla="*/ 12702 w 1942270"/>
              <a:gd name="connsiteY0" fmla="*/ 199298 h 4385017"/>
              <a:gd name="connsiteX1" fmla="*/ 186555 w 1942270"/>
              <a:gd name="connsiteY1" fmla="*/ 0 h 4385017"/>
              <a:gd name="connsiteX2" fmla="*/ 1741768 w 1942270"/>
              <a:gd name="connsiteY2" fmla="*/ 12817 h 4385017"/>
              <a:gd name="connsiteX3" fmla="*/ 1907944 w 1942270"/>
              <a:gd name="connsiteY3" fmla="*/ 228523 h 4385017"/>
              <a:gd name="connsiteX4" fmla="*/ 1942270 w 1942270"/>
              <a:gd name="connsiteY4" fmla="*/ 4122677 h 4385017"/>
              <a:gd name="connsiteX5" fmla="*/ 1740865 w 1942270"/>
              <a:gd name="connsiteY5" fmla="*/ 4361288 h 4385017"/>
              <a:gd name="connsiteX6" fmla="*/ 208667 w 1942270"/>
              <a:gd name="connsiteY6" fmla="*/ 4385017 h 4385017"/>
              <a:gd name="connsiteX7" fmla="*/ 17632 w 1942270"/>
              <a:gd name="connsiteY7" fmla="*/ 4141573 h 4385017"/>
              <a:gd name="connsiteX8" fmla="*/ 15549 w 1942270"/>
              <a:gd name="connsiteY8" fmla="*/ 2581317 h 4385017"/>
              <a:gd name="connsiteX9" fmla="*/ 13254 w 1942270"/>
              <a:gd name="connsiteY9" fmla="*/ 2371226 h 4385017"/>
              <a:gd name="connsiteX10" fmla="*/ 12702 w 1942270"/>
              <a:gd name="connsiteY10" fmla="*/ 199298 h 4385017"/>
              <a:gd name="connsiteX0" fmla="*/ 12702 w 1942270"/>
              <a:gd name="connsiteY0" fmla="*/ 199298 h 4385017"/>
              <a:gd name="connsiteX1" fmla="*/ 186555 w 1942270"/>
              <a:gd name="connsiteY1" fmla="*/ 0 h 4385017"/>
              <a:gd name="connsiteX2" fmla="*/ 1717285 w 1942270"/>
              <a:gd name="connsiteY2" fmla="*/ 7488 h 4385017"/>
              <a:gd name="connsiteX3" fmla="*/ 1907944 w 1942270"/>
              <a:gd name="connsiteY3" fmla="*/ 228523 h 4385017"/>
              <a:gd name="connsiteX4" fmla="*/ 1942270 w 1942270"/>
              <a:gd name="connsiteY4" fmla="*/ 4122677 h 4385017"/>
              <a:gd name="connsiteX5" fmla="*/ 1740865 w 1942270"/>
              <a:gd name="connsiteY5" fmla="*/ 4361288 h 4385017"/>
              <a:gd name="connsiteX6" fmla="*/ 208667 w 1942270"/>
              <a:gd name="connsiteY6" fmla="*/ 4385017 h 4385017"/>
              <a:gd name="connsiteX7" fmla="*/ 17632 w 1942270"/>
              <a:gd name="connsiteY7" fmla="*/ 4141573 h 4385017"/>
              <a:gd name="connsiteX8" fmla="*/ 15549 w 1942270"/>
              <a:gd name="connsiteY8" fmla="*/ 2581317 h 4385017"/>
              <a:gd name="connsiteX9" fmla="*/ 13254 w 1942270"/>
              <a:gd name="connsiteY9" fmla="*/ 2371226 h 4385017"/>
              <a:gd name="connsiteX10" fmla="*/ 12702 w 1942270"/>
              <a:gd name="connsiteY10" fmla="*/ 199298 h 4385017"/>
              <a:gd name="connsiteX0" fmla="*/ 12702 w 1942270"/>
              <a:gd name="connsiteY0" fmla="*/ 199298 h 4383255"/>
              <a:gd name="connsiteX1" fmla="*/ 186555 w 1942270"/>
              <a:gd name="connsiteY1" fmla="*/ 0 h 4383255"/>
              <a:gd name="connsiteX2" fmla="*/ 1717285 w 1942270"/>
              <a:gd name="connsiteY2" fmla="*/ 7488 h 4383255"/>
              <a:gd name="connsiteX3" fmla="*/ 1907944 w 1942270"/>
              <a:gd name="connsiteY3" fmla="*/ 228523 h 4383255"/>
              <a:gd name="connsiteX4" fmla="*/ 1942270 w 1942270"/>
              <a:gd name="connsiteY4" fmla="*/ 4122677 h 4383255"/>
              <a:gd name="connsiteX5" fmla="*/ 1740865 w 1942270"/>
              <a:gd name="connsiteY5" fmla="*/ 4361288 h 4383255"/>
              <a:gd name="connsiteX6" fmla="*/ 180147 w 1942270"/>
              <a:gd name="connsiteY6" fmla="*/ 4383255 h 4383255"/>
              <a:gd name="connsiteX7" fmla="*/ 17632 w 1942270"/>
              <a:gd name="connsiteY7" fmla="*/ 4141573 h 4383255"/>
              <a:gd name="connsiteX8" fmla="*/ 15549 w 1942270"/>
              <a:gd name="connsiteY8" fmla="*/ 2581317 h 4383255"/>
              <a:gd name="connsiteX9" fmla="*/ 13254 w 1942270"/>
              <a:gd name="connsiteY9" fmla="*/ 2371226 h 4383255"/>
              <a:gd name="connsiteX10" fmla="*/ 12702 w 1942270"/>
              <a:gd name="connsiteY10" fmla="*/ 199298 h 4383255"/>
              <a:gd name="connsiteX0" fmla="*/ 21575 w 1951143"/>
              <a:gd name="connsiteY0" fmla="*/ 199298 h 4383255"/>
              <a:gd name="connsiteX1" fmla="*/ 195428 w 1951143"/>
              <a:gd name="connsiteY1" fmla="*/ 0 h 4383255"/>
              <a:gd name="connsiteX2" fmla="*/ 1726158 w 1951143"/>
              <a:gd name="connsiteY2" fmla="*/ 7488 h 4383255"/>
              <a:gd name="connsiteX3" fmla="*/ 1916817 w 1951143"/>
              <a:gd name="connsiteY3" fmla="*/ 228523 h 4383255"/>
              <a:gd name="connsiteX4" fmla="*/ 1951143 w 1951143"/>
              <a:gd name="connsiteY4" fmla="*/ 4122677 h 4383255"/>
              <a:gd name="connsiteX5" fmla="*/ 1749738 w 1951143"/>
              <a:gd name="connsiteY5" fmla="*/ 4361288 h 4383255"/>
              <a:gd name="connsiteX6" fmla="*/ 189020 w 1951143"/>
              <a:gd name="connsiteY6" fmla="*/ 4383255 h 4383255"/>
              <a:gd name="connsiteX7" fmla="*/ 11528 w 1951143"/>
              <a:gd name="connsiteY7" fmla="*/ 4136831 h 4383255"/>
              <a:gd name="connsiteX8" fmla="*/ 24422 w 1951143"/>
              <a:gd name="connsiteY8" fmla="*/ 2581317 h 4383255"/>
              <a:gd name="connsiteX9" fmla="*/ 22127 w 1951143"/>
              <a:gd name="connsiteY9" fmla="*/ 2371226 h 4383255"/>
              <a:gd name="connsiteX10" fmla="*/ 21575 w 1951143"/>
              <a:gd name="connsiteY10" fmla="*/ 199298 h 4383255"/>
              <a:gd name="connsiteX0" fmla="*/ 12703 w 1942271"/>
              <a:gd name="connsiteY0" fmla="*/ 199298 h 4383255"/>
              <a:gd name="connsiteX1" fmla="*/ 186556 w 1942271"/>
              <a:gd name="connsiteY1" fmla="*/ 0 h 4383255"/>
              <a:gd name="connsiteX2" fmla="*/ 1717286 w 1942271"/>
              <a:gd name="connsiteY2" fmla="*/ 7488 h 4383255"/>
              <a:gd name="connsiteX3" fmla="*/ 1907945 w 1942271"/>
              <a:gd name="connsiteY3" fmla="*/ 228523 h 4383255"/>
              <a:gd name="connsiteX4" fmla="*/ 1942271 w 1942271"/>
              <a:gd name="connsiteY4" fmla="*/ 4122677 h 4383255"/>
              <a:gd name="connsiteX5" fmla="*/ 1740866 w 1942271"/>
              <a:gd name="connsiteY5" fmla="*/ 4361288 h 4383255"/>
              <a:gd name="connsiteX6" fmla="*/ 180148 w 1942271"/>
              <a:gd name="connsiteY6" fmla="*/ 4383255 h 4383255"/>
              <a:gd name="connsiteX7" fmla="*/ 2656 w 1942271"/>
              <a:gd name="connsiteY7" fmla="*/ 4136831 h 4383255"/>
              <a:gd name="connsiteX8" fmla="*/ 15550 w 1942271"/>
              <a:gd name="connsiteY8" fmla="*/ 2581317 h 4383255"/>
              <a:gd name="connsiteX9" fmla="*/ 13255 w 1942271"/>
              <a:gd name="connsiteY9" fmla="*/ 2371226 h 4383255"/>
              <a:gd name="connsiteX10" fmla="*/ 12703 w 1942271"/>
              <a:gd name="connsiteY10" fmla="*/ 199298 h 4383255"/>
              <a:gd name="connsiteX0" fmla="*/ 18110 w 1947678"/>
              <a:gd name="connsiteY0" fmla="*/ 199298 h 4383255"/>
              <a:gd name="connsiteX1" fmla="*/ 191963 w 1947678"/>
              <a:gd name="connsiteY1" fmla="*/ 0 h 4383255"/>
              <a:gd name="connsiteX2" fmla="*/ 1722693 w 1947678"/>
              <a:gd name="connsiteY2" fmla="*/ 7488 h 4383255"/>
              <a:gd name="connsiteX3" fmla="*/ 1913352 w 1947678"/>
              <a:gd name="connsiteY3" fmla="*/ 228523 h 4383255"/>
              <a:gd name="connsiteX4" fmla="*/ 1947678 w 1947678"/>
              <a:gd name="connsiteY4" fmla="*/ 4122677 h 4383255"/>
              <a:gd name="connsiteX5" fmla="*/ 1746273 w 1947678"/>
              <a:gd name="connsiteY5" fmla="*/ 4361288 h 4383255"/>
              <a:gd name="connsiteX6" fmla="*/ 185555 w 1947678"/>
              <a:gd name="connsiteY6" fmla="*/ 4383255 h 4383255"/>
              <a:gd name="connsiteX7" fmla="*/ 8063 w 1947678"/>
              <a:gd name="connsiteY7" fmla="*/ 4136831 h 4383255"/>
              <a:gd name="connsiteX8" fmla="*/ 34599 w 1947678"/>
              <a:gd name="connsiteY8" fmla="*/ 3194829 h 4383255"/>
              <a:gd name="connsiteX9" fmla="*/ 20957 w 1947678"/>
              <a:gd name="connsiteY9" fmla="*/ 2581317 h 4383255"/>
              <a:gd name="connsiteX10" fmla="*/ 18662 w 1947678"/>
              <a:gd name="connsiteY10" fmla="*/ 2371226 h 4383255"/>
              <a:gd name="connsiteX11" fmla="*/ 18110 w 1947678"/>
              <a:gd name="connsiteY11" fmla="*/ 199298 h 4383255"/>
              <a:gd name="connsiteX0" fmla="*/ 18110 w 1947678"/>
              <a:gd name="connsiteY0" fmla="*/ 199298 h 4383255"/>
              <a:gd name="connsiteX1" fmla="*/ 191963 w 1947678"/>
              <a:gd name="connsiteY1" fmla="*/ 0 h 4383255"/>
              <a:gd name="connsiteX2" fmla="*/ 1722693 w 1947678"/>
              <a:gd name="connsiteY2" fmla="*/ 7488 h 4383255"/>
              <a:gd name="connsiteX3" fmla="*/ 1913352 w 1947678"/>
              <a:gd name="connsiteY3" fmla="*/ 228523 h 4383255"/>
              <a:gd name="connsiteX4" fmla="*/ 1947678 w 1947678"/>
              <a:gd name="connsiteY4" fmla="*/ 4122677 h 4383255"/>
              <a:gd name="connsiteX5" fmla="*/ 1746273 w 1947678"/>
              <a:gd name="connsiteY5" fmla="*/ 4361288 h 4383255"/>
              <a:gd name="connsiteX6" fmla="*/ 185555 w 1947678"/>
              <a:gd name="connsiteY6" fmla="*/ 4383255 h 4383255"/>
              <a:gd name="connsiteX7" fmla="*/ 8063 w 1947678"/>
              <a:gd name="connsiteY7" fmla="*/ 4136831 h 4383255"/>
              <a:gd name="connsiteX8" fmla="*/ 34599 w 1947678"/>
              <a:gd name="connsiteY8" fmla="*/ 3194829 h 4383255"/>
              <a:gd name="connsiteX9" fmla="*/ 24319 w 1947678"/>
              <a:gd name="connsiteY9" fmla="*/ 3114031 h 4383255"/>
              <a:gd name="connsiteX10" fmla="*/ 20957 w 1947678"/>
              <a:gd name="connsiteY10" fmla="*/ 2581317 h 4383255"/>
              <a:gd name="connsiteX11" fmla="*/ 18662 w 1947678"/>
              <a:gd name="connsiteY11" fmla="*/ 2371226 h 4383255"/>
              <a:gd name="connsiteX12" fmla="*/ 18110 w 1947678"/>
              <a:gd name="connsiteY12" fmla="*/ 199298 h 4383255"/>
              <a:gd name="connsiteX0" fmla="*/ 18510 w 1948078"/>
              <a:gd name="connsiteY0" fmla="*/ 199298 h 4383255"/>
              <a:gd name="connsiteX1" fmla="*/ 192363 w 1948078"/>
              <a:gd name="connsiteY1" fmla="*/ 0 h 4383255"/>
              <a:gd name="connsiteX2" fmla="*/ 1723093 w 1948078"/>
              <a:gd name="connsiteY2" fmla="*/ 7488 h 4383255"/>
              <a:gd name="connsiteX3" fmla="*/ 1913752 w 1948078"/>
              <a:gd name="connsiteY3" fmla="*/ 228523 h 4383255"/>
              <a:gd name="connsiteX4" fmla="*/ 1948078 w 1948078"/>
              <a:gd name="connsiteY4" fmla="*/ 4122677 h 4383255"/>
              <a:gd name="connsiteX5" fmla="*/ 1746673 w 1948078"/>
              <a:gd name="connsiteY5" fmla="*/ 4361288 h 4383255"/>
              <a:gd name="connsiteX6" fmla="*/ 185955 w 1948078"/>
              <a:gd name="connsiteY6" fmla="*/ 4383255 h 4383255"/>
              <a:gd name="connsiteX7" fmla="*/ 8463 w 1948078"/>
              <a:gd name="connsiteY7" fmla="*/ 4136831 h 4383255"/>
              <a:gd name="connsiteX8" fmla="*/ 31616 w 1948078"/>
              <a:gd name="connsiteY8" fmla="*/ 3280509 h 4383255"/>
              <a:gd name="connsiteX9" fmla="*/ 24719 w 1948078"/>
              <a:gd name="connsiteY9" fmla="*/ 3114031 h 4383255"/>
              <a:gd name="connsiteX10" fmla="*/ 21357 w 1948078"/>
              <a:gd name="connsiteY10" fmla="*/ 2581317 h 4383255"/>
              <a:gd name="connsiteX11" fmla="*/ 19062 w 1948078"/>
              <a:gd name="connsiteY11" fmla="*/ 2371226 h 4383255"/>
              <a:gd name="connsiteX12" fmla="*/ 18510 w 1948078"/>
              <a:gd name="connsiteY12" fmla="*/ 199298 h 4383255"/>
              <a:gd name="connsiteX0" fmla="*/ 18510 w 1948078"/>
              <a:gd name="connsiteY0" fmla="*/ 199298 h 4383255"/>
              <a:gd name="connsiteX1" fmla="*/ 192363 w 1948078"/>
              <a:gd name="connsiteY1" fmla="*/ 0 h 4383255"/>
              <a:gd name="connsiteX2" fmla="*/ 1723093 w 1948078"/>
              <a:gd name="connsiteY2" fmla="*/ 7488 h 4383255"/>
              <a:gd name="connsiteX3" fmla="*/ 1913752 w 1948078"/>
              <a:gd name="connsiteY3" fmla="*/ 228523 h 4383255"/>
              <a:gd name="connsiteX4" fmla="*/ 1948078 w 1948078"/>
              <a:gd name="connsiteY4" fmla="*/ 4122677 h 4383255"/>
              <a:gd name="connsiteX5" fmla="*/ 1746673 w 1948078"/>
              <a:gd name="connsiteY5" fmla="*/ 4361288 h 4383255"/>
              <a:gd name="connsiteX6" fmla="*/ 185955 w 1948078"/>
              <a:gd name="connsiteY6" fmla="*/ 4383255 h 4383255"/>
              <a:gd name="connsiteX7" fmla="*/ 8463 w 1948078"/>
              <a:gd name="connsiteY7" fmla="*/ 4136831 h 4383255"/>
              <a:gd name="connsiteX8" fmla="*/ 31616 w 1948078"/>
              <a:gd name="connsiteY8" fmla="*/ 3280509 h 4383255"/>
              <a:gd name="connsiteX9" fmla="*/ 24719 w 1948078"/>
              <a:gd name="connsiteY9" fmla="*/ 3114031 h 4383255"/>
              <a:gd name="connsiteX10" fmla="*/ 21357 w 1948078"/>
              <a:gd name="connsiteY10" fmla="*/ 2581317 h 4383255"/>
              <a:gd name="connsiteX11" fmla="*/ 19062 w 1948078"/>
              <a:gd name="connsiteY11" fmla="*/ 2371226 h 4383255"/>
              <a:gd name="connsiteX12" fmla="*/ 18510 w 1948078"/>
              <a:gd name="connsiteY12" fmla="*/ 199298 h 4383255"/>
              <a:gd name="connsiteX0" fmla="*/ 19704 w 1949272"/>
              <a:gd name="connsiteY0" fmla="*/ 199298 h 4383255"/>
              <a:gd name="connsiteX1" fmla="*/ 193557 w 1949272"/>
              <a:gd name="connsiteY1" fmla="*/ 0 h 4383255"/>
              <a:gd name="connsiteX2" fmla="*/ 1724287 w 1949272"/>
              <a:gd name="connsiteY2" fmla="*/ 7488 h 4383255"/>
              <a:gd name="connsiteX3" fmla="*/ 1914946 w 1949272"/>
              <a:gd name="connsiteY3" fmla="*/ 228523 h 4383255"/>
              <a:gd name="connsiteX4" fmla="*/ 1949272 w 1949272"/>
              <a:gd name="connsiteY4" fmla="*/ 4122677 h 4383255"/>
              <a:gd name="connsiteX5" fmla="*/ 1747867 w 1949272"/>
              <a:gd name="connsiteY5" fmla="*/ 4361288 h 4383255"/>
              <a:gd name="connsiteX6" fmla="*/ 187149 w 1949272"/>
              <a:gd name="connsiteY6" fmla="*/ 4383255 h 4383255"/>
              <a:gd name="connsiteX7" fmla="*/ 9657 w 1949272"/>
              <a:gd name="connsiteY7" fmla="*/ 4136831 h 4383255"/>
              <a:gd name="connsiteX8" fmla="*/ 24360 w 1949272"/>
              <a:gd name="connsiteY8" fmla="*/ 3262810 h 4383255"/>
              <a:gd name="connsiteX9" fmla="*/ 25913 w 1949272"/>
              <a:gd name="connsiteY9" fmla="*/ 3114031 h 4383255"/>
              <a:gd name="connsiteX10" fmla="*/ 22551 w 1949272"/>
              <a:gd name="connsiteY10" fmla="*/ 2581317 h 4383255"/>
              <a:gd name="connsiteX11" fmla="*/ 20256 w 1949272"/>
              <a:gd name="connsiteY11" fmla="*/ 2371226 h 4383255"/>
              <a:gd name="connsiteX12" fmla="*/ 19704 w 1949272"/>
              <a:gd name="connsiteY12" fmla="*/ 199298 h 4383255"/>
              <a:gd name="connsiteX0" fmla="*/ 19704 w 1949272"/>
              <a:gd name="connsiteY0" fmla="*/ 199298 h 4383255"/>
              <a:gd name="connsiteX1" fmla="*/ 193557 w 1949272"/>
              <a:gd name="connsiteY1" fmla="*/ 0 h 4383255"/>
              <a:gd name="connsiteX2" fmla="*/ 1724287 w 1949272"/>
              <a:gd name="connsiteY2" fmla="*/ 7488 h 4383255"/>
              <a:gd name="connsiteX3" fmla="*/ 1914946 w 1949272"/>
              <a:gd name="connsiteY3" fmla="*/ 228523 h 4383255"/>
              <a:gd name="connsiteX4" fmla="*/ 1949272 w 1949272"/>
              <a:gd name="connsiteY4" fmla="*/ 4122677 h 4383255"/>
              <a:gd name="connsiteX5" fmla="*/ 1747867 w 1949272"/>
              <a:gd name="connsiteY5" fmla="*/ 4361288 h 4383255"/>
              <a:gd name="connsiteX6" fmla="*/ 187149 w 1949272"/>
              <a:gd name="connsiteY6" fmla="*/ 4383255 h 4383255"/>
              <a:gd name="connsiteX7" fmla="*/ 9657 w 1949272"/>
              <a:gd name="connsiteY7" fmla="*/ 4136831 h 4383255"/>
              <a:gd name="connsiteX8" fmla="*/ 24360 w 1949272"/>
              <a:gd name="connsiteY8" fmla="*/ 3262810 h 4383255"/>
              <a:gd name="connsiteX9" fmla="*/ 67206 w 1949272"/>
              <a:gd name="connsiteY9" fmla="*/ 3032602 h 4383255"/>
              <a:gd name="connsiteX10" fmla="*/ 22551 w 1949272"/>
              <a:gd name="connsiteY10" fmla="*/ 2581317 h 4383255"/>
              <a:gd name="connsiteX11" fmla="*/ 20256 w 1949272"/>
              <a:gd name="connsiteY11" fmla="*/ 2371226 h 4383255"/>
              <a:gd name="connsiteX12" fmla="*/ 19704 w 1949272"/>
              <a:gd name="connsiteY12" fmla="*/ 199298 h 4383255"/>
              <a:gd name="connsiteX0" fmla="*/ 19704 w 1949272"/>
              <a:gd name="connsiteY0" fmla="*/ 199298 h 4383255"/>
              <a:gd name="connsiteX1" fmla="*/ 193557 w 1949272"/>
              <a:gd name="connsiteY1" fmla="*/ 0 h 4383255"/>
              <a:gd name="connsiteX2" fmla="*/ 1724287 w 1949272"/>
              <a:gd name="connsiteY2" fmla="*/ 7488 h 4383255"/>
              <a:gd name="connsiteX3" fmla="*/ 1914946 w 1949272"/>
              <a:gd name="connsiteY3" fmla="*/ 228523 h 4383255"/>
              <a:gd name="connsiteX4" fmla="*/ 1949272 w 1949272"/>
              <a:gd name="connsiteY4" fmla="*/ 4122677 h 4383255"/>
              <a:gd name="connsiteX5" fmla="*/ 1747867 w 1949272"/>
              <a:gd name="connsiteY5" fmla="*/ 4361288 h 4383255"/>
              <a:gd name="connsiteX6" fmla="*/ 187149 w 1949272"/>
              <a:gd name="connsiteY6" fmla="*/ 4383255 h 4383255"/>
              <a:gd name="connsiteX7" fmla="*/ 9657 w 1949272"/>
              <a:gd name="connsiteY7" fmla="*/ 4136831 h 4383255"/>
              <a:gd name="connsiteX8" fmla="*/ 24360 w 1949272"/>
              <a:gd name="connsiteY8" fmla="*/ 3262810 h 4383255"/>
              <a:gd name="connsiteX9" fmla="*/ 34882 w 1949272"/>
              <a:gd name="connsiteY9" fmla="*/ 3030605 h 4383255"/>
              <a:gd name="connsiteX10" fmla="*/ 22551 w 1949272"/>
              <a:gd name="connsiteY10" fmla="*/ 2581317 h 4383255"/>
              <a:gd name="connsiteX11" fmla="*/ 20256 w 1949272"/>
              <a:gd name="connsiteY11" fmla="*/ 2371226 h 4383255"/>
              <a:gd name="connsiteX12" fmla="*/ 19704 w 1949272"/>
              <a:gd name="connsiteY12" fmla="*/ 199298 h 4383255"/>
              <a:gd name="connsiteX0" fmla="*/ 19704 w 1949272"/>
              <a:gd name="connsiteY0" fmla="*/ 199298 h 4383255"/>
              <a:gd name="connsiteX1" fmla="*/ 193557 w 1949272"/>
              <a:gd name="connsiteY1" fmla="*/ 0 h 4383255"/>
              <a:gd name="connsiteX2" fmla="*/ 1724287 w 1949272"/>
              <a:gd name="connsiteY2" fmla="*/ 7488 h 4383255"/>
              <a:gd name="connsiteX3" fmla="*/ 1914946 w 1949272"/>
              <a:gd name="connsiteY3" fmla="*/ 228523 h 4383255"/>
              <a:gd name="connsiteX4" fmla="*/ 1949272 w 1949272"/>
              <a:gd name="connsiteY4" fmla="*/ 4122677 h 4383255"/>
              <a:gd name="connsiteX5" fmla="*/ 1747867 w 1949272"/>
              <a:gd name="connsiteY5" fmla="*/ 4361288 h 4383255"/>
              <a:gd name="connsiteX6" fmla="*/ 187149 w 1949272"/>
              <a:gd name="connsiteY6" fmla="*/ 4383255 h 4383255"/>
              <a:gd name="connsiteX7" fmla="*/ 9657 w 1949272"/>
              <a:gd name="connsiteY7" fmla="*/ 4136831 h 4383255"/>
              <a:gd name="connsiteX8" fmla="*/ 24360 w 1949272"/>
              <a:gd name="connsiteY8" fmla="*/ 3262810 h 4383255"/>
              <a:gd name="connsiteX9" fmla="*/ 34882 w 1949272"/>
              <a:gd name="connsiteY9" fmla="*/ 3030605 h 4383255"/>
              <a:gd name="connsiteX10" fmla="*/ 22551 w 1949272"/>
              <a:gd name="connsiteY10" fmla="*/ 2581317 h 4383255"/>
              <a:gd name="connsiteX11" fmla="*/ 20256 w 1949272"/>
              <a:gd name="connsiteY11" fmla="*/ 2371226 h 4383255"/>
              <a:gd name="connsiteX12" fmla="*/ 19704 w 1949272"/>
              <a:gd name="connsiteY12" fmla="*/ 199298 h 4383255"/>
              <a:gd name="connsiteX0" fmla="*/ 19704 w 1949272"/>
              <a:gd name="connsiteY0" fmla="*/ 199298 h 4383255"/>
              <a:gd name="connsiteX1" fmla="*/ 193557 w 1949272"/>
              <a:gd name="connsiteY1" fmla="*/ 0 h 4383255"/>
              <a:gd name="connsiteX2" fmla="*/ 1724287 w 1949272"/>
              <a:gd name="connsiteY2" fmla="*/ 7488 h 4383255"/>
              <a:gd name="connsiteX3" fmla="*/ 1914946 w 1949272"/>
              <a:gd name="connsiteY3" fmla="*/ 228523 h 4383255"/>
              <a:gd name="connsiteX4" fmla="*/ 1949272 w 1949272"/>
              <a:gd name="connsiteY4" fmla="*/ 4122677 h 4383255"/>
              <a:gd name="connsiteX5" fmla="*/ 1747867 w 1949272"/>
              <a:gd name="connsiteY5" fmla="*/ 4361288 h 4383255"/>
              <a:gd name="connsiteX6" fmla="*/ 187149 w 1949272"/>
              <a:gd name="connsiteY6" fmla="*/ 4383255 h 4383255"/>
              <a:gd name="connsiteX7" fmla="*/ 9657 w 1949272"/>
              <a:gd name="connsiteY7" fmla="*/ 4136831 h 4383255"/>
              <a:gd name="connsiteX8" fmla="*/ 24360 w 1949272"/>
              <a:gd name="connsiteY8" fmla="*/ 3262810 h 4383255"/>
              <a:gd name="connsiteX9" fmla="*/ 25208 w 1949272"/>
              <a:gd name="connsiteY9" fmla="*/ 3125439 h 4383255"/>
              <a:gd name="connsiteX10" fmla="*/ 22551 w 1949272"/>
              <a:gd name="connsiteY10" fmla="*/ 2581317 h 4383255"/>
              <a:gd name="connsiteX11" fmla="*/ 20256 w 1949272"/>
              <a:gd name="connsiteY11" fmla="*/ 2371226 h 4383255"/>
              <a:gd name="connsiteX12" fmla="*/ 19704 w 1949272"/>
              <a:gd name="connsiteY12" fmla="*/ 199298 h 4383255"/>
              <a:gd name="connsiteX0" fmla="*/ 19716 w 1949284"/>
              <a:gd name="connsiteY0" fmla="*/ 199298 h 4383255"/>
              <a:gd name="connsiteX1" fmla="*/ 193569 w 1949284"/>
              <a:gd name="connsiteY1" fmla="*/ 0 h 4383255"/>
              <a:gd name="connsiteX2" fmla="*/ 1724299 w 1949284"/>
              <a:gd name="connsiteY2" fmla="*/ 7488 h 4383255"/>
              <a:gd name="connsiteX3" fmla="*/ 1914958 w 1949284"/>
              <a:gd name="connsiteY3" fmla="*/ 228523 h 4383255"/>
              <a:gd name="connsiteX4" fmla="*/ 1949284 w 1949284"/>
              <a:gd name="connsiteY4" fmla="*/ 4122677 h 4383255"/>
              <a:gd name="connsiteX5" fmla="*/ 1747879 w 1949284"/>
              <a:gd name="connsiteY5" fmla="*/ 4361288 h 4383255"/>
              <a:gd name="connsiteX6" fmla="*/ 187161 w 1949284"/>
              <a:gd name="connsiteY6" fmla="*/ 4383255 h 4383255"/>
              <a:gd name="connsiteX7" fmla="*/ 9669 w 1949284"/>
              <a:gd name="connsiteY7" fmla="*/ 4136831 h 4383255"/>
              <a:gd name="connsiteX8" fmla="*/ 24300 w 1949284"/>
              <a:gd name="connsiteY8" fmla="*/ 3325790 h 4383255"/>
              <a:gd name="connsiteX9" fmla="*/ 25220 w 1949284"/>
              <a:gd name="connsiteY9" fmla="*/ 3125439 h 4383255"/>
              <a:gd name="connsiteX10" fmla="*/ 22563 w 1949284"/>
              <a:gd name="connsiteY10" fmla="*/ 2581317 h 4383255"/>
              <a:gd name="connsiteX11" fmla="*/ 20268 w 1949284"/>
              <a:gd name="connsiteY11" fmla="*/ 2371226 h 4383255"/>
              <a:gd name="connsiteX12" fmla="*/ 19716 w 1949284"/>
              <a:gd name="connsiteY12" fmla="*/ 199298 h 4383255"/>
              <a:gd name="connsiteX0" fmla="*/ 19716 w 1949284"/>
              <a:gd name="connsiteY0" fmla="*/ 199298 h 4383255"/>
              <a:gd name="connsiteX1" fmla="*/ 193569 w 1949284"/>
              <a:gd name="connsiteY1" fmla="*/ 0 h 4383255"/>
              <a:gd name="connsiteX2" fmla="*/ 1724299 w 1949284"/>
              <a:gd name="connsiteY2" fmla="*/ 7488 h 4383255"/>
              <a:gd name="connsiteX3" fmla="*/ 1914958 w 1949284"/>
              <a:gd name="connsiteY3" fmla="*/ 228523 h 4383255"/>
              <a:gd name="connsiteX4" fmla="*/ 1949284 w 1949284"/>
              <a:gd name="connsiteY4" fmla="*/ 4122677 h 4383255"/>
              <a:gd name="connsiteX5" fmla="*/ 1747879 w 1949284"/>
              <a:gd name="connsiteY5" fmla="*/ 4361288 h 4383255"/>
              <a:gd name="connsiteX6" fmla="*/ 187161 w 1949284"/>
              <a:gd name="connsiteY6" fmla="*/ 4383255 h 4383255"/>
              <a:gd name="connsiteX7" fmla="*/ 9669 w 1949284"/>
              <a:gd name="connsiteY7" fmla="*/ 4136831 h 4383255"/>
              <a:gd name="connsiteX8" fmla="*/ 24300 w 1949284"/>
              <a:gd name="connsiteY8" fmla="*/ 3325790 h 4383255"/>
              <a:gd name="connsiteX9" fmla="*/ 25220 w 1949284"/>
              <a:gd name="connsiteY9" fmla="*/ 3125439 h 4383255"/>
              <a:gd name="connsiteX10" fmla="*/ 22563 w 1949284"/>
              <a:gd name="connsiteY10" fmla="*/ 2581317 h 4383255"/>
              <a:gd name="connsiteX11" fmla="*/ 20268 w 1949284"/>
              <a:gd name="connsiteY11" fmla="*/ 2371226 h 4383255"/>
              <a:gd name="connsiteX12" fmla="*/ 19716 w 1949284"/>
              <a:gd name="connsiteY12" fmla="*/ 199298 h 4383255"/>
              <a:gd name="connsiteX0" fmla="*/ 21919 w 1951487"/>
              <a:gd name="connsiteY0" fmla="*/ 199298 h 4383255"/>
              <a:gd name="connsiteX1" fmla="*/ 195772 w 1951487"/>
              <a:gd name="connsiteY1" fmla="*/ 0 h 4383255"/>
              <a:gd name="connsiteX2" fmla="*/ 1726502 w 1951487"/>
              <a:gd name="connsiteY2" fmla="*/ 7488 h 4383255"/>
              <a:gd name="connsiteX3" fmla="*/ 1917161 w 1951487"/>
              <a:gd name="connsiteY3" fmla="*/ 228523 h 4383255"/>
              <a:gd name="connsiteX4" fmla="*/ 1951487 w 1951487"/>
              <a:gd name="connsiteY4" fmla="*/ 4122677 h 4383255"/>
              <a:gd name="connsiteX5" fmla="*/ 1750082 w 1951487"/>
              <a:gd name="connsiteY5" fmla="*/ 4361288 h 4383255"/>
              <a:gd name="connsiteX6" fmla="*/ 189364 w 1951487"/>
              <a:gd name="connsiteY6" fmla="*/ 4383255 h 4383255"/>
              <a:gd name="connsiteX7" fmla="*/ 11872 w 1951487"/>
              <a:gd name="connsiteY7" fmla="*/ 4136831 h 4383255"/>
              <a:gd name="connsiteX8" fmla="*/ 26503 w 1951487"/>
              <a:gd name="connsiteY8" fmla="*/ 3325790 h 4383255"/>
              <a:gd name="connsiteX9" fmla="*/ 27423 w 1951487"/>
              <a:gd name="connsiteY9" fmla="*/ 3125439 h 4383255"/>
              <a:gd name="connsiteX10" fmla="*/ 24766 w 1951487"/>
              <a:gd name="connsiteY10" fmla="*/ 2581317 h 4383255"/>
              <a:gd name="connsiteX11" fmla="*/ 22471 w 1951487"/>
              <a:gd name="connsiteY11" fmla="*/ 2371226 h 4383255"/>
              <a:gd name="connsiteX12" fmla="*/ 21919 w 1951487"/>
              <a:gd name="connsiteY12" fmla="*/ 199298 h 4383255"/>
              <a:gd name="connsiteX0" fmla="*/ 19306 w 1948874"/>
              <a:gd name="connsiteY0" fmla="*/ 199298 h 4383255"/>
              <a:gd name="connsiteX1" fmla="*/ 193159 w 1948874"/>
              <a:gd name="connsiteY1" fmla="*/ 0 h 4383255"/>
              <a:gd name="connsiteX2" fmla="*/ 1723889 w 1948874"/>
              <a:gd name="connsiteY2" fmla="*/ 7488 h 4383255"/>
              <a:gd name="connsiteX3" fmla="*/ 1914548 w 1948874"/>
              <a:gd name="connsiteY3" fmla="*/ 228523 h 4383255"/>
              <a:gd name="connsiteX4" fmla="*/ 1948874 w 1948874"/>
              <a:gd name="connsiteY4" fmla="*/ 4122677 h 4383255"/>
              <a:gd name="connsiteX5" fmla="*/ 1747469 w 1948874"/>
              <a:gd name="connsiteY5" fmla="*/ 4361288 h 4383255"/>
              <a:gd name="connsiteX6" fmla="*/ 186751 w 1948874"/>
              <a:gd name="connsiteY6" fmla="*/ 4383255 h 4383255"/>
              <a:gd name="connsiteX7" fmla="*/ 9259 w 1948874"/>
              <a:gd name="connsiteY7" fmla="*/ 4136831 h 4383255"/>
              <a:gd name="connsiteX8" fmla="*/ 24810 w 1948874"/>
              <a:gd name="connsiteY8" fmla="*/ 3125439 h 4383255"/>
              <a:gd name="connsiteX9" fmla="*/ 22153 w 1948874"/>
              <a:gd name="connsiteY9" fmla="*/ 2581317 h 4383255"/>
              <a:gd name="connsiteX10" fmla="*/ 19858 w 1948874"/>
              <a:gd name="connsiteY10" fmla="*/ 2371226 h 4383255"/>
              <a:gd name="connsiteX11" fmla="*/ 19306 w 1948874"/>
              <a:gd name="connsiteY11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25799 w 1949863"/>
              <a:gd name="connsiteY9" fmla="*/ 3125439 h 4383255"/>
              <a:gd name="connsiteX10" fmla="*/ 23142 w 1949863"/>
              <a:gd name="connsiteY10" fmla="*/ 2581317 h 4383255"/>
              <a:gd name="connsiteX11" fmla="*/ 20847 w 1949863"/>
              <a:gd name="connsiteY11" fmla="*/ 2371226 h 4383255"/>
              <a:gd name="connsiteX12" fmla="*/ 20295 w 1949863"/>
              <a:gd name="connsiteY12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45704 w 1949863"/>
              <a:gd name="connsiteY9" fmla="*/ 3204924 h 4383255"/>
              <a:gd name="connsiteX10" fmla="*/ 25799 w 1949863"/>
              <a:gd name="connsiteY10" fmla="*/ 3125439 h 4383255"/>
              <a:gd name="connsiteX11" fmla="*/ 23142 w 1949863"/>
              <a:gd name="connsiteY11" fmla="*/ 2581317 h 4383255"/>
              <a:gd name="connsiteX12" fmla="*/ 20847 w 1949863"/>
              <a:gd name="connsiteY12" fmla="*/ 2371226 h 4383255"/>
              <a:gd name="connsiteX13" fmla="*/ 20295 w 1949863"/>
              <a:gd name="connsiteY13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45704 w 1949863"/>
              <a:gd name="connsiteY9" fmla="*/ 3204924 h 4383255"/>
              <a:gd name="connsiteX10" fmla="*/ 25799 w 1949863"/>
              <a:gd name="connsiteY10" fmla="*/ 3125439 h 4383255"/>
              <a:gd name="connsiteX11" fmla="*/ 23142 w 1949863"/>
              <a:gd name="connsiteY11" fmla="*/ 2581317 h 4383255"/>
              <a:gd name="connsiteX12" fmla="*/ 20847 w 1949863"/>
              <a:gd name="connsiteY12" fmla="*/ 2371226 h 4383255"/>
              <a:gd name="connsiteX13" fmla="*/ 20295 w 1949863"/>
              <a:gd name="connsiteY13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45704 w 1949863"/>
              <a:gd name="connsiteY9" fmla="*/ 3204924 h 4383255"/>
              <a:gd name="connsiteX10" fmla="*/ 25799 w 1949863"/>
              <a:gd name="connsiteY10" fmla="*/ 3125439 h 4383255"/>
              <a:gd name="connsiteX11" fmla="*/ 23142 w 1949863"/>
              <a:gd name="connsiteY11" fmla="*/ 2581317 h 4383255"/>
              <a:gd name="connsiteX12" fmla="*/ 20847 w 1949863"/>
              <a:gd name="connsiteY12" fmla="*/ 2371226 h 4383255"/>
              <a:gd name="connsiteX13" fmla="*/ 20295 w 1949863"/>
              <a:gd name="connsiteY13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45704 w 1949863"/>
              <a:gd name="connsiteY9" fmla="*/ 3204924 h 4383255"/>
              <a:gd name="connsiteX10" fmla="*/ 23830 w 1949863"/>
              <a:gd name="connsiteY10" fmla="*/ 3033703 h 4383255"/>
              <a:gd name="connsiteX11" fmla="*/ 23142 w 1949863"/>
              <a:gd name="connsiteY11" fmla="*/ 2581317 h 4383255"/>
              <a:gd name="connsiteX12" fmla="*/ 20847 w 1949863"/>
              <a:gd name="connsiteY12" fmla="*/ 2371226 h 4383255"/>
              <a:gd name="connsiteX13" fmla="*/ 20295 w 1949863"/>
              <a:gd name="connsiteY13" fmla="*/ 199298 h 4383255"/>
              <a:gd name="connsiteX0" fmla="*/ 20295 w 1949863"/>
              <a:gd name="connsiteY0" fmla="*/ 199298 h 4383255"/>
              <a:gd name="connsiteX1" fmla="*/ 194148 w 1949863"/>
              <a:gd name="connsiteY1" fmla="*/ 0 h 4383255"/>
              <a:gd name="connsiteX2" fmla="*/ 1724878 w 1949863"/>
              <a:gd name="connsiteY2" fmla="*/ 7488 h 4383255"/>
              <a:gd name="connsiteX3" fmla="*/ 1915537 w 1949863"/>
              <a:gd name="connsiteY3" fmla="*/ 228523 h 4383255"/>
              <a:gd name="connsiteX4" fmla="*/ 1949863 w 1949863"/>
              <a:gd name="connsiteY4" fmla="*/ 4122677 h 4383255"/>
              <a:gd name="connsiteX5" fmla="*/ 1748458 w 1949863"/>
              <a:gd name="connsiteY5" fmla="*/ 4361288 h 4383255"/>
              <a:gd name="connsiteX6" fmla="*/ 187740 w 1949863"/>
              <a:gd name="connsiteY6" fmla="*/ 4383255 h 4383255"/>
              <a:gd name="connsiteX7" fmla="*/ 10248 w 1949863"/>
              <a:gd name="connsiteY7" fmla="*/ 4136831 h 4383255"/>
              <a:gd name="connsiteX8" fmla="*/ 21472 w 1949863"/>
              <a:gd name="connsiteY8" fmla="*/ 3380929 h 4383255"/>
              <a:gd name="connsiteX9" fmla="*/ 34413 w 1949863"/>
              <a:gd name="connsiteY9" fmla="*/ 3202318 h 4383255"/>
              <a:gd name="connsiteX10" fmla="*/ 23830 w 1949863"/>
              <a:gd name="connsiteY10" fmla="*/ 3033703 h 4383255"/>
              <a:gd name="connsiteX11" fmla="*/ 23142 w 1949863"/>
              <a:gd name="connsiteY11" fmla="*/ 2581317 h 4383255"/>
              <a:gd name="connsiteX12" fmla="*/ 20847 w 1949863"/>
              <a:gd name="connsiteY12" fmla="*/ 2371226 h 4383255"/>
              <a:gd name="connsiteX13" fmla="*/ 20295 w 1949863"/>
              <a:gd name="connsiteY13" fmla="*/ 199298 h 4383255"/>
              <a:gd name="connsiteX0" fmla="*/ 22254 w 1951822"/>
              <a:gd name="connsiteY0" fmla="*/ 199298 h 4383255"/>
              <a:gd name="connsiteX1" fmla="*/ 196107 w 1951822"/>
              <a:gd name="connsiteY1" fmla="*/ 0 h 4383255"/>
              <a:gd name="connsiteX2" fmla="*/ 1726837 w 1951822"/>
              <a:gd name="connsiteY2" fmla="*/ 7488 h 4383255"/>
              <a:gd name="connsiteX3" fmla="*/ 1917496 w 1951822"/>
              <a:gd name="connsiteY3" fmla="*/ 228523 h 4383255"/>
              <a:gd name="connsiteX4" fmla="*/ 1951822 w 1951822"/>
              <a:gd name="connsiteY4" fmla="*/ 4122677 h 4383255"/>
              <a:gd name="connsiteX5" fmla="*/ 1750417 w 1951822"/>
              <a:gd name="connsiteY5" fmla="*/ 4361288 h 4383255"/>
              <a:gd name="connsiteX6" fmla="*/ 189699 w 1951822"/>
              <a:gd name="connsiteY6" fmla="*/ 4383255 h 4383255"/>
              <a:gd name="connsiteX7" fmla="*/ 12207 w 1951822"/>
              <a:gd name="connsiteY7" fmla="*/ 4136831 h 4383255"/>
              <a:gd name="connsiteX8" fmla="*/ 14394 w 1951822"/>
              <a:gd name="connsiteY8" fmla="*/ 3372736 h 4383255"/>
              <a:gd name="connsiteX9" fmla="*/ 36372 w 1951822"/>
              <a:gd name="connsiteY9" fmla="*/ 3202318 h 4383255"/>
              <a:gd name="connsiteX10" fmla="*/ 25789 w 1951822"/>
              <a:gd name="connsiteY10" fmla="*/ 3033703 h 4383255"/>
              <a:gd name="connsiteX11" fmla="*/ 25101 w 1951822"/>
              <a:gd name="connsiteY11" fmla="*/ 2581317 h 4383255"/>
              <a:gd name="connsiteX12" fmla="*/ 22806 w 1951822"/>
              <a:gd name="connsiteY12" fmla="*/ 2371226 h 4383255"/>
              <a:gd name="connsiteX13" fmla="*/ 22254 w 1951822"/>
              <a:gd name="connsiteY13" fmla="*/ 199298 h 4383255"/>
              <a:gd name="connsiteX0" fmla="*/ 17671 w 1947239"/>
              <a:gd name="connsiteY0" fmla="*/ 199298 h 4383255"/>
              <a:gd name="connsiteX1" fmla="*/ 191524 w 1947239"/>
              <a:gd name="connsiteY1" fmla="*/ 0 h 4383255"/>
              <a:gd name="connsiteX2" fmla="*/ 1722254 w 1947239"/>
              <a:gd name="connsiteY2" fmla="*/ 7488 h 4383255"/>
              <a:gd name="connsiteX3" fmla="*/ 1912913 w 1947239"/>
              <a:gd name="connsiteY3" fmla="*/ 228523 h 4383255"/>
              <a:gd name="connsiteX4" fmla="*/ 1947239 w 1947239"/>
              <a:gd name="connsiteY4" fmla="*/ 4122677 h 4383255"/>
              <a:gd name="connsiteX5" fmla="*/ 1745834 w 1947239"/>
              <a:gd name="connsiteY5" fmla="*/ 4361288 h 4383255"/>
              <a:gd name="connsiteX6" fmla="*/ 185116 w 1947239"/>
              <a:gd name="connsiteY6" fmla="*/ 4383255 h 4383255"/>
              <a:gd name="connsiteX7" fmla="*/ 7624 w 1947239"/>
              <a:gd name="connsiteY7" fmla="*/ 4136831 h 4383255"/>
              <a:gd name="connsiteX8" fmla="*/ 9811 w 1947239"/>
              <a:gd name="connsiteY8" fmla="*/ 3372736 h 4383255"/>
              <a:gd name="connsiteX9" fmla="*/ 31789 w 1947239"/>
              <a:gd name="connsiteY9" fmla="*/ 3202318 h 4383255"/>
              <a:gd name="connsiteX10" fmla="*/ 21206 w 1947239"/>
              <a:gd name="connsiteY10" fmla="*/ 3033703 h 4383255"/>
              <a:gd name="connsiteX11" fmla="*/ 20518 w 1947239"/>
              <a:gd name="connsiteY11" fmla="*/ 2581317 h 4383255"/>
              <a:gd name="connsiteX12" fmla="*/ 18223 w 1947239"/>
              <a:gd name="connsiteY12" fmla="*/ 2371226 h 4383255"/>
              <a:gd name="connsiteX13" fmla="*/ 17671 w 1947239"/>
              <a:gd name="connsiteY13" fmla="*/ 199298 h 4383255"/>
              <a:gd name="connsiteX0" fmla="*/ 12703 w 1942271"/>
              <a:gd name="connsiteY0" fmla="*/ 199298 h 4383255"/>
              <a:gd name="connsiteX1" fmla="*/ 186556 w 1942271"/>
              <a:gd name="connsiteY1" fmla="*/ 0 h 4383255"/>
              <a:gd name="connsiteX2" fmla="*/ 1717286 w 1942271"/>
              <a:gd name="connsiteY2" fmla="*/ 7488 h 4383255"/>
              <a:gd name="connsiteX3" fmla="*/ 1907945 w 1942271"/>
              <a:gd name="connsiteY3" fmla="*/ 228523 h 4383255"/>
              <a:gd name="connsiteX4" fmla="*/ 1942271 w 1942271"/>
              <a:gd name="connsiteY4" fmla="*/ 4122677 h 4383255"/>
              <a:gd name="connsiteX5" fmla="*/ 1740866 w 1942271"/>
              <a:gd name="connsiteY5" fmla="*/ 4361288 h 4383255"/>
              <a:gd name="connsiteX6" fmla="*/ 180148 w 1942271"/>
              <a:gd name="connsiteY6" fmla="*/ 4383255 h 4383255"/>
              <a:gd name="connsiteX7" fmla="*/ 2656 w 1942271"/>
              <a:gd name="connsiteY7" fmla="*/ 4136831 h 4383255"/>
              <a:gd name="connsiteX8" fmla="*/ 4843 w 1942271"/>
              <a:gd name="connsiteY8" fmla="*/ 3372736 h 4383255"/>
              <a:gd name="connsiteX9" fmla="*/ 26821 w 1942271"/>
              <a:gd name="connsiteY9" fmla="*/ 3202318 h 4383255"/>
              <a:gd name="connsiteX10" fmla="*/ 16238 w 1942271"/>
              <a:gd name="connsiteY10" fmla="*/ 3033703 h 4383255"/>
              <a:gd name="connsiteX11" fmla="*/ 15550 w 1942271"/>
              <a:gd name="connsiteY11" fmla="*/ 2581317 h 4383255"/>
              <a:gd name="connsiteX12" fmla="*/ 13255 w 1942271"/>
              <a:gd name="connsiteY12" fmla="*/ 2371226 h 4383255"/>
              <a:gd name="connsiteX13" fmla="*/ 12703 w 1942271"/>
              <a:gd name="connsiteY13" fmla="*/ 199298 h 4383255"/>
              <a:gd name="connsiteX0" fmla="*/ 12703 w 1942271"/>
              <a:gd name="connsiteY0" fmla="*/ 199298 h 4383255"/>
              <a:gd name="connsiteX1" fmla="*/ 186556 w 1942271"/>
              <a:gd name="connsiteY1" fmla="*/ 0 h 4383255"/>
              <a:gd name="connsiteX2" fmla="*/ 1717286 w 1942271"/>
              <a:gd name="connsiteY2" fmla="*/ 7488 h 4383255"/>
              <a:gd name="connsiteX3" fmla="*/ 1907945 w 1942271"/>
              <a:gd name="connsiteY3" fmla="*/ 228523 h 4383255"/>
              <a:gd name="connsiteX4" fmla="*/ 1942271 w 1942271"/>
              <a:gd name="connsiteY4" fmla="*/ 4122677 h 4383255"/>
              <a:gd name="connsiteX5" fmla="*/ 1740866 w 1942271"/>
              <a:gd name="connsiteY5" fmla="*/ 4361288 h 4383255"/>
              <a:gd name="connsiteX6" fmla="*/ 180148 w 1942271"/>
              <a:gd name="connsiteY6" fmla="*/ 4383255 h 4383255"/>
              <a:gd name="connsiteX7" fmla="*/ 2656 w 1942271"/>
              <a:gd name="connsiteY7" fmla="*/ 4136831 h 4383255"/>
              <a:gd name="connsiteX8" fmla="*/ 4843 w 1942271"/>
              <a:gd name="connsiteY8" fmla="*/ 3372736 h 4383255"/>
              <a:gd name="connsiteX9" fmla="*/ 26821 w 1942271"/>
              <a:gd name="connsiteY9" fmla="*/ 3202318 h 4383255"/>
              <a:gd name="connsiteX10" fmla="*/ 16238 w 1942271"/>
              <a:gd name="connsiteY10" fmla="*/ 3033703 h 4383255"/>
              <a:gd name="connsiteX11" fmla="*/ 15550 w 1942271"/>
              <a:gd name="connsiteY11" fmla="*/ 2581317 h 4383255"/>
              <a:gd name="connsiteX12" fmla="*/ 13255 w 1942271"/>
              <a:gd name="connsiteY12" fmla="*/ 2371226 h 4383255"/>
              <a:gd name="connsiteX13" fmla="*/ 12703 w 1942271"/>
              <a:gd name="connsiteY13" fmla="*/ 199298 h 43832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942271" h="4383255">
                <a:moveTo>
                  <a:pt x="12703" y="199298"/>
                </a:moveTo>
                <a:cubicBezTo>
                  <a:pt x="12703" y="101959"/>
                  <a:pt x="89217" y="0"/>
                  <a:pt x="186556" y="0"/>
                </a:cubicBezTo>
                <a:lnTo>
                  <a:pt x="1717286" y="7488"/>
                </a:lnTo>
                <a:cubicBezTo>
                  <a:pt x="1814625" y="7488"/>
                  <a:pt x="1907945" y="131184"/>
                  <a:pt x="1907945" y="228523"/>
                </a:cubicBezTo>
                <a:lnTo>
                  <a:pt x="1942271" y="4122677"/>
                </a:lnTo>
                <a:cubicBezTo>
                  <a:pt x="1942271" y="4220016"/>
                  <a:pt x="1838205" y="4361288"/>
                  <a:pt x="1740866" y="4361288"/>
                </a:cubicBezTo>
                <a:lnTo>
                  <a:pt x="180148" y="4383255"/>
                </a:lnTo>
                <a:cubicBezTo>
                  <a:pt x="82809" y="4383255"/>
                  <a:pt x="2656" y="4234170"/>
                  <a:pt x="2656" y="4136831"/>
                </a:cubicBezTo>
                <a:cubicBezTo>
                  <a:pt x="-1241" y="3821102"/>
                  <a:pt x="11983" y="3847283"/>
                  <a:pt x="4843" y="3372736"/>
                </a:cubicBezTo>
                <a:cubicBezTo>
                  <a:pt x="7610" y="3227085"/>
                  <a:pt x="24922" y="3258823"/>
                  <a:pt x="26821" y="3202318"/>
                </a:cubicBezTo>
                <a:cubicBezTo>
                  <a:pt x="28720" y="3145813"/>
                  <a:pt x="16856" y="3147305"/>
                  <a:pt x="16238" y="3033703"/>
                </a:cubicBezTo>
                <a:cubicBezTo>
                  <a:pt x="13964" y="2931451"/>
                  <a:pt x="18512" y="2703334"/>
                  <a:pt x="15550" y="2581317"/>
                </a:cubicBezTo>
                <a:cubicBezTo>
                  <a:pt x="32553" y="2565696"/>
                  <a:pt x="65680" y="2421522"/>
                  <a:pt x="13255" y="2371226"/>
                </a:cubicBezTo>
                <a:cubicBezTo>
                  <a:pt x="11685" y="1991969"/>
                  <a:pt x="-15410" y="592323"/>
                  <a:pt x="12703" y="199298"/>
                </a:cubicBezTo>
                <a:close/>
              </a:path>
            </a:pathLst>
          </a:custGeom>
        </p:spPr>
        <p:txBody>
          <a:bodyPr bIns="1440000" anchor="ctr"/>
          <a:lstStyle>
            <a:lvl1pPr marL="12700" indent="-12700" algn="ctr">
              <a:buFont typeface="Arial" panose="020B0604020202020204" pitchFamily="34" charset="0"/>
              <a:buNone/>
              <a:tabLst/>
              <a:defRPr sz="180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GB"/>
              <a:t>Click icon to </a:t>
            </a:r>
            <a:br>
              <a:rPr lang="en-GB"/>
            </a:br>
            <a:r>
              <a:rPr lang="en-GB"/>
              <a:t>add picture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7A74330B-8214-A36E-6D15-5A19BE2EEB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315597"/>
            <a:ext cx="534960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18" name="Text Placeholder 12">
            <a:extLst>
              <a:ext uri="{FF2B5EF4-FFF2-40B4-BE49-F238E27FC236}">
                <a16:creationId xmlns:a16="http://schemas.microsoft.com/office/drawing/2014/main" id="{DB57A54A-B750-3BAF-19EE-7935E77ABB4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5" y="853390"/>
            <a:ext cx="534960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72EE21-FC42-6867-9437-9D49A2709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2" name="Text Placeholder 2">
            <a:extLst>
              <a:ext uri="{FF2B5EF4-FFF2-40B4-BE49-F238E27FC236}">
                <a16:creationId xmlns:a16="http://schemas.microsoft.com/office/drawing/2014/main" id="{3704EA58-2F0C-BBF2-E89F-1D87990C6CF9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5349600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8D585A4-F3FB-9BCB-6E35-6ED39A4C73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5077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Pad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0B4D6ED-99FC-B53C-0466-ED4DB705A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" b="3"/>
          <a:stretch/>
        </p:blipFill>
        <p:spPr>
          <a:xfrm>
            <a:off x="6552899" y="0"/>
            <a:ext cx="56391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D74E2D6-E158-3A37-84F4-A5310E36C10F}"/>
              </a:ext>
            </a:extLst>
          </p:cNvPr>
          <p:cNvSpPr/>
          <p:nvPr userDrawn="1"/>
        </p:nvSpPr>
        <p:spPr>
          <a:xfrm rot="5400000">
            <a:off x="6907951" y="1808889"/>
            <a:ext cx="4690176" cy="3538687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29CFB1-405A-8154-8635-7AA98F5C03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>
            <a:off x="7242754" y="824668"/>
            <a:ext cx="4206151" cy="551814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512973" y="1261720"/>
            <a:ext cx="3480132" cy="4644000"/>
          </a:xfrm>
          <a:prstGeom prst="roundRect">
            <a:avLst>
              <a:gd name="adj" fmla="val 3522"/>
            </a:avLst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AEDEC-C085-6955-AB82-DE6FC3989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534960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2376C125-34A1-B6EB-9AEE-B1AF679EA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53390"/>
            <a:ext cx="534960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D621958-6234-BF81-FDA7-5DE77B1D0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70BFB5-3784-57FD-AF83-6F5273769DE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5349600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5E73A4AA-7FBA-BE6A-0913-5E9B31FC0E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8876677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iPad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00B4D6ED-99FC-B53C-0466-ED4DB705AAE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" b="3"/>
          <a:stretch/>
        </p:blipFill>
        <p:spPr>
          <a:xfrm>
            <a:off x="6552899" y="0"/>
            <a:ext cx="5639101" cy="68580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D74E2D6-E158-3A37-84F4-A5310E36C10F}"/>
              </a:ext>
            </a:extLst>
          </p:cNvPr>
          <p:cNvSpPr/>
          <p:nvPr userDrawn="1"/>
        </p:nvSpPr>
        <p:spPr>
          <a:xfrm>
            <a:off x="7007967" y="1362461"/>
            <a:ext cx="4690176" cy="3538687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29CFB1-405A-8154-8635-7AA98F5C032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" b="10"/>
          <a:stretch/>
        </p:blipFill>
        <p:spPr>
          <a:xfrm rot="16200000">
            <a:off x="7242754" y="249648"/>
            <a:ext cx="4206151" cy="5518140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041477" y="1362461"/>
            <a:ext cx="4579728" cy="3462867"/>
          </a:xfrm>
          <a:prstGeom prst="roundRect">
            <a:avLst>
              <a:gd name="adj" fmla="val 3522"/>
            </a:avLst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GB" dirty="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AFDAEDEC-C085-6955-AB82-DE6FC3989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534960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2376C125-34A1-B6EB-9AEE-B1AF679EA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53390"/>
            <a:ext cx="534960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D621958-6234-BF81-FDA7-5DE77B1D0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70BFB5-3784-57FD-AF83-6F5273769DE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5349600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971DED1A-B4CD-FE6C-B2FC-9175A002E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82544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P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CBDB1AA-4550-520A-8357-AA1319ABF34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/>
        </p:blipFill>
        <p:spPr>
          <a:xfrm>
            <a:off x="-73899" y="-42110"/>
            <a:ext cx="12339798" cy="694222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528B814-3A5D-4F43-FF47-6371447A14CC}"/>
              </a:ext>
            </a:extLst>
          </p:cNvPr>
          <p:cNvSpPr/>
          <p:nvPr userDrawn="1"/>
        </p:nvSpPr>
        <p:spPr>
          <a:xfrm>
            <a:off x="2915952" y="1203511"/>
            <a:ext cx="6559498" cy="4883536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C5CB551-1216-F566-EE71-B448A00E363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2305365" y="713140"/>
            <a:ext cx="7608019" cy="5927226"/>
          </a:xfrm>
          <a:prstGeom prst="rect">
            <a:avLst/>
          </a:prstGeom>
        </p:spPr>
      </p:pic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975912" y="1207221"/>
            <a:ext cx="6429824" cy="4809160"/>
          </a:xfrm>
          <a:prstGeom prst="roundRect">
            <a:avLst>
              <a:gd name="adj" fmla="val 2952"/>
            </a:avLst>
          </a:prstGeom>
        </p:spPr>
        <p:txBody>
          <a:bodyPr vert="horz" lIns="0" tIns="0" rIns="0" bIns="1440000" rtlCol="0" anchor="ctr">
            <a:noAutofit/>
          </a:bodyPr>
          <a:lstStyle>
            <a:lvl1pPr marL="0" indent="0" algn="ctr">
              <a:buFont typeface="Arial" panose="020B0604020202020204" pitchFamily="34" charset="0"/>
              <a:buNone/>
              <a:defRPr lang="en-GB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84604F7C-84B3-D21F-346F-AF36A6CE69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9808679" cy="509071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17A9F0A2-3798-6FFA-8FF3-6756147DE7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849E363-C796-608D-101B-6E0851038AB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29110" b="29110"/>
          <a:stretch>
            <a:fillRect/>
          </a:stretch>
        </p:blipFill>
        <p:spPr>
          <a:xfrm>
            <a:off x="212642" y="6087048"/>
            <a:ext cx="1892708" cy="675060"/>
          </a:xfrm>
          <a:prstGeom prst="rect">
            <a:avLst/>
          </a:prstGeom>
        </p:spPr>
      </p:pic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4A7781C4-F0F7-5E4B-ECC6-70D575BC5E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9723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4D9299CA-C56F-0829-E7D0-5731DAC1F62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t="3" b="3"/>
          <a:stretch/>
        </p:blipFill>
        <p:spPr>
          <a:xfrm>
            <a:off x="6552899" y="0"/>
            <a:ext cx="5639101" cy="6858000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FDAEDEC-C085-6955-AB82-DE6FC3989A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5349600" cy="509071"/>
          </a:xfrm>
        </p:spPr>
        <p:txBody>
          <a:bodyPr anchor="t"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2376C125-34A1-B6EB-9AEE-B1AF679EAB0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15937" y="853390"/>
            <a:ext cx="5349600" cy="509071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>
              <a:buNone/>
              <a:defRPr sz="2400" b="0">
                <a:solidFill>
                  <a:schemeClr val="accent5"/>
                </a:solidFill>
              </a:defRPr>
            </a:lvl1pPr>
          </a:lstStyle>
          <a:p>
            <a:pPr lvl="0"/>
            <a:r>
              <a:rPr lang="en-US"/>
              <a:t>Optional subtitle</a:t>
            </a:r>
            <a:endParaRPr lang="en-GB"/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D621958-6234-BF81-FDA7-5DE77B1D01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B70BFB5-3784-57FD-AF83-6F5273769DEB}"/>
              </a:ext>
            </a:extLst>
          </p:cNvPr>
          <p:cNvSpPr>
            <a:spLocks noGrp="1"/>
          </p:cNvSpPr>
          <p:nvPr>
            <p:ph idx="30" hasCustomPrompt="1"/>
          </p:nvPr>
        </p:nvSpPr>
        <p:spPr>
          <a:xfrm>
            <a:off x="515933" y="1798204"/>
            <a:ext cx="4646074" cy="406489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285750" indent="-285750">
              <a:buFont typeface="Arial" panose="020B0604020202020204" pitchFamily="34" charset="0"/>
              <a:buChar char="•"/>
              <a:defRPr/>
            </a:lvl1pPr>
          </a:lstStyle>
          <a:p>
            <a:pPr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Insert content</a:t>
            </a:r>
          </a:p>
          <a:p>
            <a:pPr marL="742950" lvl="1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Second level</a:t>
            </a:r>
          </a:p>
          <a:p>
            <a:pPr marL="1200150" lvl="2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Third level</a:t>
            </a:r>
          </a:p>
          <a:p>
            <a:pPr marL="1657350" lvl="3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Fourth level</a:t>
            </a:r>
          </a:p>
          <a:p>
            <a:pPr marL="2114550" lvl="4" indent="-285750">
              <a:spcAft>
                <a:spcPts val="400"/>
              </a:spcAft>
              <a:buClr>
                <a:schemeClr val="accent2"/>
              </a:buClr>
              <a:buFont typeface="Arial" panose="020B0604020202020204" pitchFamily="34" charset="0"/>
              <a:buChar char="•"/>
            </a:pPr>
            <a:r>
              <a:rPr lang="en-US" sz="1800" noProof="0"/>
              <a:t>Fifth level</a:t>
            </a:r>
          </a:p>
        </p:txBody>
      </p:sp>
      <p:pic>
        <p:nvPicPr>
          <p:cNvPr id="11" name="Afbeelding 8">
            <a:extLst>
              <a:ext uri="{FF2B5EF4-FFF2-40B4-BE49-F238E27FC236}">
                <a16:creationId xmlns:a16="http://schemas.microsoft.com/office/drawing/2014/main" id="{703DBEEC-2F94-4BCD-4BEA-FF09FD66A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6119"/>
          <a:stretch>
            <a:fillRect/>
          </a:stretch>
        </p:blipFill>
        <p:spPr>
          <a:xfrm>
            <a:off x="5303177" y="1362461"/>
            <a:ext cx="6888823" cy="408777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7ACCCDA6-D112-8F55-87D5-3DF692E2050B}"/>
              </a:ext>
            </a:extLst>
          </p:cNvPr>
          <p:cNvSpPr/>
          <p:nvPr userDrawn="1"/>
        </p:nvSpPr>
        <p:spPr>
          <a:xfrm>
            <a:off x="6208433" y="1722391"/>
            <a:ext cx="5607509" cy="3186411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6" name="Picture Placeholder 7">
            <a:extLst>
              <a:ext uri="{FF2B5EF4-FFF2-40B4-BE49-F238E27FC236}">
                <a16:creationId xmlns:a16="http://schemas.microsoft.com/office/drawing/2014/main" id="{493FEB7C-8E61-FA00-099C-F503D859BBE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253199" y="1722392"/>
            <a:ext cx="5437813" cy="3186411"/>
          </a:xfrm>
          <a:prstGeom prst="rect">
            <a:avLst/>
          </a:prstGeom>
          <a:noFill/>
        </p:spPr>
        <p:txBody>
          <a:bodyPr bIns="144000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2D2D9729-0A78-BF6D-94D2-AF764BF89E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36832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ap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CA833F5-BEBF-E887-218E-C64EB3CAC2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/>
        </p:blipFill>
        <p:spPr>
          <a:xfrm>
            <a:off x="-73899" y="-42110"/>
            <a:ext cx="12339798" cy="6942221"/>
          </a:xfrm>
          <a:prstGeom prst="rect">
            <a:avLst/>
          </a:prstGeom>
        </p:spPr>
      </p:pic>
      <p:pic>
        <p:nvPicPr>
          <p:cNvPr id="3" name="Afbeelding 8">
            <a:extLst>
              <a:ext uri="{FF2B5EF4-FFF2-40B4-BE49-F238E27FC236}">
                <a16:creationId xmlns:a16="http://schemas.microsoft.com/office/drawing/2014/main" id="{E65ABCE5-6A14-2697-37F0-90C3A4450E6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491654" y="956795"/>
            <a:ext cx="9366846" cy="521808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CA5E4B1-2C63-5C78-8406-B1368420346D}"/>
              </a:ext>
            </a:extLst>
          </p:cNvPr>
          <p:cNvSpPr/>
          <p:nvPr userDrawn="1"/>
        </p:nvSpPr>
        <p:spPr>
          <a:xfrm>
            <a:off x="2586037" y="1418918"/>
            <a:ext cx="7158038" cy="4067484"/>
          </a:xfrm>
          <a:prstGeom prst="rect">
            <a:avLst/>
          </a:prstGeom>
          <a:solidFill>
            <a:srgbClr val="0707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7DF238-816A-3FF9-BA93-850CC1C0087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9" y="315597"/>
            <a:ext cx="9808679" cy="509071"/>
          </a:xfrm>
        </p:spPr>
        <p:txBody>
          <a:bodyPr>
            <a:noAutofit/>
          </a:bodyPr>
          <a:lstStyle>
            <a:lvl1pPr>
              <a:defRPr sz="2800"/>
            </a:lvl1pPr>
          </a:lstStyle>
          <a:p>
            <a:r>
              <a:rPr lang="en-US"/>
              <a:t>Insert title</a:t>
            </a:r>
            <a:endParaRPr lang="en-GB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548488C-3D21-E658-11A0-D1BE70EC19C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607303" y="1429551"/>
            <a:ext cx="7158038" cy="4067484"/>
          </a:xfrm>
          <a:prstGeom prst="rect">
            <a:avLst/>
          </a:prstGeom>
          <a:noFill/>
        </p:spPr>
        <p:txBody>
          <a:bodyPr bIns="1440000" anchor="ctr"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</a:lstStyle>
          <a:p>
            <a:pPr marL="285750" lvl="0" indent="-285750" algn="ctr"/>
            <a:r>
              <a:rPr lang="en-US"/>
              <a:t>Click icon to add picture</a:t>
            </a:r>
            <a:endParaRPr lang="en-GB"/>
          </a:p>
        </p:txBody>
      </p:sp>
      <p:sp>
        <p:nvSpPr>
          <p:cNvPr id="7" name="Footer Placeholder 3">
            <a:extLst>
              <a:ext uri="{FF2B5EF4-FFF2-40B4-BE49-F238E27FC236}">
                <a16:creationId xmlns:a16="http://schemas.microsoft.com/office/drawing/2014/main" id="{4B76E85D-4C17-25D5-4AB4-8444C8A5DC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A6D98F43-3364-9E38-688E-D3CACC72006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t="33947" b="33947"/>
          <a:stretch>
            <a:fillRect/>
          </a:stretch>
        </p:blipFill>
        <p:spPr>
          <a:xfrm>
            <a:off x="212642" y="6165204"/>
            <a:ext cx="1892708" cy="518748"/>
          </a:xfrm>
          <a:prstGeom prst="rect">
            <a:avLst/>
          </a:prstGeom>
        </p:spPr>
      </p:pic>
      <p:sp>
        <p:nvSpPr>
          <p:cNvPr id="10" name="Tijdelijke aanduiding voor dianummer 5">
            <a:extLst>
              <a:ext uri="{FF2B5EF4-FFF2-40B4-BE49-F238E27FC236}">
                <a16:creationId xmlns:a16="http://schemas.microsoft.com/office/drawing/2014/main" id="{BD16CC26-82FF-8C42-E092-269BA5A93A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245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/ statement - gradient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B1467B-9204-5F39-905A-5E8198E9F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8" r="8"/>
          <a:stretch/>
        </p:blipFill>
        <p:spPr>
          <a:xfrm rot="10800000">
            <a:off x="0" y="0"/>
            <a:ext cx="12190096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6BF6C4-76DA-3AC6-9D51-1CC64ECD7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845" y="1232551"/>
            <a:ext cx="7647674" cy="3003662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“Insert quote or statement”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0BAA7D-3412-1221-4A5D-E62B875C7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1713" y="4568412"/>
            <a:ext cx="6953250" cy="652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sz="1200"/>
              <a:t>Insert reference</a:t>
            </a:r>
            <a:endParaRPr lang="en-GB" sz="120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DBBC45-BAB0-6193-2FBF-0D639C526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© 2025 SD Worx. All rights reserved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FAE3628-484E-B003-8820-460433D1925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27306" b="27306"/>
          <a:stretch>
            <a:fillRect/>
          </a:stretch>
        </p:blipFill>
        <p:spPr>
          <a:xfrm>
            <a:off x="212642" y="6057901"/>
            <a:ext cx="1892708" cy="733354"/>
          </a:xfrm>
          <a:prstGeom prst="rect">
            <a:avLst/>
          </a:prstGeom>
        </p:spPr>
      </p:pic>
      <p:sp>
        <p:nvSpPr>
          <p:cNvPr id="8" name="Tijdelijke aanduiding voor dianummer 5">
            <a:extLst>
              <a:ext uri="{FF2B5EF4-FFF2-40B4-BE49-F238E27FC236}">
                <a16:creationId xmlns:a16="http://schemas.microsoft.com/office/drawing/2014/main" id="{6CC405B5-47C1-D1BC-7412-93E2B35CC6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accent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05780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/ statement - gradient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F8E9D7B-F8CD-ED47-8B8A-151AD16318C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r="12"/>
          <a:stretch/>
        </p:blipFill>
        <p:spPr>
          <a:xfrm>
            <a:off x="0" y="0"/>
            <a:ext cx="12189019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6BF6C4-76DA-3AC6-9D51-1CC64ECD7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845" y="1232551"/>
            <a:ext cx="7647674" cy="3003662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“Insert quote or statement”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D0BAA7D-3412-1221-4A5D-E62B875C7E5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1713" y="4568412"/>
            <a:ext cx="6953250" cy="652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Insert reference</a:t>
            </a:r>
            <a:endParaRPr lang="en-GB" sz="120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57DBBC45-BAB0-6193-2FBF-0D639C526C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en-GB"/>
              <a:t>© 2025 SD Worx. All rights reserved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E7328B33-E94D-8EE2-3E40-8A4105CE5A1C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t="30843" b="30843"/>
          <a:stretch>
            <a:fillRect/>
          </a:stretch>
        </p:blipFill>
        <p:spPr>
          <a:xfrm>
            <a:off x="212642" y="6115051"/>
            <a:ext cx="1892708" cy="619054"/>
          </a:xfrm>
          <a:prstGeom prst="rect">
            <a:avLst/>
          </a:prstGeom>
        </p:spPr>
      </p:pic>
      <p:sp>
        <p:nvSpPr>
          <p:cNvPr id="7" name="Tijdelijke aanduiding voor dianummer 5">
            <a:extLst>
              <a:ext uri="{FF2B5EF4-FFF2-40B4-BE49-F238E27FC236}">
                <a16:creationId xmlns:a16="http://schemas.microsoft.com/office/drawing/2014/main" id="{62617ABB-143A-4379-D2A9-50CAD0CD22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276154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/ statem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1B1467B-9204-5F39-905A-5E8198E9F0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3" r="13" b="79819"/>
          <a:stretch/>
        </p:blipFill>
        <p:spPr>
          <a:xfrm>
            <a:off x="0" y="0"/>
            <a:ext cx="12188826" cy="1384042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FEFF2AE4-3798-2105-1E72-5D61EBAEE92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271845" y="1723204"/>
            <a:ext cx="7647674" cy="3003662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/>
              <a:t>“Insert quote or statement”</a:t>
            </a:r>
            <a:endParaRPr lang="en-GB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6250A740-8A39-9BC6-0F9B-C5FA5C31040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271713" y="5066028"/>
            <a:ext cx="6953250" cy="652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</a:lstStyle>
          <a:p>
            <a:r>
              <a:rPr lang="en-US" sz="1200"/>
              <a:t>Insert reference</a:t>
            </a:r>
            <a:endParaRPr lang="en-GB" sz="120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C974230D-02F5-E5BC-5643-F439A82D0B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© 2025 SD Worx. All rights reserved</a:t>
            </a:r>
          </a:p>
        </p:txBody>
      </p:sp>
      <p:sp>
        <p:nvSpPr>
          <p:cNvPr id="2" name="Tijdelijke aanduiding voor dianummer 5">
            <a:extLst>
              <a:ext uri="{FF2B5EF4-FFF2-40B4-BE49-F238E27FC236}">
                <a16:creationId xmlns:a16="http://schemas.microsoft.com/office/drawing/2014/main" id="{417CE8C4-5B05-FD06-95D5-42F596F288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40929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ption - picture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42DE79D-DF6B-0FCA-4FCC-36AF89AA88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7" y="0"/>
            <a:ext cx="12190413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BF6C4-76DA-3AC6-9D51-1CC64ECD7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1103847"/>
            <a:ext cx="5244782" cy="3003662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/>
              <a:t>“Insert quote or statement”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911B6A-840F-B86A-B379-0B96C1DE2D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504060"/>
            <a:ext cx="5244782" cy="652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</a:defRPr>
            </a:lvl1pPr>
          </a:lstStyle>
          <a:p>
            <a:r>
              <a:rPr lang="en-US" sz="1200"/>
              <a:t>Insert reference</a:t>
            </a:r>
            <a:endParaRPr lang="en-GB" sz="120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5C1F438-1CC0-3F3E-ADB6-B377600C6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F504231-2373-0FFE-B0DD-828F75C994E8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01181" y="6219840"/>
            <a:ext cx="1299600" cy="41163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b"/>
          <a:lstStyle>
            <a:lvl1pPr marL="0" indent="0" algn="l">
              <a:buNone/>
              <a:defRPr sz="800">
                <a:solidFill>
                  <a:schemeClr val="bg1">
                    <a:alpha val="0"/>
                  </a:schemeClr>
                </a:solidFill>
              </a:defRPr>
            </a:lvl1pPr>
            <a:lvl2pPr marL="457200" indent="0" algn="l">
              <a:buFont typeface="Arial" panose="020B0604020202020204" pitchFamily="34" charset="0"/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 algn="l">
              <a:buFont typeface="Arial" panose="020B0604020202020204" pitchFamily="34" charset="0"/>
              <a:buNone/>
              <a:defRPr/>
            </a:lvl4pPr>
            <a:lvl5pPr marL="1828800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8CB39F-CA0D-F279-0224-2DB4207C5D8B}"/>
              </a:ext>
            </a:extLst>
          </p:cNvPr>
          <p:cNvSpPr txBox="1"/>
          <p:nvPr userDrawn="1"/>
        </p:nvSpPr>
        <p:spPr>
          <a:xfrm>
            <a:off x="-2272553" y="5156523"/>
            <a:ext cx="184921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If your logo is not visible, right-click on the image and do ‘Arrange. – Send to back’.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55C7B4-B1EF-D02E-AF63-9A7BC6DFD6F7}"/>
              </a:ext>
            </a:extLst>
          </p:cNvPr>
          <p:cNvSpPr txBox="1"/>
          <p:nvPr userDrawn="1"/>
        </p:nvSpPr>
        <p:spPr>
          <a:xfrm>
            <a:off x="-2272553" y="1103847"/>
            <a:ext cx="1849219" cy="18158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You can adapt the text to a dark blue colour or white depending on the </a:t>
            </a:r>
            <a:r>
              <a:rPr lang="en-GB" sz="1600" noProof="0" err="1"/>
              <a:t>color</a:t>
            </a:r>
            <a:r>
              <a:rPr lang="en-GB" sz="1600" noProof="0"/>
              <a:t> scheme of your picture.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34CF022-36D4-003F-E207-E83D017286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205677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option - picture opti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D42DE79D-DF6B-0FCA-4FCC-36AF89AA888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587" y="0"/>
            <a:ext cx="12190413" cy="6858000"/>
          </a:xfrm>
          <a:prstGeom prst="rect">
            <a:avLst/>
          </a:prstGeom>
          <a:solidFill>
            <a:schemeClr val="bg1">
              <a:lumMod val="75000"/>
            </a:schemeClr>
          </a:solidFill>
        </p:spPr>
        <p:txBody>
          <a:bodyPr/>
          <a:lstStyle>
            <a:lvl1pPr marL="0" marR="0" indent="0" algn="ctr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accent2"/>
              </a:buClr>
              <a:buSzTx/>
              <a:buFont typeface="Arial" panose="020B0604020202020204" pitchFamily="34" charset="0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  <a:endParaRPr lang="en-ZA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BF6C4-76DA-3AC6-9D51-1CC64ECD763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8" y="685800"/>
            <a:ext cx="3410603" cy="3805517"/>
          </a:xfrm>
        </p:spPr>
        <p:txBody>
          <a:bodyPr anchor="b">
            <a:noAutofit/>
          </a:bodyPr>
          <a:lstStyle>
            <a:lvl1pPr>
              <a:defRPr sz="3600">
                <a:solidFill>
                  <a:schemeClr val="bg1"/>
                </a:solidFill>
                <a:effectLst>
                  <a:outerShdw blurRad="1206692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/>
              <a:t>“Insert quote or statement”</a:t>
            </a:r>
            <a:endParaRPr lang="en-GB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A8911B6A-840F-B86A-B379-0B96C1DE2DF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15938" y="4885124"/>
            <a:ext cx="3410603" cy="6524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800">
                <a:solidFill>
                  <a:schemeClr val="bg1"/>
                </a:solidFill>
                <a:effectLst>
                  <a:outerShdw blurRad="1206692" sx="102000" sy="102000" algn="ctr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r>
              <a:rPr lang="en-US" sz="1200"/>
              <a:t>Insert reference</a:t>
            </a:r>
            <a:endParaRPr lang="en-GB" sz="120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5C1F438-1CC0-3F3E-ADB6-B377600C63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bg1"/>
                </a:solidFill>
              </a:defRPr>
            </a:lvl1pPr>
          </a:lstStyle>
          <a:p>
            <a:r>
              <a:rPr lang="nl-NL"/>
              <a:t>© 2025 SD Worx. All rights reserved</a:t>
            </a:r>
          </a:p>
        </p:txBody>
      </p:sp>
      <p:sp>
        <p:nvSpPr>
          <p:cNvPr id="14" name="Text Placeholder 17">
            <a:extLst>
              <a:ext uri="{FF2B5EF4-FFF2-40B4-BE49-F238E27FC236}">
                <a16:creationId xmlns:a16="http://schemas.microsoft.com/office/drawing/2014/main" id="{BF504231-2373-0FFE-B0DD-828F75C994E8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501181" y="6219840"/>
            <a:ext cx="1299600" cy="411638"/>
          </a:xfrm>
          <a:prstGeom prst="rect">
            <a:avLst/>
          </a:pr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 anchor="b"/>
          <a:lstStyle>
            <a:lvl1pPr marL="0" indent="0" algn="l">
              <a:buNone/>
              <a:defRPr sz="800">
                <a:solidFill>
                  <a:schemeClr val="bg1">
                    <a:alpha val="0"/>
                  </a:schemeClr>
                </a:solidFill>
              </a:defRPr>
            </a:lvl1pPr>
            <a:lvl2pPr marL="457200" indent="0" algn="l">
              <a:buFont typeface="Arial" panose="020B0604020202020204" pitchFamily="34" charset="0"/>
              <a:buNone/>
              <a:defRPr/>
            </a:lvl2pPr>
            <a:lvl3pPr marL="914400" indent="0" algn="l">
              <a:buFont typeface="Arial" panose="020B0604020202020204" pitchFamily="34" charset="0"/>
              <a:buNone/>
              <a:defRPr/>
            </a:lvl3pPr>
            <a:lvl4pPr marL="1371600" indent="0" algn="l">
              <a:buFont typeface="Arial" panose="020B0604020202020204" pitchFamily="34" charset="0"/>
              <a:buNone/>
              <a:defRPr/>
            </a:lvl4pPr>
            <a:lvl5pPr marL="1828800" indent="0" algn="l">
              <a:buFont typeface="Arial" panose="020B0604020202020204" pitchFamily="34" charset="0"/>
              <a:buNone/>
              <a:defRPr/>
            </a:lvl5pPr>
          </a:lstStyle>
          <a:p>
            <a:pPr lvl="0"/>
            <a:r>
              <a:rPr lang="en-US"/>
              <a:t>.</a:t>
            </a:r>
            <a:endParaRPr lang="nl-NL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F8CB39F-CA0D-F279-0224-2DB4207C5D8B}"/>
              </a:ext>
            </a:extLst>
          </p:cNvPr>
          <p:cNvSpPr txBox="1"/>
          <p:nvPr userDrawn="1"/>
        </p:nvSpPr>
        <p:spPr>
          <a:xfrm>
            <a:off x="-2272553" y="1485899"/>
            <a:ext cx="1849219" cy="156966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r"/>
            <a:r>
              <a:rPr lang="en-GB" sz="1600" b="1" noProof="0">
                <a:solidFill>
                  <a:schemeClr val="accent5"/>
                </a:solidFill>
              </a:rPr>
              <a:t>TIP</a:t>
            </a:r>
          </a:p>
          <a:p>
            <a:pPr algn="r"/>
            <a:r>
              <a:rPr lang="en-GB" sz="1600" noProof="0"/>
              <a:t>If your logo is not visible, right-click on the image and do ‘Arrange. – Send to back’.</a:t>
            </a:r>
          </a:p>
        </p:txBody>
      </p:sp>
      <p:sp>
        <p:nvSpPr>
          <p:cNvPr id="4" name="Tijdelijke aanduiding voor dianummer 5">
            <a:extLst>
              <a:ext uri="{FF2B5EF4-FFF2-40B4-BE49-F238E27FC236}">
                <a16:creationId xmlns:a16="http://schemas.microsoft.com/office/drawing/2014/main" id="{FAF18C54-3627-A173-61AE-DDEE1B1892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8880072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3">
            <a:extLst>
              <a:ext uri="{FF2B5EF4-FFF2-40B4-BE49-F238E27FC236}">
                <a16:creationId xmlns:a16="http://schemas.microsoft.com/office/drawing/2014/main" id="{482B0AA0-1312-510F-8F3A-ED13F580C8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398311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nl-NL"/>
              <a:t>© 2025 SD </a:t>
            </a:r>
            <a:r>
              <a:rPr lang="nl-NL" err="1"/>
              <a:t>Worx</a:t>
            </a:r>
            <a:r>
              <a:rPr lang="nl-NL"/>
              <a:t>. </a:t>
            </a:r>
            <a:r>
              <a:rPr lang="nl-NL" err="1"/>
              <a:t>All</a:t>
            </a:r>
            <a:r>
              <a:rPr lang="nl-NL"/>
              <a:t> </a:t>
            </a:r>
            <a:r>
              <a:rPr lang="nl-NL" err="1"/>
              <a:t>rights</a:t>
            </a:r>
            <a:r>
              <a:rPr lang="nl-NL"/>
              <a:t> </a:t>
            </a:r>
            <a:r>
              <a:rPr lang="nl-NL" err="1"/>
              <a:t>reserved</a:t>
            </a:r>
            <a:endParaRPr lang="nl-NL"/>
          </a:p>
        </p:txBody>
      </p:sp>
      <p:sp>
        <p:nvSpPr>
          <p:cNvPr id="3" name="Tijdelijke aanduiding voor dianummer 5">
            <a:extLst>
              <a:ext uri="{FF2B5EF4-FFF2-40B4-BE49-F238E27FC236}">
                <a16:creationId xmlns:a16="http://schemas.microsoft.com/office/drawing/2014/main" id="{A23E9DF2-0BD3-04FB-3124-7876815C4C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469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option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775C133-C930-2A07-4D69-E47861C52F0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2" t="597" r="609" b="1"/>
          <a:stretch>
            <a:fillRect/>
          </a:stretch>
        </p:blipFill>
        <p:spPr>
          <a:xfrm>
            <a:off x="745" y="0"/>
            <a:ext cx="12339453" cy="6858418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CE24C48-CA41-3E9A-4734-1BDCFBF6257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2813" t="-25108" r="-2934" b="-25228"/>
          <a:stretch/>
        </p:blipFill>
        <p:spPr>
          <a:xfrm>
            <a:off x="476796" y="218998"/>
            <a:ext cx="1627211" cy="730930"/>
          </a:xfrm>
          <a:prstGeom prst="rect">
            <a:avLst/>
          </a:prstGeom>
        </p:spPr>
      </p:pic>
      <p:sp>
        <p:nvSpPr>
          <p:cNvPr id="5" name="Title 7">
            <a:extLst>
              <a:ext uri="{FF2B5EF4-FFF2-40B4-BE49-F238E27FC236}">
                <a16:creationId xmlns:a16="http://schemas.microsoft.com/office/drawing/2014/main" id="{1E7D19DE-66BA-BEE9-4EA3-265DE12F00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714500"/>
            <a:ext cx="6227763" cy="2462871"/>
          </a:xfrm>
        </p:spPr>
        <p:txBody>
          <a:bodyPr anchor="b">
            <a:noAutofit/>
          </a:bodyPr>
          <a:lstStyle>
            <a:lvl1pPr>
              <a:defRPr sz="7300">
                <a:solidFill>
                  <a:schemeClr val="accent1"/>
                </a:solidFill>
              </a:defRPr>
            </a:lvl1pPr>
          </a:lstStyle>
          <a:p>
            <a:r>
              <a:rPr lang="en-US"/>
              <a:t>Add thank you</a:t>
            </a:r>
            <a:endParaRPr lang="en-GB"/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73380FF-3A69-63DB-3727-8BF74306F04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401733"/>
            <a:ext cx="4056062" cy="102011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/>
            </a:lvl1pPr>
          </a:lstStyle>
          <a:p>
            <a:pPr lvl="0"/>
            <a:r>
              <a:rPr lang="en-US"/>
              <a:t>Insert name and contact information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E5C3C19-10BD-7EBB-6538-092705292B18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4391997"/>
            <a:ext cx="4572001" cy="53147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900">
                <a:solidFill>
                  <a:schemeClr val="accent1"/>
                </a:solidFill>
              </a:defRPr>
            </a:lvl1pPr>
          </a:lstStyle>
          <a:p>
            <a:pPr lvl="0"/>
            <a:r>
              <a:rPr lang="nl-NL"/>
              <a:t>For more information </a:t>
            </a:r>
            <a:r>
              <a:rPr lang="nl-NL" err="1"/>
              <a:t>visit</a:t>
            </a:r>
            <a:r>
              <a:rPr lang="nl-NL"/>
              <a:t> </a:t>
            </a:r>
            <a:r>
              <a:rPr lang="nl-NL" err="1"/>
              <a:t>sdworx.com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59677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- option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95C2CB-1C0C-30E5-82CF-C4F98102A73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7" r="17"/>
          <a:stretch/>
        </p:blipFill>
        <p:spPr>
          <a:xfrm>
            <a:off x="-1" y="-535"/>
            <a:ext cx="12265899" cy="6900646"/>
          </a:xfrm>
          <a:prstGeom prst="rect">
            <a:avLst/>
          </a:prstGeom>
        </p:spPr>
      </p:pic>
      <p:sp>
        <p:nvSpPr>
          <p:cNvPr id="2" name="Title 7">
            <a:extLst>
              <a:ext uri="{FF2B5EF4-FFF2-40B4-BE49-F238E27FC236}">
                <a16:creationId xmlns:a16="http://schemas.microsoft.com/office/drawing/2014/main" id="{9546287C-C0A3-C3B7-FAA9-26EEF9E0AA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5937" y="1714500"/>
            <a:ext cx="6227763" cy="2462871"/>
          </a:xfrm>
        </p:spPr>
        <p:txBody>
          <a:bodyPr anchor="b">
            <a:noAutofit/>
          </a:bodyPr>
          <a:lstStyle>
            <a:lvl1pPr>
              <a:defRPr sz="7300">
                <a:solidFill>
                  <a:schemeClr val="bg1"/>
                </a:solidFill>
              </a:defRPr>
            </a:lvl1pPr>
          </a:lstStyle>
          <a:p>
            <a:r>
              <a:rPr lang="en-US"/>
              <a:t>Add thank you</a:t>
            </a:r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0612C4B-5CA4-D2DD-0B2B-8E027ABE82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1573" t="-40390" r="-9425" b="-31769"/>
          <a:stretch/>
        </p:blipFill>
        <p:spPr>
          <a:xfrm>
            <a:off x="312404" y="122549"/>
            <a:ext cx="1930725" cy="867266"/>
          </a:xfrm>
          <a:prstGeom prst="rect">
            <a:avLst/>
          </a:prstGeom>
        </p:spPr>
      </p:pic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7E335B0E-BAB4-FCCC-A658-3D30C1A6CE0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15938" y="5401733"/>
            <a:ext cx="4572000" cy="102011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Insert name and contact information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6648EC46-1F4F-439E-9B50-E096FC05DB0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15937" y="4391997"/>
            <a:ext cx="4572001" cy="53147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190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For more information </a:t>
            </a:r>
            <a:r>
              <a:rPr lang="nl-NL" err="1"/>
              <a:t>visit</a:t>
            </a:r>
            <a:r>
              <a:rPr lang="nl-NL"/>
              <a:t> </a:t>
            </a:r>
            <a:r>
              <a:rPr lang="nl-NL" err="1"/>
              <a:t>sdworx.com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8444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50" Type="http://schemas.openxmlformats.org/officeDocument/2006/relationships/image" Target="../media/image3.svg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image" Target="../media/image1.png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83F929-4A6F-660F-512E-85E5F32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939" y="255358"/>
            <a:ext cx="9932426" cy="509072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Slide heading goes here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2FB5AA-93D4-C9AE-95E2-73E21FB80E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5937" y="1312784"/>
            <a:ext cx="11304586" cy="46766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Click to edit Master text styles</a:t>
            </a:r>
          </a:p>
          <a:p>
            <a:pPr lvl="1"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Second level</a:t>
            </a:r>
          </a:p>
          <a:p>
            <a:pPr lvl="2"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Third level</a:t>
            </a:r>
          </a:p>
          <a:p>
            <a:pPr lvl="3"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Fourth level</a:t>
            </a:r>
          </a:p>
          <a:p>
            <a:pPr lvl="4">
              <a:spcAft>
                <a:spcPts val="400"/>
              </a:spcAft>
              <a:buClr>
                <a:schemeClr val="accent2"/>
              </a:buClr>
            </a:pPr>
            <a:r>
              <a:rPr lang="en-US" sz="1800" noProof="0"/>
              <a:t>Fifth level</a:t>
            </a:r>
          </a:p>
        </p:txBody>
      </p:sp>
      <p:pic>
        <p:nvPicPr>
          <p:cNvPr id="11" name="Picture 10" descr="A red rectangle on a black background&#10;&#10;Description automatically generated">
            <a:extLst>
              <a:ext uri="{FF2B5EF4-FFF2-40B4-BE49-F238E27FC236}">
                <a16:creationId xmlns:a16="http://schemas.microsoft.com/office/drawing/2014/main" id="{6A3D288C-A855-9030-F579-230FE8E80053}"/>
              </a:ext>
            </a:extLst>
          </p:cNvPr>
          <p:cNvPicPr>
            <a:picLocks noChangeAspect="1"/>
          </p:cNvPicPr>
          <p:nvPr userDrawn="1"/>
        </p:nvPicPr>
        <p:blipFill>
          <a:blip r:embed="rId48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b="3395"/>
          <a:stretch>
            <a:fillRect/>
          </a:stretch>
        </p:blipFill>
        <p:spPr>
          <a:xfrm>
            <a:off x="11407806" y="6157412"/>
            <a:ext cx="784194" cy="700588"/>
          </a:xfrm>
          <a:prstGeom prst="rect">
            <a:avLst/>
          </a:prstGeom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11D8D4A8-BF4F-4151-E649-7943F63E98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331076" y="6406032"/>
            <a:ext cx="4114800" cy="16560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© 2025 SD Worx. All rights reserved</a:t>
            </a:r>
          </a:p>
        </p:txBody>
      </p:sp>
      <p:sp>
        <p:nvSpPr>
          <p:cNvPr id="13" name="Tijdelijke aanduiding voor dianummer 5">
            <a:extLst>
              <a:ext uri="{FF2B5EF4-FFF2-40B4-BE49-F238E27FC236}">
                <a16:creationId xmlns:a16="http://schemas.microsoft.com/office/drawing/2014/main" id="{E85DCD72-253B-B090-0119-CF7F02D0A7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lnSpc>
                <a:spcPct val="100000"/>
              </a:lnSpc>
              <a:spcAft>
                <a:spcPts val="200"/>
              </a:spcAft>
              <a:defRPr sz="1000">
                <a:solidFill>
                  <a:schemeClr val="bg1"/>
                </a:solidFill>
              </a:defRPr>
            </a:lvl1pPr>
          </a:lstStyle>
          <a:p>
            <a:fld id="{2A822E7D-AB3F-CE4C-A4E4-1205965AF175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F5B9D2F-B19B-606F-4136-5C78ABE2931B}"/>
              </a:ext>
            </a:extLst>
          </p:cNvPr>
          <p:cNvPicPr>
            <a:picLocks noChangeAspect="1"/>
          </p:cNvPicPr>
          <p:nvPr userDrawn="1"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tretch>
            <a:fillRect/>
          </a:stretch>
        </p:blipFill>
        <p:spPr>
          <a:xfrm>
            <a:off x="212642" y="5616714"/>
            <a:ext cx="1892709" cy="16157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12459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0" r:id="rId1"/>
    <p:sldLayoutId id="2147483791" r:id="rId2"/>
    <p:sldLayoutId id="2147483803" r:id="rId3"/>
    <p:sldLayoutId id="2147483757" r:id="rId4"/>
    <p:sldLayoutId id="2147483718" r:id="rId5"/>
    <p:sldLayoutId id="2147483715" r:id="rId6"/>
    <p:sldLayoutId id="2147483716" r:id="rId7"/>
    <p:sldLayoutId id="2147483774" r:id="rId8"/>
    <p:sldLayoutId id="2147483805" r:id="rId9"/>
    <p:sldLayoutId id="2147483719" r:id="rId10"/>
    <p:sldLayoutId id="2147483678" r:id="rId11"/>
    <p:sldLayoutId id="2147483680" r:id="rId12"/>
    <p:sldLayoutId id="2147483720" r:id="rId13"/>
    <p:sldLayoutId id="2147483722" r:id="rId14"/>
    <p:sldLayoutId id="2147483723" r:id="rId15"/>
    <p:sldLayoutId id="2147483727" r:id="rId16"/>
    <p:sldLayoutId id="2147483790" r:id="rId17"/>
    <p:sldLayoutId id="2147483797" r:id="rId18"/>
    <p:sldLayoutId id="2147483794" r:id="rId19"/>
    <p:sldLayoutId id="2147483728" r:id="rId20"/>
    <p:sldLayoutId id="2147483792" r:id="rId21"/>
    <p:sldLayoutId id="2147483793" r:id="rId22"/>
    <p:sldLayoutId id="2147483796" r:id="rId23"/>
    <p:sldLayoutId id="2147483733" r:id="rId24"/>
    <p:sldLayoutId id="2147483807" r:id="rId25"/>
    <p:sldLayoutId id="2147483799" r:id="rId26"/>
    <p:sldLayoutId id="2147483738" r:id="rId27"/>
    <p:sldLayoutId id="2147483795" r:id="rId28"/>
    <p:sldLayoutId id="2147483800" r:id="rId29"/>
    <p:sldLayoutId id="2147483802" r:id="rId30"/>
    <p:sldLayoutId id="2147483801" r:id="rId31"/>
    <p:sldLayoutId id="2147483753" r:id="rId32"/>
    <p:sldLayoutId id="2147483754" r:id="rId33"/>
    <p:sldLayoutId id="2147483808" r:id="rId34"/>
    <p:sldLayoutId id="2147483752" r:id="rId35"/>
    <p:sldLayoutId id="2147483755" r:id="rId36"/>
    <p:sldLayoutId id="2147483806" r:id="rId37"/>
    <p:sldLayoutId id="2147483762" r:id="rId38"/>
    <p:sldLayoutId id="2147483724" r:id="rId39"/>
    <p:sldLayoutId id="2147483804" r:id="rId40"/>
    <p:sldLayoutId id="2147483725" r:id="rId41"/>
    <p:sldLayoutId id="2147483726" r:id="rId42"/>
    <p:sldLayoutId id="2147483798" r:id="rId43"/>
    <p:sldLayoutId id="2147483741" r:id="rId44"/>
    <p:sldLayoutId id="2147483746" r:id="rId45"/>
    <p:sldLayoutId id="2147483745" r:id="rId46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100000"/>
        </a:lnSpc>
        <a:spcBef>
          <a:spcPts val="400"/>
        </a:spcBef>
        <a:buNone/>
        <a:defRPr sz="2800" b="0" i="0" kern="1200">
          <a:solidFill>
            <a:schemeClr val="tx1"/>
          </a:solidFill>
          <a:latin typeface="+mj-lt"/>
          <a:ea typeface="+mj-ea"/>
          <a:cs typeface="Poppins SemiBold" panose="00000700000000000000" pitchFamily="50" charset="0"/>
        </a:defRPr>
      </a:lvl1pPr>
    </p:titleStyle>
    <p:bodyStyle>
      <a:lvl1pPr marL="285750" indent="-285750" algn="l" defTabSz="914400" rtl="0" eaLnBrk="1" latinLnBrk="0" hangingPunct="1">
        <a:lnSpc>
          <a:spcPct val="100000"/>
        </a:lnSpc>
        <a:spcBef>
          <a:spcPts val="400"/>
        </a:spcBef>
        <a:spcAft>
          <a:spcPts val="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rgbClr val="063B3A"/>
          </a:solidFill>
          <a:latin typeface="+mn-lt"/>
          <a:ea typeface="+mn-ea"/>
          <a:cs typeface="+mn-cs"/>
        </a:defRPr>
      </a:lvl3pPr>
      <a:lvl4pPr marL="16573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rgbClr val="063B3A"/>
          </a:solidFill>
          <a:latin typeface="+mn-lt"/>
          <a:ea typeface="+mn-ea"/>
          <a:cs typeface="+mn-cs"/>
        </a:defRPr>
      </a:lvl4pPr>
      <a:lvl5pPr marL="2114550" indent="-285750" algn="l" defTabSz="914400" rtl="0" eaLnBrk="1" latinLnBrk="0" hangingPunct="1">
        <a:lnSpc>
          <a:spcPct val="90000"/>
        </a:lnSpc>
        <a:spcBef>
          <a:spcPts val="500"/>
        </a:spcBef>
        <a:spcAft>
          <a:spcPts val="400"/>
        </a:spcAft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rgbClr val="063B3A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325" userDrawn="1">
          <p15:clr>
            <a:srgbClr val="F26B43"/>
          </p15:clr>
        </p15:guide>
        <p15:guide id="4" pos="744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jpeg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3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4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Layout" Target="../slideLayouts/slideLayout43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sv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6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54.svg"/><Relationship Id="rId7" Type="http://schemas.openxmlformats.org/officeDocument/2006/relationships/image" Target="../media/image58.sv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57.png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s/_rels/slide4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5.svg"/><Relationship Id="rId21" Type="http://schemas.openxmlformats.org/officeDocument/2006/relationships/image" Target="../media/image79.svg"/><Relationship Id="rId42" Type="http://schemas.openxmlformats.org/officeDocument/2006/relationships/image" Target="../media/image100.png"/><Relationship Id="rId63" Type="http://schemas.openxmlformats.org/officeDocument/2006/relationships/image" Target="../media/image121.svg"/><Relationship Id="rId84" Type="http://schemas.openxmlformats.org/officeDocument/2006/relationships/image" Target="../media/image142.png"/><Relationship Id="rId138" Type="http://schemas.openxmlformats.org/officeDocument/2006/relationships/image" Target="../media/image196.png"/><Relationship Id="rId159" Type="http://schemas.openxmlformats.org/officeDocument/2006/relationships/image" Target="../media/image217.svg"/><Relationship Id="rId170" Type="http://schemas.openxmlformats.org/officeDocument/2006/relationships/image" Target="../media/image228.png"/><Relationship Id="rId191" Type="http://schemas.openxmlformats.org/officeDocument/2006/relationships/image" Target="../media/image249.svg"/><Relationship Id="rId205" Type="http://schemas.openxmlformats.org/officeDocument/2006/relationships/image" Target="../media/image263.svg"/><Relationship Id="rId226" Type="http://schemas.openxmlformats.org/officeDocument/2006/relationships/image" Target="../media/image284.png"/><Relationship Id="rId107" Type="http://schemas.openxmlformats.org/officeDocument/2006/relationships/image" Target="../media/image165.svg"/><Relationship Id="rId11" Type="http://schemas.openxmlformats.org/officeDocument/2006/relationships/image" Target="../media/image69.svg"/><Relationship Id="rId32" Type="http://schemas.openxmlformats.org/officeDocument/2006/relationships/image" Target="../media/image90.png"/><Relationship Id="rId53" Type="http://schemas.openxmlformats.org/officeDocument/2006/relationships/image" Target="../media/image111.svg"/><Relationship Id="rId74" Type="http://schemas.openxmlformats.org/officeDocument/2006/relationships/image" Target="../media/image132.png"/><Relationship Id="rId128" Type="http://schemas.openxmlformats.org/officeDocument/2006/relationships/image" Target="../media/image186.png"/><Relationship Id="rId149" Type="http://schemas.openxmlformats.org/officeDocument/2006/relationships/image" Target="../media/image207.svg"/><Relationship Id="rId5" Type="http://schemas.openxmlformats.org/officeDocument/2006/relationships/image" Target="../media/image63.svg"/><Relationship Id="rId95" Type="http://schemas.openxmlformats.org/officeDocument/2006/relationships/image" Target="../media/image153.svg"/><Relationship Id="rId160" Type="http://schemas.openxmlformats.org/officeDocument/2006/relationships/image" Target="../media/image218.png"/><Relationship Id="rId181" Type="http://schemas.openxmlformats.org/officeDocument/2006/relationships/image" Target="../media/image239.svg"/><Relationship Id="rId216" Type="http://schemas.openxmlformats.org/officeDocument/2006/relationships/image" Target="../media/image274.png"/><Relationship Id="rId237" Type="http://schemas.openxmlformats.org/officeDocument/2006/relationships/image" Target="../media/image295.svg"/><Relationship Id="rId22" Type="http://schemas.openxmlformats.org/officeDocument/2006/relationships/image" Target="../media/image80.png"/><Relationship Id="rId43" Type="http://schemas.openxmlformats.org/officeDocument/2006/relationships/image" Target="../media/image101.svg"/><Relationship Id="rId64" Type="http://schemas.openxmlformats.org/officeDocument/2006/relationships/image" Target="../media/image122.png"/><Relationship Id="rId118" Type="http://schemas.openxmlformats.org/officeDocument/2006/relationships/image" Target="../media/image176.png"/><Relationship Id="rId139" Type="http://schemas.openxmlformats.org/officeDocument/2006/relationships/image" Target="../media/image197.svg"/><Relationship Id="rId85" Type="http://schemas.openxmlformats.org/officeDocument/2006/relationships/image" Target="../media/image143.svg"/><Relationship Id="rId150" Type="http://schemas.openxmlformats.org/officeDocument/2006/relationships/image" Target="../media/image208.png"/><Relationship Id="rId171" Type="http://schemas.openxmlformats.org/officeDocument/2006/relationships/image" Target="../media/image229.svg"/><Relationship Id="rId192" Type="http://schemas.openxmlformats.org/officeDocument/2006/relationships/image" Target="../media/image250.png"/><Relationship Id="rId206" Type="http://schemas.openxmlformats.org/officeDocument/2006/relationships/image" Target="../media/image264.png"/><Relationship Id="rId227" Type="http://schemas.openxmlformats.org/officeDocument/2006/relationships/image" Target="../media/image285.svg"/><Relationship Id="rId12" Type="http://schemas.openxmlformats.org/officeDocument/2006/relationships/image" Target="../media/image70.png"/><Relationship Id="rId33" Type="http://schemas.openxmlformats.org/officeDocument/2006/relationships/image" Target="../media/image91.svg"/><Relationship Id="rId108" Type="http://schemas.openxmlformats.org/officeDocument/2006/relationships/image" Target="../media/image166.png"/><Relationship Id="rId129" Type="http://schemas.openxmlformats.org/officeDocument/2006/relationships/image" Target="../media/image187.svg"/><Relationship Id="rId54" Type="http://schemas.openxmlformats.org/officeDocument/2006/relationships/image" Target="../media/image112.png"/><Relationship Id="rId75" Type="http://schemas.openxmlformats.org/officeDocument/2006/relationships/image" Target="../media/image133.svg"/><Relationship Id="rId96" Type="http://schemas.openxmlformats.org/officeDocument/2006/relationships/image" Target="../media/image154.png"/><Relationship Id="rId140" Type="http://schemas.openxmlformats.org/officeDocument/2006/relationships/image" Target="../media/image198.png"/><Relationship Id="rId161" Type="http://schemas.openxmlformats.org/officeDocument/2006/relationships/image" Target="../media/image219.svg"/><Relationship Id="rId182" Type="http://schemas.openxmlformats.org/officeDocument/2006/relationships/image" Target="../media/image240.png"/><Relationship Id="rId217" Type="http://schemas.openxmlformats.org/officeDocument/2006/relationships/image" Target="../media/image275.svg"/><Relationship Id="rId6" Type="http://schemas.openxmlformats.org/officeDocument/2006/relationships/image" Target="../media/image64.png"/><Relationship Id="rId23" Type="http://schemas.openxmlformats.org/officeDocument/2006/relationships/image" Target="../media/image81.svg"/><Relationship Id="rId119" Type="http://schemas.openxmlformats.org/officeDocument/2006/relationships/image" Target="../media/image177.svg"/><Relationship Id="rId44" Type="http://schemas.openxmlformats.org/officeDocument/2006/relationships/image" Target="../media/image102.png"/><Relationship Id="rId65" Type="http://schemas.openxmlformats.org/officeDocument/2006/relationships/image" Target="../media/image123.svg"/><Relationship Id="rId86" Type="http://schemas.openxmlformats.org/officeDocument/2006/relationships/image" Target="../media/image144.png"/><Relationship Id="rId130" Type="http://schemas.openxmlformats.org/officeDocument/2006/relationships/image" Target="../media/image188.png"/><Relationship Id="rId151" Type="http://schemas.openxmlformats.org/officeDocument/2006/relationships/image" Target="../media/image209.svg"/><Relationship Id="rId172" Type="http://schemas.openxmlformats.org/officeDocument/2006/relationships/image" Target="../media/image230.png"/><Relationship Id="rId193" Type="http://schemas.openxmlformats.org/officeDocument/2006/relationships/image" Target="../media/image251.svg"/><Relationship Id="rId207" Type="http://schemas.openxmlformats.org/officeDocument/2006/relationships/image" Target="../media/image265.svg"/><Relationship Id="rId228" Type="http://schemas.openxmlformats.org/officeDocument/2006/relationships/image" Target="../media/image286.png"/><Relationship Id="rId13" Type="http://schemas.openxmlformats.org/officeDocument/2006/relationships/image" Target="../media/image71.svg"/><Relationship Id="rId109" Type="http://schemas.openxmlformats.org/officeDocument/2006/relationships/image" Target="../media/image167.svg"/><Relationship Id="rId34" Type="http://schemas.openxmlformats.org/officeDocument/2006/relationships/image" Target="../media/image92.png"/><Relationship Id="rId55" Type="http://schemas.openxmlformats.org/officeDocument/2006/relationships/image" Target="../media/image113.svg"/><Relationship Id="rId76" Type="http://schemas.openxmlformats.org/officeDocument/2006/relationships/image" Target="../media/image134.png"/><Relationship Id="rId97" Type="http://schemas.openxmlformats.org/officeDocument/2006/relationships/image" Target="../media/image155.svg"/><Relationship Id="rId120" Type="http://schemas.openxmlformats.org/officeDocument/2006/relationships/image" Target="../media/image178.png"/><Relationship Id="rId141" Type="http://schemas.openxmlformats.org/officeDocument/2006/relationships/image" Target="../media/image199.svg"/><Relationship Id="rId7" Type="http://schemas.openxmlformats.org/officeDocument/2006/relationships/image" Target="../media/image65.svg"/><Relationship Id="rId162" Type="http://schemas.openxmlformats.org/officeDocument/2006/relationships/image" Target="../media/image220.png"/><Relationship Id="rId183" Type="http://schemas.openxmlformats.org/officeDocument/2006/relationships/image" Target="../media/image241.svg"/><Relationship Id="rId218" Type="http://schemas.openxmlformats.org/officeDocument/2006/relationships/image" Target="../media/image276.png"/><Relationship Id="rId24" Type="http://schemas.openxmlformats.org/officeDocument/2006/relationships/image" Target="../media/image82.png"/><Relationship Id="rId45" Type="http://schemas.openxmlformats.org/officeDocument/2006/relationships/image" Target="../media/image103.svg"/><Relationship Id="rId66" Type="http://schemas.openxmlformats.org/officeDocument/2006/relationships/image" Target="../media/image124.png"/><Relationship Id="rId87" Type="http://schemas.openxmlformats.org/officeDocument/2006/relationships/image" Target="../media/image145.svg"/><Relationship Id="rId110" Type="http://schemas.openxmlformats.org/officeDocument/2006/relationships/image" Target="../media/image168.png"/><Relationship Id="rId131" Type="http://schemas.openxmlformats.org/officeDocument/2006/relationships/image" Target="../media/image189.svg"/><Relationship Id="rId152" Type="http://schemas.openxmlformats.org/officeDocument/2006/relationships/image" Target="../media/image210.png"/><Relationship Id="rId173" Type="http://schemas.openxmlformats.org/officeDocument/2006/relationships/image" Target="../media/image231.svg"/><Relationship Id="rId194" Type="http://schemas.openxmlformats.org/officeDocument/2006/relationships/image" Target="../media/image252.png"/><Relationship Id="rId208" Type="http://schemas.openxmlformats.org/officeDocument/2006/relationships/image" Target="../media/image266.png"/><Relationship Id="rId229" Type="http://schemas.openxmlformats.org/officeDocument/2006/relationships/image" Target="../media/image287.svg"/><Relationship Id="rId14" Type="http://schemas.openxmlformats.org/officeDocument/2006/relationships/image" Target="../media/image72.png"/><Relationship Id="rId35" Type="http://schemas.openxmlformats.org/officeDocument/2006/relationships/image" Target="../media/image93.svg"/><Relationship Id="rId56" Type="http://schemas.openxmlformats.org/officeDocument/2006/relationships/image" Target="../media/image114.png"/><Relationship Id="rId77" Type="http://schemas.openxmlformats.org/officeDocument/2006/relationships/image" Target="../media/image135.svg"/><Relationship Id="rId100" Type="http://schemas.openxmlformats.org/officeDocument/2006/relationships/image" Target="../media/image158.png"/><Relationship Id="rId8" Type="http://schemas.openxmlformats.org/officeDocument/2006/relationships/image" Target="../media/image66.png"/><Relationship Id="rId98" Type="http://schemas.openxmlformats.org/officeDocument/2006/relationships/image" Target="../media/image156.png"/><Relationship Id="rId121" Type="http://schemas.openxmlformats.org/officeDocument/2006/relationships/image" Target="../media/image179.svg"/><Relationship Id="rId142" Type="http://schemas.openxmlformats.org/officeDocument/2006/relationships/image" Target="../media/image200.png"/><Relationship Id="rId163" Type="http://schemas.openxmlformats.org/officeDocument/2006/relationships/image" Target="../media/image221.svg"/><Relationship Id="rId184" Type="http://schemas.openxmlformats.org/officeDocument/2006/relationships/image" Target="../media/image242.png"/><Relationship Id="rId219" Type="http://schemas.openxmlformats.org/officeDocument/2006/relationships/image" Target="../media/image277.svg"/><Relationship Id="rId230" Type="http://schemas.openxmlformats.org/officeDocument/2006/relationships/image" Target="../media/image288.png"/><Relationship Id="rId25" Type="http://schemas.openxmlformats.org/officeDocument/2006/relationships/image" Target="../media/image83.svg"/><Relationship Id="rId46" Type="http://schemas.openxmlformats.org/officeDocument/2006/relationships/image" Target="../media/image104.png"/><Relationship Id="rId67" Type="http://schemas.openxmlformats.org/officeDocument/2006/relationships/image" Target="../media/image125.svg"/><Relationship Id="rId88" Type="http://schemas.openxmlformats.org/officeDocument/2006/relationships/image" Target="../media/image146.png"/><Relationship Id="rId111" Type="http://schemas.openxmlformats.org/officeDocument/2006/relationships/image" Target="../media/image169.svg"/><Relationship Id="rId132" Type="http://schemas.openxmlformats.org/officeDocument/2006/relationships/image" Target="../media/image190.png"/><Relationship Id="rId153" Type="http://schemas.openxmlformats.org/officeDocument/2006/relationships/image" Target="../media/image211.svg"/><Relationship Id="rId174" Type="http://schemas.openxmlformats.org/officeDocument/2006/relationships/image" Target="../media/image232.png"/><Relationship Id="rId195" Type="http://schemas.openxmlformats.org/officeDocument/2006/relationships/image" Target="../media/image253.svg"/><Relationship Id="rId209" Type="http://schemas.openxmlformats.org/officeDocument/2006/relationships/image" Target="../media/image267.svg"/><Relationship Id="rId190" Type="http://schemas.openxmlformats.org/officeDocument/2006/relationships/image" Target="../media/image248.png"/><Relationship Id="rId204" Type="http://schemas.openxmlformats.org/officeDocument/2006/relationships/image" Target="../media/image262.png"/><Relationship Id="rId220" Type="http://schemas.openxmlformats.org/officeDocument/2006/relationships/image" Target="../media/image278.png"/><Relationship Id="rId225" Type="http://schemas.openxmlformats.org/officeDocument/2006/relationships/image" Target="../media/image283.svg"/><Relationship Id="rId15" Type="http://schemas.openxmlformats.org/officeDocument/2006/relationships/image" Target="../media/image73.svg"/><Relationship Id="rId36" Type="http://schemas.openxmlformats.org/officeDocument/2006/relationships/image" Target="../media/image94.png"/><Relationship Id="rId57" Type="http://schemas.openxmlformats.org/officeDocument/2006/relationships/image" Target="../media/image115.svg"/><Relationship Id="rId106" Type="http://schemas.openxmlformats.org/officeDocument/2006/relationships/image" Target="../media/image164.png"/><Relationship Id="rId127" Type="http://schemas.openxmlformats.org/officeDocument/2006/relationships/image" Target="../media/image185.svg"/><Relationship Id="rId10" Type="http://schemas.openxmlformats.org/officeDocument/2006/relationships/image" Target="../media/image68.png"/><Relationship Id="rId31" Type="http://schemas.openxmlformats.org/officeDocument/2006/relationships/image" Target="../media/image89.svg"/><Relationship Id="rId52" Type="http://schemas.openxmlformats.org/officeDocument/2006/relationships/image" Target="../media/image110.png"/><Relationship Id="rId73" Type="http://schemas.openxmlformats.org/officeDocument/2006/relationships/image" Target="../media/image131.svg"/><Relationship Id="rId78" Type="http://schemas.openxmlformats.org/officeDocument/2006/relationships/image" Target="../media/image136.png"/><Relationship Id="rId94" Type="http://schemas.openxmlformats.org/officeDocument/2006/relationships/image" Target="../media/image152.png"/><Relationship Id="rId99" Type="http://schemas.openxmlformats.org/officeDocument/2006/relationships/image" Target="../media/image157.svg"/><Relationship Id="rId101" Type="http://schemas.openxmlformats.org/officeDocument/2006/relationships/image" Target="../media/image159.svg"/><Relationship Id="rId122" Type="http://schemas.openxmlformats.org/officeDocument/2006/relationships/image" Target="../media/image180.png"/><Relationship Id="rId143" Type="http://schemas.openxmlformats.org/officeDocument/2006/relationships/image" Target="../media/image201.svg"/><Relationship Id="rId148" Type="http://schemas.openxmlformats.org/officeDocument/2006/relationships/image" Target="../media/image206.png"/><Relationship Id="rId164" Type="http://schemas.openxmlformats.org/officeDocument/2006/relationships/image" Target="../media/image222.png"/><Relationship Id="rId169" Type="http://schemas.openxmlformats.org/officeDocument/2006/relationships/image" Target="../media/image227.svg"/><Relationship Id="rId185" Type="http://schemas.openxmlformats.org/officeDocument/2006/relationships/image" Target="../media/image243.svg"/><Relationship Id="rId4" Type="http://schemas.openxmlformats.org/officeDocument/2006/relationships/image" Target="../media/image62.png"/><Relationship Id="rId9" Type="http://schemas.openxmlformats.org/officeDocument/2006/relationships/image" Target="../media/image67.svg"/><Relationship Id="rId180" Type="http://schemas.openxmlformats.org/officeDocument/2006/relationships/image" Target="../media/image238.png"/><Relationship Id="rId210" Type="http://schemas.openxmlformats.org/officeDocument/2006/relationships/image" Target="../media/image268.png"/><Relationship Id="rId215" Type="http://schemas.openxmlformats.org/officeDocument/2006/relationships/image" Target="../media/image273.svg"/><Relationship Id="rId236" Type="http://schemas.openxmlformats.org/officeDocument/2006/relationships/image" Target="../media/image294.png"/><Relationship Id="rId26" Type="http://schemas.openxmlformats.org/officeDocument/2006/relationships/image" Target="../media/image84.png"/><Relationship Id="rId231" Type="http://schemas.openxmlformats.org/officeDocument/2006/relationships/image" Target="../media/image289.svg"/><Relationship Id="rId47" Type="http://schemas.openxmlformats.org/officeDocument/2006/relationships/image" Target="../media/image105.svg"/><Relationship Id="rId68" Type="http://schemas.openxmlformats.org/officeDocument/2006/relationships/image" Target="../media/image126.png"/><Relationship Id="rId89" Type="http://schemas.openxmlformats.org/officeDocument/2006/relationships/image" Target="../media/image147.svg"/><Relationship Id="rId112" Type="http://schemas.openxmlformats.org/officeDocument/2006/relationships/image" Target="../media/image170.png"/><Relationship Id="rId133" Type="http://schemas.openxmlformats.org/officeDocument/2006/relationships/image" Target="../media/image191.svg"/><Relationship Id="rId154" Type="http://schemas.openxmlformats.org/officeDocument/2006/relationships/image" Target="../media/image212.png"/><Relationship Id="rId175" Type="http://schemas.openxmlformats.org/officeDocument/2006/relationships/image" Target="../media/image233.svg"/><Relationship Id="rId196" Type="http://schemas.openxmlformats.org/officeDocument/2006/relationships/image" Target="../media/image254.png"/><Relationship Id="rId200" Type="http://schemas.openxmlformats.org/officeDocument/2006/relationships/image" Target="../media/image258.png"/><Relationship Id="rId16" Type="http://schemas.openxmlformats.org/officeDocument/2006/relationships/image" Target="../media/image74.png"/><Relationship Id="rId221" Type="http://schemas.openxmlformats.org/officeDocument/2006/relationships/image" Target="../media/image279.svg"/><Relationship Id="rId37" Type="http://schemas.openxmlformats.org/officeDocument/2006/relationships/image" Target="../media/image95.svg"/><Relationship Id="rId58" Type="http://schemas.openxmlformats.org/officeDocument/2006/relationships/image" Target="../media/image116.png"/><Relationship Id="rId79" Type="http://schemas.openxmlformats.org/officeDocument/2006/relationships/image" Target="../media/image137.svg"/><Relationship Id="rId102" Type="http://schemas.openxmlformats.org/officeDocument/2006/relationships/image" Target="../media/image160.png"/><Relationship Id="rId123" Type="http://schemas.openxmlformats.org/officeDocument/2006/relationships/image" Target="../media/image181.svg"/><Relationship Id="rId144" Type="http://schemas.openxmlformats.org/officeDocument/2006/relationships/image" Target="../media/image202.png"/><Relationship Id="rId90" Type="http://schemas.openxmlformats.org/officeDocument/2006/relationships/image" Target="../media/image148.png"/><Relationship Id="rId165" Type="http://schemas.openxmlformats.org/officeDocument/2006/relationships/image" Target="../media/image223.svg"/><Relationship Id="rId186" Type="http://schemas.openxmlformats.org/officeDocument/2006/relationships/image" Target="../media/image244.png"/><Relationship Id="rId211" Type="http://schemas.openxmlformats.org/officeDocument/2006/relationships/image" Target="../media/image269.svg"/><Relationship Id="rId232" Type="http://schemas.openxmlformats.org/officeDocument/2006/relationships/image" Target="../media/image290.png"/><Relationship Id="rId27" Type="http://schemas.openxmlformats.org/officeDocument/2006/relationships/image" Target="../media/image85.svg"/><Relationship Id="rId48" Type="http://schemas.openxmlformats.org/officeDocument/2006/relationships/image" Target="../media/image106.png"/><Relationship Id="rId69" Type="http://schemas.openxmlformats.org/officeDocument/2006/relationships/image" Target="../media/image127.svg"/><Relationship Id="rId113" Type="http://schemas.openxmlformats.org/officeDocument/2006/relationships/image" Target="../media/image171.svg"/><Relationship Id="rId134" Type="http://schemas.openxmlformats.org/officeDocument/2006/relationships/image" Target="../media/image192.png"/><Relationship Id="rId80" Type="http://schemas.openxmlformats.org/officeDocument/2006/relationships/image" Target="../media/image138.png"/><Relationship Id="rId155" Type="http://schemas.openxmlformats.org/officeDocument/2006/relationships/image" Target="../media/image213.svg"/><Relationship Id="rId176" Type="http://schemas.openxmlformats.org/officeDocument/2006/relationships/image" Target="../media/image234.png"/><Relationship Id="rId197" Type="http://schemas.openxmlformats.org/officeDocument/2006/relationships/image" Target="../media/image255.svg"/><Relationship Id="rId201" Type="http://schemas.openxmlformats.org/officeDocument/2006/relationships/image" Target="../media/image259.svg"/><Relationship Id="rId222" Type="http://schemas.openxmlformats.org/officeDocument/2006/relationships/image" Target="../media/image280.png"/><Relationship Id="rId17" Type="http://schemas.openxmlformats.org/officeDocument/2006/relationships/image" Target="../media/image75.svg"/><Relationship Id="rId38" Type="http://schemas.openxmlformats.org/officeDocument/2006/relationships/image" Target="../media/image96.png"/><Relationship Id="rId59" Type="http://schemas.openxmlformats.org/officeDocument/2006/relationships/image" Target="../media/image117.svg"/><Relationship Id="rId103" Type="http://schemas.openxmlformats.org/officeDocument/2006/relationships/image" Target="../media/image161.svg"/><Relationship Id="rId124" Type="http://schemas.openxmlformats.org/officeDocument/2006/relationships/image" Target="../media/image182.png"/><Relationship Id="rId70" Type="http://schemas.openxmlformats.org/officeDocument/2006/relationships/image" Target="../media/image128.png"/><Relationship Id="rId91" Type="http://schemas.openxmlformats.org/officeDocument/2006/relationships/image" Target="../media/image149.svg"/><Relationship Id="rId145" Type="http://schemas.openxmlformats.org/officeDocument/2006/relationships/image" Target="../media/image203.svg"/><Relationship Id="rId166" Type="http://schemas.openxmlformats.org/officeDocument/2006/relationships/image" Target="../media/image224.png"/><Relationship Id="rId187" Type="http://schemas.openxmlformats.org/officeDocument/2006/relationships/image" Target="../media/image245.svg"/><Relationship Id="rId1" Type="http://schemas.openxmlformats.org/officeDocument/2006/relationships/slideLayout" Target="../slideLayouts/slideLayout16.xml"/><Relationship Id="rId212" Type="http://schemas.openxmlformats.org/officeDocument/2006/relationships/image" Target="../media/image270.png"/><Relationship Id="rId233" Type="http://schemas.openxmlformats.org/officeDocument/2006/relationships/image" Target="../media/image291.svg"/><Relationship Id="rId28" Type="http://schemas.openxmlformats.org/officeDocument/2006/relationships/image" Target="../media/image86.png"/><Relationship Id="rId49" Type="http://schemas.openxmlformats.org/officeDocument/2006/relationships/image" Target="../media/image107.svg"/><Relationship Id="rId114" Type="http://schemas.openxmlformats.org/officeDocument/2006/relationships/image" Target="../media/image172.png"/><Relationship Id="rId60" Type="http://schemas.openxmlformats.org/officeDocument/2006/relationships/image" Target="../media/image118.png"/><Relationship Id="rId81" Type="http://schemas.openxmlformats.org/officeDocument/2006/relationships/image" Target="../media/image139.svg"/><Relationship Id="rId135" Type="http://schemas.openxmlformats.org/officeDocument/2006/relationships/image" Target="../media/image193.svg"/><Relationship Id="rId156" Type="http://schemas.openxmlformats.org/officeDocument/2006/relationships/image" Target="../media/image214.png"/><Relationship Id="rId177" Type="http://schemas.openxmlformats.org/officeDocument/2006/relationships/image" Target="../media/image235.svg"/><Relationship Id="rId198" Type="http://schemas.openxmlformats.org/officeDocument/2006/relationships/image" Target="../media/image256.png"/><Relationship Id="rId202" Type="http://schemas.openxmlformats.org/officeDocument/2006/relationships/image" Target="../media/image260.png"/><Relationship Id="rId223" Type="http://schemas.openxmlformats.org/officeDocument/2006/relationships/image" Target="../media/image281.svg"/><Relationship Id="rId18" Type="http://schemas.openxmlformats.org/officeDocument/2006/relationships/image" Target="../media/image76.png"/><Relationship Id="rId39" Type="http://schemas.openxmlformats.org/officeDocument/2006/relationships/image" Target="../media/image97.svg"/><Relationship Id="rId50" Type="http://schemas.openxmlformats.org/officeDocument/2006/relationships/image" Target="../media/image108.png"/><Relationship Id="rId104" Type="http://schemas.openxmlformats.org/officeDocument/2006/relationships/image" Target="../media/image162.png"/><Relationship Id="rId125" Type="http://schemas.openxmlformats.org/officeDocument/2006/relationships/image" Target="../media/image183.svg"/><Relationship Id="rId146" Type="http://schemas.openxmlformats.org/officeDocument/2006/relationships/image" Target="../media/image204.png"/><Relationship Id="rId167" Type="http://schemas.openxmlformats.org/officeDocument/2006/relationships/image" Target="../media/image225.svg"/><Relationship Id="rId188" Type="http://schemas.openxmlformats.org/officeDocument/2006/relationships/image" Target="../media/image246.png"/><Relationship Id="rId71" Type="http://schemas.openxmlformats.org/officeDocument/2006/relationships/image" Target="../media/image129.svg"/><Relationship Id="rId92" Type="http://schemas.openxmlformats.org/officeDocument/2006/relationships/image" Target="../media/image150.png"/><Relationship Id="rId213" Type="http://schemas.openxmlformats.org/officeDocument/2006/relationships/image" Target="../media/image271.svg"/><Relationship Id="rId234" Type="http://schemas.openxmlformats.org/officeDocument/2006/relationships/image" Target="../media/image292.png"/><Relationship Id="rId2" Type="http://schemas.openxmlformats.org/officeDocument/2006/relationships/image" Target="../media/image60.png"/><Relationship Id="rId29" Type="http://schemas.openxmlformats.org/officeDocument/2006/relationships/image" Target="../media/image87.svg"/><Relationship Id="rId40" Type="http://schemas.openxmlformats.org/officeDocument/2006/relationships/image" Target="../media/image98.png"/><Relationship Id="rId115" Type="http://schemas.openxmlformats.org/officeDocument/2006/relationships/image" Target="../media/image173.svg"/><Relationship Id="rId136" Type="http://schemas.openxmlformats.org/officeDocument/2006/relationships/image" Target="../media/image194.png"/><Relationship Id="rId157" Type="http://schemas.openxmlformats.org/officeDocument/2006/relationships/image" Target="../media/image215.svg"/><Relationship Id="rId178" Type="http://schemas.openxmlformats.org/officeDocument/2006/relationships/image" Target="../media/image236.png"/><Relationship Id="rId61" Type="http://schemas.openxmlformats.org/officeDocument/2006/relationships/image" Target="../media/image119.svg"/><Relationship Id="rId82" Type="http://schemas.openxmlformats.org/officeDocument/2006/relationships/image" Target="../media/image140.png"/><Relationship Id="rId199" Type="http://schemas.openxmlformats.org/officeDocument/2006/relationships/image" Target="../media/image257.svg"/><Relationship Id="rId203" Type="http://schemas.openxmlformats.org/officeDocument/2006/relationships/image" Target="../media/image261.svg"/><Relationship Id="rId19" Type="http://schemas.openxmlformats.org/officeDocument/2006/relationships/image" Target="../media/image77.svg"/><Relationship Id="rId224" Type="http://schemas.openxmlformats.org/officeDocument/2006/relationships/image" Target="../media/image282.png"/><Relationship Id="rId30" Type="http://schemas.openxmlformats.org/officeDocument/2006/relationships/image" Target="../media/image88.png"/><Relationship Id="rId105" Type="http://schemas.openxmlformats.org/officeDocument/2006/relationships/image" Target="../media/image163.svg"/><Relationship Id="rId126" Type="http://schemas.openxmlformats.org/officeDocument/2006/relationships/image" Target="../media/image184.png"/><Relationship Id="rId147" Type="http://schemas.openxmlformats.org/officeDocument/2006/relationships/image" Target="../media/image205.svg"/><Relationship Id="rId168" Type="http://schemas.openxmlformats.org/officeDocument/2006/relationships/image" Target="../media/image226.png"/><Relationship Id="rId51" Type="http://schemas.openxmlformats.org/officeDocument/2006/relationships/image" Target="../media/image109.svg"/><Relationship Id="rId72" Type="http://schemas.openxmlformats.org/officeDocument/2006/relationships/image" Target="../media/image130.png"/><Relationship Id="rId93" Type="http://schemas.openxmlformats.org/officeDocument/2006/relationships/image" Target="../media/image151.svg"/><Relationship Id="rId189" Type="http://schemas.openxmlformats.org/officeDocument/2006/relationships/image" Target="../media/image247.svg"/><Relationship Id="rId3" Type="http://schemas.openxmlformats.org/officeDocument/2006/relationships/image" Target="../media/image61.svg"/><Relationship Id="rId214" Type="http://schemas.openxmlformats.org/officeDocument/2006/relationships/image" Target="../media/image272.png"/><Relationship Id="rId235" Type="http://schemas.openxmlformats.org/officeDocument/2006/relationships/image" Target="../media/image293.svg"/><Relationship Id="rId116" Type="http://schemas.openxmlformats.org/officeDocument/2006/relationships/image" Target="../media/image174.png"/><Relationship Id="rId137" Type="http://schemas.openxmlformats.org/officeDocument/2006/relationships/image" Target="../media/image195.svg"/><Relationship Id="rId158" Type="http://schemas.openxmlformats.org/officeDocument/2006/relationships/image" Target="../media/image216.png"/><Relationship Id="rId20" Type="http://schemas.openxmlformats.org/officeDocument/2006/relationships/image" Target="../media/image78.png"/><Relationship Id="rId41" Type="http://schemas.openxmlformats.org/officeDocument/2006/relationships/image" Target="../media/image99.svg"/><Relationship Id="rId62" Type="http://schemas.openxmlformats.org/officeDocument/2006/relationships/image" Target="../media/image120.png"/><Relationship Id="rId83" Type="http://schemas.openxmlformats.org/officeDocument/2006/relationships/image" Target="../media/image141.svg"/><Relationship Id="rId179" Type="http://schemas.openxmlformats.org/officeDocument/2006/relationships/image" Target="../media/image237.svg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323855-4B2E-56EE-579E-8D5D5B05DA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E1CF80-B37D-D308-55AC-CD400EB254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6E54810-877C-5603-AB41-71011BB5080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4A945C-322B-324F-8ED6-867C08D2E25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38431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657BD5C-914A-B904-F50A-0C803EC362F6}"/>
              </a:ext>
            </a:extLst>
          </p:cNvPr>
          <p:cNvSpPr txBox="1"/>
          <p:nvPr/>
        </p:nvSpPr>
        <p:spPr>
          <a:xfrm>
            <a:off x="9492151" y="6450070"/>
            <a:ext cx="2315331" cy="9233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r"/>
            <a:r>
              <a:rPr lang="en-GB" sz="600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2979102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3C3B67-7132-CE34-55B2-7A4F2E6CF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CFDB7-96B8-2923-BC7B-F01C8B8DF9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5366BC-6F80-0D07-E3F5-6EE271E8C6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09918A2-3122-56DD-E042-465973E192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3</a:t>
            </a:fld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6AB1431-6DAD-6ED2-0C1C-FBF8B10C6BB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Insert agenda item	00</a:t>
            </a:r>
          </a:p>
          <a:p>
            <a:pPr lvl="1"/>
            <a:r>
              <a:rPr lang="en-GB" noProof="0" dirty="0"/>
              <a:t>Insert subitem	00</a:t>
            </a:r>
          </a:p>
        </p:txBody>
      </p:sp>
    </p:spTree>
    <p:extLst>
      <p:ext uri="{BB962C8B-B14F-4D97-AF65-F5344CB8AC3E}">
        <p14:creationId xmlns:p14="http://schemas.microsoft.com/office/powerpoint/2010/main" val="29713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A6824A-3C42-9808-02E4-5FED0AF023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E5704-6E21-FC55-6E82-8AFC3D5EE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E5E93F5-654F-923A-2D4E-9ED747265A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4D1756-4775-D9AA-FDFD-A374D12659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4</a:t>
            </a:fld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5A53F71-0661-DC10-8379-73F786A788F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Insert agenda item	00</a:t>
            </a:r>
          </a:p>
          <a:p>
            <a:pPr lvl="1"/>
            <a:r>
              <a:rPr lang="en-GB" noProof="0" dirty="0"/>
              <a:t>Insert subitem	00</a:t>
            </a:r>
          </a:p>
        </p:txBody>
      </p:sp>
    </p:spTree>
    <p:extLst>
      <p:ext uri="{BB962C8B-B14F-4D97-AF65-F5344CB8AC3E}">
        <p14:creationId xmlns:p14="http://schemas.microsoft.com/office/powerpoint/2010/main" val="12345491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BE77C3CC-963A-3381-9278-ED06E6CCB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6280BC5-129E-E647-63F8-E98919453D6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C74870-A180-4228-CEA8-E885499BDA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54DDBB11-07AB-BE40-026F-54334C4B409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CC1A67C-F06D-07C1-F4D7-7E388D426B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40173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A5833C-2D3C-16C4-0212-52DAE70C03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14C75C-F386-00DA-AE67-BD41B86183C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342FFC-A4E2-8F06-DC0A-AA99E17C5E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326364AD-899B-EF9B-E04E-289A3021F10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09867-BBBC-6FF5-4F67-63B3DDEC25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230142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CAE6F3-AA87-C640-2906-A4295CBF72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endParaRPr lang="en-GB" noProof="0" dirty="0"/>
          </a:p>
        </p:txBody>
      </p:sp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F6B4BE6D-C5DE-062D-DC5C-1FD69753F07F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0351" b="20351"/>
          <a:stretch>
            <a:fillRect/>
          </a:stretch>
        </p:blipFill>
        <p:spPr>
          <a:xfrm>
            <a:off x="6236017" y="1017588"/>
            <a:ext cx="5580062" cy="4958831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ECB81B-FF47-5039-4041-CA568E9F8BB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4831DE-1D55-18C3-BAAC-E03517B2E96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9C29B0-00C7-2482-CD60-B317031F00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6BCDBB6-335D-581B-848B-3440D9EC9A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765034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Placeholder 2">
            <a:extLst>
              <a:ext uri="{FF2B5EF4-FFF2-40B4-BE49-F238E27FC236}">
                <a16:creationId xmlns:a16="http://schemas.microsoft.com/office/drawing/2014/main" id="{3C5B8DDC-5C6F-DC2A-0723-0FD7285A3941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508" b="21508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D2AA86-6958-1716-C041-10C01DAF65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1E59CF-318B-241C-0D0F-9FBDB299BC5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ED65707-349B-BB05-6FED-9E1810B777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1682EA-AC05-3842-AABA-F2D276014C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8AB12-FE0B-0307-9D13-CA6414B550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11320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4">
            <a:extLst>
              <a:ext uri="{FF2B5EF4-FFF2-40B4-BE49-F238E27FC236}">
                <a16:creationId xmlns:a16="http://schemas.microsoft.com/office/drawing/2014/main" id="{4C4E66CA-F0B9-D30A-E5A8-5D6A1818D969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9539" b="9539"/>
          <a:stretch/>
        </p:blipFill>
        <p:spPr/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3624478-98E1-2A97-98C4-4ED4297EED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494951E-1362-047A-C5BC-AADE314D768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4B4133-5772-1142-7E58-FE3BB7AE57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9A23FC-BFAF-0431-B7E7-529BF32914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9</a:t>
            </a:fld>
            <a:endParaRPr lang="en-GB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64929339-9058-93C0-C182-B05C1E9C3A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18997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9">
            <a:extLst>
              <a:ext uri="{FF2B5EF4-FFF2-40B4-BE49-F238E27FC236}">
                <a16:creationId xmlns:a16="http://schemas.microsoft.com/office/drawing/2014/main" id="{24323359-1014-34F8-BCCE-F061C95F84EB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9078"/>
          <a:stretch>
            <a:fillRect/>
          </a:stretch>
        </p:blipFill>
        <p:spPr>
          <a:xfrm>
            <a:off x="6542086" y="0"/>
            <a:ext cx="5649914" cy="685800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A0E268-FF15-2583-55E6-0FBE9796C2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C07A75-F451-701E-88D0-C2A1B7565BD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39167DA-F34C-AE16-B7F6-0D4AA37D6AE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E0EAD2-2B1B-0EF4-B2E3-523D8A7C46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E3654D-B21A-4CF1-BAC8-81FC0B1954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10</a:t>
            </a:fld>
            <a:endParaRPr lang="en-GB" noProof="0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6AADC44-3483-2F3D-4D38-CC23538F5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538647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764800-1183-8B96-CFFB-614B31053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B26CF7-7B96-7542-F7D0-CC9B17BDD3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2FC2FA-0285-7A2B-AD67-8AAA4495EE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7F06128-A27C-3D76-BA88-2A73596D08A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BA8E44-68DC-B1DD-483A-B70E3A2A9C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122AAA-2AD5-84FF-DDF2-C33BAB5FB0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871130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B7C1662-C0FC-8750-03BB-4531A50B2B8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8602F68-4037-3DBF-1941-E2A21204D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9F03709-0B26-9D7A-C193-ACE5CCC90EE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D81B41-7996-D2F5-4B19-B83666EB7E4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F61994-4D4A-F8DD-0947-E5660388E6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A1A5E692-6047-69B4-51F3-21F2A008735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B912A14D-A5F2-768E-59EC-62C5D97A5D1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9490F17C-F266-174D-EADC-E1B9E010F4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9323613-0AFB-7EB7-13A5-6632D8B37811}"/>
              </a:ext>
            </a:extLst>
          </p:cNvPr>
          <p:cNvSpPr>
            <a:spLocks noGrp="1"/>
          </p:cNvSpPr>
          <p:nvPr>
            <p:ph idx="2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FCC44C45-5DB4-7312-EC91-699463A3F1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63851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88315F5-76AB-F3AA-0D52-C62C78C7E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EF01C7B-AC4C-7A27-5F81-7D2C80021D1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017C9F7-742B-049C-D5EA-E124E7ED9A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AF46F37-3A57-51C7-34BC-E698B6FEFF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C3C3AD2-1AA5-0987-ABAB-EB696B01BF5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EEC4CEB7-37A9-16B4-A8D0-33E045F5941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7BEEFA87-C24D-C934-DC97-FE89F67E762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71D81096-27BC-3B71-4DAF-F8FEA1A30E1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15829A-D567-C176-C6E1-84C309061AF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E71DF526-4629-3243-1BC9-0151549B94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3" name="Content Placeholder 22">
            <a:extLst>
              <a:ext uri="{FF2B5EF4-FFF2-40B4-BE49-F238E27FC236}">
                <a16:creationId xmlns:a16="http://schemas.microsoft.com/office/drawing/2014/main" id="{9B9C09CE-DD5F-542A-24D6-9714FA8E49DA}"/>
              </a:ext>
            </a:extLst>
          </p:cNvPr>
          <p:cNvSpPr>
            <a:spLocks noGrp="1"/>
          </p:cNvSpPr>
          <p:nvPr>
            <p:ph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4B8C7DF6-ECB3-1993-D29E-52241B36CA75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E5F4A69-3532-FCDB-C577-9E6F6EA7C0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83280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87403-D2D8-D9F5-0C10-EAB13968C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FD30E8-0E61-A268-5280-D9FA143919BD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00304A5-8C15-DE6A-417E-5CFAA6EA595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785C45E-1860-76BC-B79D-B9FBD3E29D4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842DE1D-9646-A36A-FEF1-0359CFADE3D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CA561AB-E099-D96E-CFE6-B904B07C5999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0599B1C-BEC5-FF4D-1529-CC0204B5EA1A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79F89E9-4A3F-CA08-2EAA-7923DFEDE5B6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77770CA-D38F-555F-AFE7-B132EB45083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C26B35D-17A5-3753-CA8B-678A4FC7572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5F980E-C9F5-6226-1413-309F3F5B6AC2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8454FBE-60B0-D37C-2081-FDED25A12B50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5603F56-ABE5-427B-297A-19FB420D5DBA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B51B247-C7E4-4C5D-0879-0BA200B003AA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A83E3628-FFC4-2BFB-F561-9E4DFD87865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C43A545D-294B-A4FA-5308-6B5247C709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156149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83573-CD43-4751-CDD6-921B2997B4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5D97F1-BB3C-2D97-D074-9B852110751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849E99-030E-FE6A-D9E0-70822A0D26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4AAC7C-039A-5BCA-A117-2F4EC6346CB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4D1ABFA-4AEB-C7CC-DB7E-CD985A26D7A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6355EB6-CA61-4E7C-E791-FBDF9702F64A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F7E258E-F2AA-0489-5D63-076AFE497C0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F9E5E8B0-FA1B-DD25-B47C-F7E1DF2C5878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1D62794-D124-F4C9-9B54-98AA1D5F8D5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5B237459-F2B4-6E93-9726-A64B18CB6DA1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435BC5D-B298-25EB-30BC-35D83D6957B4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5E87AAF-98B7-8227-B11A-9729BD859B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C59AFFE-64C1-FB75-34E6-31388EB4F61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DFB2A5B-0368-19D9-8F0F-49F1B8FD3902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3585222-CD77-105C-51FF-A6FAB74C6FB9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F24E6276-203D-905D-4193-B831073E07AF}"/>
              </a:ext>
            </a:extLst>
          </p:cNvPr>
          <p:cNvSpPr>
            <a:spLocks noGrp="1"/>
          </p:cNvSpPr>
          <p:nvPr>
            <p:ph sz="quarter" idx="3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3D7826BF-6F50-A8B1-161A-2366398CD97E}"/>
              </a:ext>
            </a:extLst>
          </p:cNvPr>
          <p:cNvSpPr>
            <a:spLocks noGrp="1"/>
          </p:cNvSpPr>
          <p:nvPr>
            <p:ph sz="quarter" idx="3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9" name="Content Placeholder 18">
            <a:extLst>
              <a:ext uri="{FF2B5EF4-FFF2-40B4-BE49-F238E27FC236}">
                <a16:creationId xmlns:a16="http://schemas.microsoft.com/office/drawing/2014/main" id="{7CC830AF-E0DE-59B8-25AB-88FA7A82EAC1}"/>
              </a:ext>
            </a:extLst>
          </p:cNvPr>
          <p:cNvSpPr>
            <a:spLocks noGrp="1"/>
          </p:cNvSpPr>
          <p:nvPr>
            <p:ph sz="quarter" idx="3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0" name="Content Placeholder 19">
            <a:extLst>
              <a:ext uri="{FF2B5EF4-FFF2-40B4-BE49-F238E27FC236}">
                <a16:creationId xmlns:a16="http://schemas.microsoft.com/office/drawing/2014/main" id="{3A0DB86B-5326-771A-2F36-4CCB1CD9AB36}"/>
              </a:ext>
            </a:extLst>
          </p:cNvPr>
          <p:cNvSpPr>
            <a:spLocks noGrp="1"/>
          </p:cNvSpPr>
          <p:nvPr>
            <p:ph sz="quarter" idx="4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88825244-EC9F-682C-A587-B861996B6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574334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D9170E3-5057-C820-E44D-FF5E48ED9BE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D49157-425D-C10B-65F5-88545D0FC4D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137798-38AC-712F-49A7-1C8892F5F91A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515FE80-7099-FADB-C235-434241D7F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C70932F-4C7C-A4EB-93A7-755D29D51D9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83D971E-5B1E-CB20-924A-E22E486BF5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A830795-62C1-AD74-1FA9-906A4DD48DEC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DD17562-19C7-E5FD-36F3-A0B8497D03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7715036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B72E02-11C1-E487-095F-9C0266C1E5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1534A-52E1-4E49-BC29-7693DA9C8A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4CF52-4818-4FB2-03AE-E83E74E013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202954B-7239-700F-8454-9EB6CEF33D8D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12C0A3-3B69-877E-D31E-BD269B3287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49CD13-5791-C921-7C74-C4FBBB54AD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4425689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Picture Placeholder 30">
            <a:extLst>
              <a:ext uri="{FF2B5EF4-FFF2-40B4-BE49-F238E27FC236}">
                <a16:creationId xmlns:a16="http://schemas.microsoft.com/office/drawing/2014/main" id="{41655728-EB2C-50D2-222D-1AC0F5162B7A}"/>
              </a:ext>
            </a:extLst>
          </p:cNvPr>
          <p:cNvPicPr>
            <a:picLocks noGrp="1" noChangeAspect="1"/>
          </p:cNvPicPr>
          <p:nvPr>
            <p:ph type="pic" sz="quarter" idx="16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4606" b="4606"/>
          <a:stretch>
            <a:fillRect/>
          </a:stretch>
        </p:blipFill>
        <p:spPr/>
      </p:pic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86ED2262-6466-549C-5E7F-0B83B16FC9DF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Title 16">
            <a:extLst>
              <a:ext uri="{FF2B5EF4-FFF2-40B4-BE49-F238E27FC236}">
                <a16:creationId xmlns:a16="http://schemas.microsoft.com/office/drawing/2014/main" id="{F12DCE84-A641-4D6B-7F82-D872773B7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C3073BE6-99D8-EE15-3943-8DE7DEE152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C4CDB2-050A-71D6-E8BA-B4E070142F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544DA3-3938-1261-2B05-80D7BFAF4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18</a:t>
            </a:fld>
            <a:endParaRPr lang="en-GB" noProof="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926440E6-C885-C4CF-D1CD-7C593291E8F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2256FC72-B40C-CA0D-3F3F-A7F9F0113C2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AD827248-A6F5-195D-BDC7-BF9E5C557FC6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47B2A005-F4CE-8965-6F27-570017D8B95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ECA4FDD3-9AA1-BF59-DF98-01751F7C7E1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EC050D9-2129-D5CC-A1D2-B2A4BB24043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92A7A8AD-F8DB-3964-CFE3-6BAB042643D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A56CAE51-14C0-FC94-EAD0-47E2BB06CC4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9" name="Picture Placeholder 28">
            <a:extLst>
              <a:ext uri="{FF2B5EF4-FFF2-40B4-BE49-F238E27FC236}">
                <a16:creationId xmlns:a16="http://schemas.microsoft.com/office/drawing/2014/main" id="{046FBEA6-2BC0-74A3-9698-319D9675D7F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/>
        <p:txBody>
          <a:bodyPr/>
          <a:lstStyle/>
          <a:p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9095711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F4C79998-3120-4041-5FC4-76C67DE0F0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40F06FE-6D12-FD09-C0B0-9472419AD2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07BAFC40-C3DD-13FD-2458-6B7ED0BAE6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1C32D6F5-EE01-6DC3-9D56-637BD9866F9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ECC44A3A-AF91-660C-81AE-42199810B7A7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AC7A36C-D2D9-6876-A728-C2A72214A6F0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0821A48-C15B-9C54-7AE6-43461881FF6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19</a:t>
            </a:fld>
            <a:endParaRPr lang="en-GB" noProof="0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CCD7D55-CFC1-0949-E16C-72C6FEE81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5850136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E66D6-B6B0-C8D6-82F0-4B92D57A9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5B573-F2D0-DD78-5884-71D8495D57A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81A6D0-C643-5BB1-9D20-B5F490D2F1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EC0C415-A94B-1F83-7425-3C87C6038E9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745BE23-B2AC-BC54-8543-47E79D4B3E95}"/>
              </a:ext>
            </a:extLst>
          </p:cNvPr>
          <p:cNvSpPr>
            <a:spLocks noGrp="1"/>
          </p:cNvSpPr>
          <p:nvPr>
            <p:ph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C7094D5-534D-34C1-EC14-788079C5A7D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97DC04A-4D21-8F26-A298-269147B8FB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20</a:t>
            </a:fld>
            <a:endParaRPr lang="en-GB" noProof="0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6327027-E5C9-2602-826B-5360F00FFE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11734697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DB787F0-BC31-CAF3-7E39-8012FA294D1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F91BB4-79AB-28CC-A0C7-79B1D1261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30D2AC-F7DA-38AB-FE29-F07AAEB5D5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52BA09-185C-436F-80A5-A1D3B7CCADB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72698C4-779C-7A27-FE1C-905405C888A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5DB3EC0-39E7-2F04-DEEE-7FCFA034E11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4D3EC914-5631-A2E3-BFB3-5104085ABD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64D352B-7416-246C-35BC-9BE6EC8234D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E0E0DDAC-B9F8-4F75-DB09-786054EE960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FC3AC2D-77BF-E514-558F-5F96B61156E1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128E768D-8FB2-9CA4-5216-525DEAF04A7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98B429DA-F480-F558-2EED-FDA07EB10DA5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EC749F60-4224-B1C1-F7B1-E4A9717AF309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585D2E3C-F9D7-D48A-F190-69C3D2FEAF6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2B32015-9E50-410A-2D4B-A96A651A3DC9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8D6E883E-4442-B124-6E7F-F5889F02FE13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BC77A347-7623-2D75-2038-2952746C25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722EE3A3-C7C1-408D-3B75-A5EBAFCF577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BF380CA8-4D50-E4E8-9F0C-74E3FC3FE708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383F4721-9FB4-6432-9CD8-16214F71ED4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B586DB55-6D25-1C18-5B80-3C7AD76AAF3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8B4C91F8-B921-C2D2-03BA-467103702141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2AB51BC1-71FA-91A9-40A6-15A1EBC9C386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5" name="Picture Placeholder 24">
            <a:extLst>
              <a:ext uri="{FF2B5EF4-FFF2-40B4-BE49-F238E27FC236}">
                <a16:creationId xmlns:a16="http://schemas.microsoft.com/office/drawing/2014/main" id="{BF5DAEB2-B541-89BA-2034-DA6D90E56D6C}"/>
              </a:ext>
            </a:extLst>
          </p:cNvPr>
          <p:cNvSpPr>
            <a:spLocks noGrp="1"/>
          </p:cNvSpPr>
          <p:nvPr>
            <p:ph type="pic" sz="quarter" idx="3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626B2848-40D4-8D06-3674-EE2AFD658FBF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F7E9C6AB-7253-8B3F-E700-E8F00DAE9293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E2D28D87-3553-0538-8191-0654D75630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21</a:t>
            </a:fld>
            <a:endParaRPr lang="en-GB" noProof="0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97B6A300-DFF2-0DD1-8883-03CFCDDEDB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31399868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E9470C2A-9104-879A-F385-B686A6BE7B7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ECBF07DB-7EEB-0693-EF0C-730AB5E695A6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4FC05247-10CA-8AA3-2DF3-B34AD0E4FD5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C6E113A3-CF2B-7205-5D82-797C5AA9F928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BB3E6286-D04B-7440-892F-D8AF2BF2525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Title 20">
            <a:extLst>
              <a:ext uri="{FF2B5EF4-FFF2-40B4-BE49-F238E27FC236}">
                <a16:creationId xmlns:a16="http://schemas.microsoft.com/office/drawing/2014/main" id="{78BAB62B-918D-346C-71A5-0C103B951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E934E9A5-02A6-94E8-F1A4-162D83C3651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A6F81BDB-C081-D2AF-744B-6BEEDD40AE3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587A5D15-9FF2-3EC4-F2DA-85B0E289E6BA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14F64D7F-6181-1001-4EB5-F08D85CBF34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B6980B58-5F3D-1BCB-02B1-E7BCA7DCF59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0" name="Text Placeholder 29">
            <a:extLst>
              <a:ext uri="{FF2B5EF4-FFF2-40B4-BE49-F238E27FC236}">
                <a16:creationId xmlns:a16="http://schemas.microsoft.com/office/drawing/2014/main" id="{75D398E7-650D-9435-F7CC-EF772D0E9063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A7D97C7-7D22-EA35-0747-F147598349D2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2" name="Text Placeholder 31">
            <a:extLst>
              <a:ext uri="{FF2B5EF4-FFF2-40B4-BE49-F238E27FC236}">
                <a16:creationId xmlns:a16="http://schemas.microsoft.com/office/drawing/2014/main" id="{2BD38ED1-F67D-3DAC-57CD-E83769ADE8B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96909E6D-CA9E-91F3-0D75-7E8B4ABB8B37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3" name="Picture Placeholder 32">
            <a:extLst>
              <a:ext uri="{FF2B5EF4-FFF2-40B4-BE49-F238E27FC236}">
                <a16:creationId xmlns:a16="http://schemas.microsoft.com/office/drawing/2014/main" id="{113C050D-C732-3284-B3A8-511C201A2A7E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8A554F7F-0FA3-896E-8B36-EF121C342E84}"/>
              </a:ext>
            </a:extLst>
          </p:cNvPr>
          <p:cNvSpPr>
            <a:spLocks noGrp="1"/>
          </p:cNvSpPr>
          <p:nvPr>
            <p:ph type="pic" sz="quarter" idx="4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23C68BEA-E8E3-84BB-7F0A-1424C2A0D50E}"/>
              </a:ext>
            </a:extLst>
          </p:cNvPr>
          <p:cNvSpPr>
            <a:spLocks noGrp="1"/>
          </p:cNvSpPr>
          <p:nvPr>
            <p:ph type="pic" sz="quarter" idx="4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2899C04-93B0-8C6A-A553-648EAA4B29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22</a:t>
            </a:fld>
            <a:endParaRPr lang="en-GB" noProof="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1C099F-868C-887F-EA17-A3ACBDDC3C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4013743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F8EEF1-7A71-7C69-CB4F-BF30A29F9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1B064A5-4F74-B11B-F3F5-DA84E06A053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52239F-9869-069C-7E5D-D037CE1B66E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75CA8B8A-1643-8B3F-2726-2C176BC65B3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FEE5282B-B1FA-D55F-D090-710586D9CCB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F58C66F-FE96-2C72-7F36-9D9710A5511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D6545B7C-9851-045E-3D30-C19E260E4D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854F1D8-EBC2-B4DF-D774-B3A066582EF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CC4633D-F6A4-0858-5602-5DF69F276CAB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51630" y="3423156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42BB4DCD-9750-DC01-03D9-D69256B96D8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2145764" y="3786283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42599678-D8B9-914A-9B93-9B4320B1A7B7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83C5F4B-FC60-33CE-ECAB-CF663F12C269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4299BE9A-A956-2156-0552-C14808DA09A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6916FDC-3ABD-B58D-EC19-50118B2E3C6B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8397253-FCFA-3B82-831D-1E0D8F6E75A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3904BF49-B603-3DFF-7987-A90C44FACB39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3564109-E5DF-6BD0-3D63-B734556B30A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811282" y="3423156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3997AA54-67B3-D5FA-A844-97A99006229D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405416" y="3786283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C91ACAC2-EE18-1891-E0E2-E86273021AC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45637B23-7370-71E8-6FEF-AFEA187EBD06}"/>
              </a:ext>
            </a:extLst>
          </p:cNvPr>
          <p:cNvSpPr>
            <a:spLocks noGrp="1"/>
          </p:cNvSpPr>
          <p:nvPr>
            <p:ph type="pic" sz="quarter" idx="3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13F5CE7D-FDA5-77BB-1B94-CBB43BD827DA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603ABD92-29FD-CC69-71F0-F307370324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3EC073D8-7940-A6DD-4570-CFE73D31BC4D}"/>
              </a:ext>
            </a:extLst>
          </p:cNvPr>
          <p:cNvSpPr>
            <a:spLocks noGrp="1"/>
          </p:cNvSpPr>
          <p:nvPr>
            <p:ph type="pic" sz="quarter" idx="39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12993AAB-0A1D-57FD-61E4-20B3A9F918E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FDC58850-60E9-45C7-15AF-5BF4C67C249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070934" y="3423156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3EC8C83E-0BC0-C509-365B-0EFAFAE7ACFA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8665068" y="3786283"/>
            <a:ext cx="18000" cy="360000"/>
          </a:xfrm>
        </p:spPr>
        <p:txBody>
          <a:bodyPr/>
          <a:lstStyle/>
          <a:p>
            <a:endParaRPr lang="en-GB" noProof="0" dirty="0"/>
          </a:p>
        </p:txBody>
      </p:sp>
      <p:sp>
        <p:nvSpPr>
          <p:cNvPr id="28" name="Slide Number Placeholder 27">
            <a:extLst>
              <a:ext uri="{FF2B5EF4-FFF2-40B4-BE49-F238E27FC236}">
                <a16:creationId xmlns:a16="http://schemas.microsoft.com/office/drawing/2014/main" id="{FA1F29E1-0519-9B6F-28D5-1FDB8316A7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23</a:t>
            </a:fld>
            <a:endParaRPr lang="en-GB" noProof="0" dirty="0"/>
          </a:p>
        </p:txBody>
      </p:sp>
      <p:sp>
        <p:nvSpPr>
          <p:cNvPr id="29" name="Footer Placeholder 28">
            <a:extLst>
              <a:ext uri="{FF2B5EF4-FFF2-40B4-BE49-F238E27FC236}">
                <a16:creationId xmlns:a16="http://schemas.microsoft.com/office/drawing/2014/main" id="{D2D8E6B9-3FB8-812B-9FB8-E941250E4D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</p:spTree>
    <p:extLst>
      <p:ext uri="{BB962C8B-B14F-4D97-AF65-F5344CB8AC3E}">
        <p14:creationId xmlns:p14="http://schemas.microsoft.com/office/powerpoint/2010/main" val="9546692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37E34151-7E63-B9BC-4E4D-E466EE3929B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1FB080-3F25-8598-343F-1B1D0449F1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D28C949-70BC-7747-9C15-5DD9C3C2C7E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817174-1E3E-F0DF-7E33-6C56211786B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C387542-A6D9-33E2-01A5-7DDE2803EBCB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AD0FCB-4607-E6E8-6F7B-F6116F07E5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390246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B28E1F42-9933-42EA-5DBA-0292E9739AC9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1A0BFEC-28A8-BA18-89CF-144581C11A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1813D4-3DF3-F9FB-264C-DAA3A3052D4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D21FC4-AA25-CA29-3FE0-3B94EB4DA1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410DF0-AABC-76D8-3257-0B31B001A799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512A07-7BCD-8744-7D43-95868CB1A4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73735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2868917A-12D1-7191-0CCE-D415A0D3DC8A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B4BCA51-1A7D-56E4-9C18-B7F5AFAAFA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797B3-C2F3-364D-0A8D-290734F76A9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D4C906-4187-CD5C-F7EC-CDBAD78B38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F8FEA04-5317-BFF5-8701-D4692FE3D02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4B05E-86D5-CE74-E303-C01B009AEAA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6592580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1FB4C4F-B3AD-54EA-1711-A542B2C1E3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FCC2836A-FF6A-9291-3837-FCE64CBEA0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7C78FE62-6107-651E-7B93-AEB6C88CE2F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E5F0D4-96A3-DA9B-E3BA-6CF5CD0659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96B-2182-0C0D-1B51-74A9EDFBA811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263588-5A55-E3F6-1B2B-EC8003CF66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6914800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60E6A-BCA6-6F25-2361-66411320E7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822E6-A3A9-7CF9-2C04-74D79635B78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8C8F91-CDDB-B509-B390-F180FBFE89B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1508FA-7098-5FE3-886D-E6EDE2AE5FA8}"/>
              </a:ext>
            </a:extLst>
          </p:cNvPr>
          <p:cNvSpPr>
            <a:spLocks noGrp="1"/>
          </p:cNvSpPr>
          <p:nvPr>
            <p:ph idx="3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70519A7F-FBE3-FBC0-DA88-DC3B0CB83A4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272D8D-B9C9-043F-8EFA-BE2BF01DE5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677551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2CA0E2-71DF-049F-92EC-1D30610FBBD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2305365" y="713140"/>
            <a:ext cx="7608019" cy="5927226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AFFB93FC-B2B6-CDF0-F078-64BF28DCCF25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B8B9FC1D-FC83-0555-527E-D2880AC4D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CA8CA2-FAF7-C356-C465-CFBDC72686E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730AFF5-3B55-C05B-ADCB-11FCE979DA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29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347992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138BED-35F2-E5DB-85C9-39BDDFAEA3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379906B-D5EE-198F-439C-ABF9358AFB71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49CC61-FFAC-5073-779A-0BFB0CCE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5012A9-AECD-FFA8-E462-E9D516C7C4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566866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43F2729-CDFF-8481-9711-0A2B476F28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D1585B6-20EF-6DC3-516A-841E6A4E42A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1C46DC-EC84-3994-42CA-613E72CC64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76EBFE-FAB7-0A0E-2D63-47CBA0E6C2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31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1434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BFD177-BBF0-9FD3-96FD-48A9E1C977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5A8258-0F70-29B8-2D43-32EB9569853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DE92CA-F243-5748-69F8-F543B4D5AD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17AFFD-BDD6-631F-0F13-681C5AB9BA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32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522703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CE851-A29E-AC88-B00B-067D3FB0BF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E05502-9536-1B59-2DFF-F66ED0BFF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3A3F2C-C184-74BC-4004-3164A4509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401951-F33D-E153-E83E-1F5C637B7F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805825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5">
            <a:extLst>
              <a:ext uri="{FF2B5EF4-FFF2-40B4-BE49-F238E27FC236}">
                <a16:creationId xmlns:a16="http://schemas.microsoft.com/office/drawing/2014/main" id="{454B31FE-972F-E1D7-852F-B72D28AD001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51" r="51"/>
          <a:stretch/>
        </p:blipFill>
        <p:spPr/>
      </p:pic>
      <p:sp>
        <p:nvSpPr>
          <p:cNvPr id="6" name="Title 5">
            <a:extLst>
              <a:ext uri="{FF2B5EF4-FFF2-40B4-BE49-F238E27FC236}">
                <a16:creationId xmlns:a16="http://schemas.microsoft.com/office/drawing/2014/main" id="{1B3B8A2C-9B14-5FAF-0E19-D0CE14D9D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3E8840-CD1B-7BFE-4456-E7B5DA35DEF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noProof="0" dirty="0">
              <a:solidFill>
                <a:schemeClr val="accent1"/>
              </a:solidFill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5EECCF-CD73-424A-E2E9-C3A07AF416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CC4640E6-4802-848B-B9C9-E9C79D55B4C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6C73E-745B-94B6-C7F7-09D8C49503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34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967561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06CDA1AE-2EEC-041C-BFA0-0A5ADEF725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7807" b="7807"/>
          <a:stretch/>
        </p:blipFill>
        <p:spPr>
          <a:xfrm flipH="1">
            <a:off x="1" y="0"/>
            <a:ext cx="12193586" cy="6858000"/>
          </a:xfr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08D46E-9F1D-F09C-BBEC-EB4397531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2CD7CE-54EE-4C8F-C188-2300F36291A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A478F0-452A-1DEF-351B-65BE90B5BF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F36A6-2AE6-A876-0926-890B1365CFD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3486BB-1E34-B10A-1796-758AC9D21F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1455" y="6406032"/>
            <a:ext cx="327600" cy="165600"/>
          </a:xfrm>
        </p:spPr>
        <p:txBody>
          <a:bodyPr/>
          <a:lstStyle/>
          <a:p>
            <a:fld id="{2A822E7D-AB3F-CE4C-A4E4-1205965AF175}" type="slidenum">
              <a:rPr lang="en-GB" noProof="0" smtClean="0"/>
              <a:pPr/>
              <a:t>35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7334785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39D48-9A2B-AE03-F940-CAB6C65297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Charts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CD2DD3-3741-B066-6977-8F6368D8D2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 dirty="0"/>
              <a:t>Ready for use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D97174-8A60-CE1A-24A5-1746F01AE3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graphicFrame>
        <p:nvGraphicFramePr>
          <p:cNvPr id="7" name="Tijdelijke aanduiding voor inhoud 4">
            <a:extLst>
              <a:ext uri="{FF2B5EF4-FFF2-40B4-BE49-F238E27FC236}">
                <a16:creationId xmlns:a16="http://schemas.microsoft.com/office/drawing/2014/main" id="{F56404A4-A563-20E2-F6B0-C3A5AD43D9E8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408031470"/>
              </p:ext>
            </p:extLst>
          </p:nvPr>
        </p:nvGraphicFramePr>
        <p:xfrm>
          <a:off x="632057" y="1709059"/>
          <a:ext cx="5071712" cy="38749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Tijdelijke aanduiding voor inhoud 4">
            <a:extLst>
              <a:ext uri="{FF2B5EF4-FFF2-40B4-BE49-F238E27FC236}">
                <a16:creationId xmlns:a16="http://schemas.microsoft.com/office/drawing/2014/main" id="{6F944AEE-75EB-8E61-A9BE-51F6B5F36A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64592972"/>
              </p:ext>
            </p:extLst>
          </p:nvPr>
        </p:nvGraphicFramePr>
        <p:xfrm>
          <a:off x="6282702" y="1492265"/>
          <a:ext cx="5639222" cy="43084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EC354-D382-CD42-1D9E-8E00D29FF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36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038226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26AE7-CFD4-5E57-D1D6-C0579AE09F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Table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CE83B5-D994-E467-A7FB-BD761B6E1E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 dirty="0"/>
              <a:t>Ready for use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2428C97-0751-B67F-44E5-AB9CBBA774F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938" y="1798204"/>
            <a:ext cx="1803929" cy="4068316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Customize the table by using the table options in PowerPoint.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9E09F2-C54A-A94B-CAAD-62ECF062F33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graphicFrame>
        <p:nvGraphicFramePr>
          <p:cNvPr id="6" name="Tijdelijke aanduiding voor tabel 7">
            <a:extLst>
              <a:ext uri="{FF2B5EF4-FFF2-40B4-BE49-F238E27FC236}">
                <a16:creationId xmlns:a16="http://schemas.microsoft.com/office/drawing/2014/main" id="{325940FB-BAA4-96C2-D6FD-18770EEAE20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484583"/>
              </p:ext>
            </p:extLst>
          </p:nvPr>
        </p:nvGraphicFramePr>
        <p:xfrm>
          <a:off x="2878667" y="1701420"/>
          <a:ext cx="8398933" cy="4165103"/>
        </p:xfrm>
        <a:graphic>
          <a:graphicData uri="http://schemas.openxmlformats.org/drawingml/2006/table">
            <a:tbl>
              <a:tblPr firstRow="1" bandRow="1">
                <a:tableStyleId>{8799B23B-EC83-4686-B30A-512413B5E67A}</a:tableStyleId>
              </a:tblPr>
              <a:tblGrid>
                <a:gridCol w="1395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0818">
                  <a:extLst>
                    <a:ext uri="{9D8B030D-6E8A-4147-A177-3AD203B41FA5}">
                      <a16:colId xmlns:a16="http://schemas.microsoft.com/office/drawing/2014/main" val="391229575"/>
                    </a:ext>
                  </a:extLst>
                </a:gridCol>
                <a:gridCol w="17508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5081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81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076">
                <a:tc>
                  <a:txBody>
                    <a:bodyPr/>
                    <a:lstStyle/>
                    <a:p>
                      <a:endParaRPr lang="en-GB" sz="1600" noProof="0" dirty="0"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b="1" noProof="0" dirty="0">
                        <a:solidFill>
                          <a:schemeClr val="accent5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5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5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5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5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b="1" noProof="0" dirty="0">
                          <a:solidFill>
                            <a:schemeClr val="accent5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5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518861">
                <a:tc>
                  <a:txBody>
                    <a:bodyPr/>
                    <a:lstStyle/>
                    <a:p>
                      <a:r>
                        <a:rPr lang="en-GB" sz="1600" b="1" noProof="0" dirty="0">
                          <a:solidFill>
                            <a:schemeClr val="accent1"/>
                          </a:solidFill>
                        </a:rPr>
                        <a:t>Title</a:t>
                      </a:r>
                      <a:endParaRPr lang="en-GB" sz="1600" b="1" noProof="0" dirty="0">
                        <a:solidFill>
                          <a:schemeClr val="accent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noProof="0" dirty="0">
                          <a:solidFill>
                            <a:schemeClr val="tx1"/>
                          </a:solidFill>
                        </a:rPr>
                        <a:t>Content</a:t>
                      </a:r>
                      <a:endParaRPr lang="en-GB" sz="1600" noProof="0" dirty="0">
                        <a:solidFill>
                          <a:schemeClr val="tx1"/>
                        </a:solidFill>
                        <a:latin typeface="+mn-lt"/>
                        <a:ea typeface="Verdana" charset="0"/>
                        <a:cs typeface="Verdana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0C10E2D-7B82-DCAB-7369-D2AD1082C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37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941577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8955D2-FC46-C724-6728-704406568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552B26C-0539-D113-525A-BD1EC06C60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Example planning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C6F22A1-3A29-F406-4015-59AAEAA10A59}"/>
              </a:ext>
            </a:extLst>
          </p:cNvPr>
          <p:cNvGrpSpPr/>
          <p:nvPr/>
        </p:nvGrpSpPr>
        <p:grpSpPr>
          <a:xfrm>
            <a:off x="1268587" y="1387684"/>
            <a:ext cx="10426770" cy="430836"/>
            <a:chOff x="1114605" y="1475766"/>
            <a:chExt cx="10755133" cy="444404"/>
          </a:xfrm>
        </p:grpSpPr>
        <p:sp>
          <p:nvSpPr>
            <p:cNvPr id="13" name="Up Arrow 61">
              <a:extLst>
                <a:ext uri="{FF2B5EF4-FFF2-40B4-BE49-F238E27FC236}">
                  <a16:creationId xmlns:a16="http://schemas.microsoft.com/office/drawing/2014/main" id="{71670DB6-E34E-F985-6290-B0E80213A20B}"/>
                </a:ext>
              </a:extLst>
            </p:cNvPr>
            <p:cNvSpPr/>
            <p:nvPr/>
          </p:nvSpPr>
          <p:spPr>
            <a:xfrm rot="5400000">
              <a:off x="10059028" y="109459"/>
              <a:ext cx="444404" cy="3177017"/>
            </a:xfrm>
            <a:prstGeom prst="upArrow">
              <a:avLst>
                <a:gd name="adj1" fmla="val 50000"/>
                <a:gd name="adj2" fmla="val 67147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6" name="Up Arrow 61">
              <a:extLst>
                <a:ext uri="{FF2B5EF4-FFF2-40B4-BE49-F238E27FC236}">
                  <a16:creationId xmlns:a16="http://schemas.microsoft.com/office/drawing/2014/main" id="{F93C8642-69FD-1617-82DE-814F254ED57B}"/>
                </a:ext>
              </a:extLst>
            </p:cNvPr>
            <p:cNvSpPr/>
            <p:nvPr/>
          </p:nvSpPr>
          <p:spPr>
            <a:xfrm rot="5400000">
              <a:off x="7532990" y="109459"/>
              <a:ext cx="444404" cy="3177017"/>
            </a:xfrm>
            <a:prstGeom prst="upArrow">
              <a:avLst>
                <a:gd name="adj1" fmla="val 50000"/>
                <a:gd name="adj2" fmla="val 67147"/>
              </a:avLst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19" name="Up Arrow 61">
              <a:extLst>
                <a:ext uri="{FF2B5EF4-FFF2-40B4-BE49-F238E27FC236}">
                  <a16:creationId xmlns:a16="http://schemas.microsoft.com/office/drawing/2014/main" id="{3A06F1F9-59E5-BD94-8C99-0AB4B6BF8326}"/>
                </a:ext>
              </a:extLst>
            </p:cNvPr>
            <p:cNvSpPr/>
            <p:nvPr/>
          </p:nvSpPr>
          <p:spPr>
            <a:xfrm rot="5400000">
              <a:off x="5006951" y="109459"/>
              <a:ext cx="444404" cy="3177017"/>
            </a:xfrm>
            <a:prstGeom prst="upArrow">
              <a:avLst>
                <a:gd name="adj1" fmla="val 50000"/>
                <a:gd name="adj2" fmla="val 67147"/>
              </a:avLst>
            </a:prstGeom>
            <a:solidFill>
              <a:schemeClr val="accent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sp>
          <p:nvSpPr>
            <p:cNvPr id="24" name="Up Arrow 61">
              <a:extLst>
                <a:ext uri="{FF2B5EF4-FFF2-40B4-BE49-F238E27FC236}">
                  <a16:creationId xmlns:a16="http://schemas.microsoft.com/office/drawing/2014/main" id="{4D0F863F-F2AE-5E78-FCA6-914A87A51A84}"/>
                </a:ext>
              </a:extLst>
            </p:cNvPr>
            <p:cNvSpPr/>
            <p:nvPr/>
          </p:nvSpPr>
          <p:spPr>
            <a:xfrm rot="5400000">
              <a:off x="2480912" y="109459"/>
              <a:ext cx="444404" cy="3177017"/>
            </a:xfrm>
            <a:prstGeom prst="upArrow">
              <a:avLst>
                <a:gd name="adj1" fmla="val 50000"/>
                <a:gd name="adj2" fmla="val 67147"/>
              </a:avLst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</p:grp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3073F87E-4048-398C-B1BA-0E447EFF544F}"/>
              </a:ext>
            </a:extLst>
          </p:cNvPr>
          <p:cNvCxnSpPr/>
          <p:nvPr/>
        </p:nvCxnSpPr>
        <p:spPr>
          <a:xfrm>
            <a:off x="5239299" y="1735165"/>
            <a:ext cx="0" cy="425565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83B4A87-3F3B-6C3A-C461-CAF8BD2B989F}"/>
              </a:ext>
            </a:extLst>
          </p:cNvPr>
          <p:cNvCxnSpPr/>
          <p:nvPr/>
        </p:nvCxnSpPr>
        <p:spPr>
          <a:xfrm>
            <a:off x="8424539" y="1735165"/>
            <a:ext cx="0" cy="4255656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15815689-E360-6BD5-33FC-14028AD8CAA8}"/>
              </a:ext>
            </a:extLst>
          </p:cNvPr>
          <p:cNvSpPr txBox="1"/>
          <p:nvPr/>
        </p:nvSpPr>
        <p:spPr>
          <a:xfrm>
            <a:off x="1689138" y="1236279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GB" sz="1400" b="1" noProof="0" dirty="0">
                <a:solidFill>
                  <a:schemeClr val="tx2"/>
                </a:solidFill>
              </a:rPr>
              <a:t>JAN - MAR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0CA238BE-6265-E9EE-2EDF-8ABFDBCCCEE5}"/>
              </a:ext>
            </a:extLst>
          </p:cNvPr>
          <p:cNvSpPr txBox="1"/>
          <p:nvPr/>
        </p:nvSpPr>
        <p:spPr>
          <a:xfrm>
            <a:off x="1689138" y="1515137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GB" sz="1200" b="1" noProof="0" dirty="0">
                <a:solidFill>
                  <a:schemeClr val="bg1"/>
                </a:solidFill>
              </a:rPr>
              <a:t>2025 Q1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CA96872-047E-724D-EC85-FC76B791D546}"/>
              </a:ext>
            </a:extLst>
          </p:cNvPr>
          <p:cNvSpPr txBox="1"/>
          <p:nvPr/>
        </p:nvSpPr>
        <p:spPr>
          <a:xfrm>
            <a:off x="4425034" y="1236279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GB" sz="1400" b="1" noProof="0" dirty="0">
                <a:solidFill>
                  <a:schemeClr val="accent2"/>
                </a:solidFill>
              </a:rPr>
              <a:t>APR - JUN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282CE6C-1168-3FA5-4BA8-AA1A74868A6F}"/>
              </a:ext>
            </a:extLst>
          </p:cNvPr>
          <p:cNvSpPr txBox="1"/>
          <p:nvPr/>
        </p:nvSpPr>
        <p:spPr>
          <a:xfrm>
            <a:off x="4425034" y="1515137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b="1" noProof="0" dirty="0">
                <a:solidFill>
                  <a:schemeClr val="bg1"/>
                </a:solidFill>
              </a:rPr>
              <a:t>2025 Q2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1326925E-490D-C8DF-E5BD-EEB83AF05CC2}"/>
              </a:ext>
            </a:extLst>
          </p:cNvPr>
          <p:cNvSpPr txBox="1"/>
          <p:nvPr/>
        </p:nvSpPr>
        <p:spPr>
          <a:xfrm>
            <a:off x="9321868" y="1236279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GB" sz="1400" b="1" noProof="0" dirty="0">
                <a:solidFill>
                  <a:schemeClr val="accent4">
                    <a:lumMod val="75000"/>
                  </a:schemeClr>
                </a:solidFill>
              </a:rPr>
              <a:t>OCT - DEC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CE22D039-41AF-181C-B1F3-660AB825B478}"/>
              </a:ext>
            </a:extLst>
          </p:cNvPr>
          <p:cNvSpPr txBox="1"/>
          <p:nvPr/>
        </p:nvSpPr>
        <p:spPr>
          <a:xfrm>
            <a:off x="9321868" y="1515137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b="1" noProof="0" dirty="0"/>
              <a:t>2025 Q4</a:t>
            </a: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1296AFC5-B599-24A8-6600-AA5159CDFBD1}"/>
              </a:ext>
            </a:extLst>
          </p:cNvPr>
          <p:cNvSpPr/>
          <p:nvPr/>
        </p:nvSpPr>
        <p:spPr>
          <a:xfrm>
            <a:off x="500435" y="1148185"/>
            <a:ext cx="925351" cy="905754"/>
          </a:xfrm>
          <a:prstGeom prst="ellipse">
            <a:avLst/>
          </a:prstGeom>
          <a:solidFill>
            <a:schemeClr val="bg1"/>
          </a:solidFill>
          <a:ln w="3175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E3F16DBB-B22B-2EE2-7211-3949050D46B5}"/>
              </a:ext>
            </a:extLst>
          </p:cNvPr>
          <p:cNvSpPr txBox="1"/>
          <p:nvPr/>
        </p:nvSpPr>
        <p:spPr>
          <a:xfrm>
            <a:off x="6861921" y="1236279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algn="l"/>
            <a:r>
              <a:rPr lang="en-GB" sz="1400" b="1" noProof="0" dirty="0">
                <a:solidFill>
                  <a:schemeClr val="accent3"/>
                </a:solidFill>
              </a:rPr>
              <a:t>JUL - SEP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9D526827-6ACD-8036-2BFA-D5C8A3567BCF}"/>
              </a:ext>
            </a:extLst>
          </p:cNvPr>
          <p:cNvSpPr txBox="1"/>
          <p:nvPr/>
        </p:nvSpPr>
        <p:spPr>
          <a:xfrm>
            <a:off x="6861921" y="1515137"/>
            <a:ext cx="2030755" cy="220028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r>
              <a:rPr lang="en-GB" sz="1200" b="1" noProof="0" dirty="0">
                <a:solidFill>
                  <a:schemeClr val="bg1"/>
                </a:solidFill>
              </a:rPr>
              <a:t>2025 Q3</a:t>
            </a: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F84442F0-A764-146B-04C8-464F84413D64}"/>
              </a:ext>
            </a:extLst>
          </p:cNvPr>
          <p:cNvGrpSpPr/>
          <p:nvPr/>
        </p:nvGrpSpPr>
        <p:grpSpPr>
          <a:xfrm>
            <a:off x="414783" y="5223123"/>
            <a:ext cx="11268261" cy="820659"/>
            <a:chOff x="233913" y="5431992"/>
            <a:chExt cx="11623124" cy="846504"/>
          </a:xfrm>
        </p:grpSpPr>
        <p:cxnSp>
          <p:nvCxnSpPr>
            <p:cNvPr id="54" name="Straight Connector 53">
              <a:extLst>
                <a:ext uri="{FF2B5EF4-FFF2-40B4-BE49-F238E27FC236}">
                  <a16:creationId xmlns:a16="http://schemas.microsoft.com/office/drawing/2014/main" id="{19496B6A-2C3B-7E16-AF5E-79D9BE561620}"/>
                </a:ext>
              </a:extLst>
            </p:cNvPr>
            <p:cNvCxnSpPr>
              <a:cxnSpLocks/>
            </p:cNvCxnSpPr>
            <p:nvPr/>
          </p:nvCxnSpPr>
          <p:spPr>
            <a:xfrm>
              <a:off x="322262" y="5431992"/>
              <a:ext cx="11516229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E3292DFB-A166-5E80-DC0F-9A6D3669B06A}"/>
                </a:ext>
              </a:extLst>
            </p:cNvPr>
            <p:cNvGrpSpPr/>
            <p:nvPr/>
          </p:nvGrpSpPr>
          <p:grpSpPr>
            <a:xfrm>
              <a:off x="233913" y="5579590"/>
              <a:ext cx="11623124" cy="698906"/>
              <a:chOff x="233913" y="5579590"/>
              <a:chExt cx="11623124" cy="698906"/>
            </a:xfrm>
          </p:grpSpPr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CE5D8081-E0B5-F813-241F-054E7BEE985B}"/>
                  </a:ext>
                </a:extLst>
              </p:cNvPr>
              <p:cNvSpPr/>
              <p:nvPr/>
            </p:nvSpPr>
            <p:spPr>
              <a:xfrm>
                <a:off x="3248526" y="5946835"/>
                <a:ext cx="8608511" cy="331661"/>
              </a:xfrm>
              <a:prstGeom prst="rect">
                <a:avLst/>
              </a:prstGeom>
              <a:solidFill>
                <a:schemeClr val="accent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noProof="0" dirty="0"/>
                  <a:t>SAP Jam Advanced Plus </a:t>
                </a: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B27279EC-4F4D-38FD-3731-DBBAC93CFEAC}"/>
                  </a:ext>
                </a:extLst>
              </p:cNvPr>
              <p:cNvSpPr/>
              <p:nvPr/>
            </p:nvSpPr>
            <p:spPr>
              <a:xfrm>
                <a:off x="1549023" y="5599434"/>
                <a:ext cx="2458108" cy="271402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GB" sz="900" b="1" noProof="0" dirty="0"/>
                  <a:t>Q1 release/CCB</a:t>
                </a:r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E58EF3FA-696D-5F25-3F81-A7920AA1EDA4}"/>
                  </a:ext>
                </a:extLst>
              </p:cNvPr>
              <p:cNvSpPr/>
              <p:nvPr/>
            </p:nvSpPr>
            <p:spPr>
              <a:xfrm>
                <a:off x="4165658" y="5599434"/>
                <a:ext cx="2458108" cy="271402"/>
              </a:xfrm>
              <a:prstGeom prst="rect">
                <a:avLst/>
              </a:prstGeom>
              <a:solidFill>
                <a:schemeClr val="accent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GB" sz="900" b="1" noProof="0" dirty="0"/>
                  <a:t>Q2 release/ CCB</a:t>
                </a:r>
              </a:p>
            </p:txBody>
          </p:sp>
          <p:sp>
            <p:nvSpPr>
              <p:cNvPr id="62" name="Rectangle 61">
                <a:extLst>
                  <a:ext uri="{FF2B5EF4-FFF2-40B4-BE49-F238E27FC236}">
                    <a16:creationId xmlns:a16="http://schemas.microsoft.com/office/drawing/2014/main" id="{A04AC35A-0D91-8E08-1FB8-B9CFD96E7441}"/>
                  </a:ext>
                </a:extLst>
              </p:cNvPr>
              <p:cNvSpPr/>
              <p:nvPr/>
            </p:nvSpPr>
            <p:spPr>
              <a:xfrm>
                <a:off x="6782293" y="5599434"/>
                <a:ext cx="2458108" cy="271402"/>
              </a:xfrm>
              <a:prstGeom prst="rect">
                <a:avLst/>
              </a:prstGeom>
              <a:solidFill>
                <a:schemeClr val="accent3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GB" sz="900" b="1" noProof="0" dirty="0"/>
                  <a:t>Q3 release/CCB</a:t>
                </a:r>
              </a:p>
            </p:txBody>
          </p:sp>
          <p:sp>
            <p:nvSpPr>
              <p:cNvPr id="63" name="Rectangle 62">
                <a:extLst>
                  <a:ext uri="{FF2B5EF4-FFF2-40B4-BE49-F238E27FC236}">
                    <a16:creationId xmlns:a16="http://schemas.microsoft.com/office/drawing/2014/main" id="{F1B3478B-BCBA-7CDF-54DC-74326453B3DD}"/>
                  </a:ext>
                </a:extLst>
              </p:cNvPr>
              <p:cNvSpPr/>
              <p:nvPr/>
            </p:nvSpPr>
            <p:spPr>
              <a:xfrm>
                <a:off x="9398929" y="5599434"/>
                <a:ext cx="2458108" cy="271402"/>
              </a:xfrm>
              <a:prstGeom prst="rect">
                <a:avLst/>
              </a:prstGeom>
              <a:solidFill>
                <a:schemeClr val="accent4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lvl="0"/>
                <a:r>
                  <a:rPr lang="en-GB" sz="900" b="1" noProof="0" dirty="0">
                    <a:solidFill>
                      <a:schemeClr val="tx1"/>
                    </a:solidFill>
                  </a:rPr>
                  <a:t>Q4 release/CCB</a:t>
                </a:r>
              </a:p>
            </p:txBody>
          </p:sp>
          <p:sp>
            <p:nvSpPr>
              <p:cNvPr id="896" name="Rectangle 895">
                <a:extLst>
                  <a:ext uri="{FF2B5EF4-FFF2-40B4-BE49-F238E27FC236}">
                    <a16:creationId xmlns:a16="http://schemas.microsoft.com/office/drawing/2014/main" id="{8F2F2ECE-2CFA-E196-20B3-634C9160542E}"/>
                  </a:ext>
                </a:extLst>
              </p:cNvPr>
              <p:cNvSpPr/>
              <p:nvPr/>
            </p:nvSpPr>
            <p:spPr>
              <a:xfrm>
                <a:off x="233913" y="5579590"/>
                <a:ext cx="954493" cy="31747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fontAlgn="ctr"/>
                <a:r>
                  <a:rPr lang="en-GB" sz="1400" b="1" noProof="0" dirty="0"/>
                  <a:t>BAU</a:t>
                </a:r>
              </a:p>
            </p:txBody>
          </p:sp>
          <p:sp>
            <p:nvSpPr>
              <p:cNvPr id="898" name="Rectangle 897">
                <a:extLst>
                  <a:ext uri="{FF2B5EF4-FFF2-40B4-BE49-F238E27FC236}">
                    <a16:creationId xmlns:a16="http://schemas.microsoft.com/office/drawing/2014/main" id="{88C4A26B-0735-18B6-C7DA-640FFFE4F4E0}"/>
                  </a:ext>
                </a:extLst>
              </p:cNvPr>
              <p:cNvSpPr/>
              <p:nvPr/>
            </p:nvSpPr>
            <p:spPr>
              <a:xfrm>
                <a:off x="1549023" y="5946835"/>
                <a:ext cx="1627314" cy="331661"/>
              </a:xfrm>
              <a:prstGeom prst="rect">
                <a:avLst/>
              </a:prstGeom>
              <a:solidFill>
                <a:schemeClr val="tx2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sz="900" b="1" noProof="0" dirty="0"/>
                  <a:t>SAP Jam Advanced</a:t>
                </a:r>
              </a:p>
              <a:p>
                <a:pPr algn="ctr"/>
                <a:r>
                  <a:rPr lang="en-GB" sz="900" b="1" noProof="0" dirty="0"/>
                  <a:t>-Phase 1 </a:t>
                </a:r>
              </a:p>
            </p:txBody>
          </p:sp>
        </p:grpSp>
        <p:sp>
          <p:nvSpPr>
            <p:cNvPr id="56" name="Freeform 32">
              <a:extLst>
                <a:ext uri="{FF2B5EF4-FFF2-40B4-BE49-F238E27FC236}">
                  <a16:creationId xmlns:a16="http://schemas.microsoft.com/office/drawing/2014/main" id="{CEC8FEF1-CDBB-91CC-B055-0505E92D1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3191" y="5681049"/>
              <a:ext cx="139359" cy="104857"/>
            </a:xfrm>
            <a:custGeom>
              <a:avLst/>
              <a:gdLst>
                <a:gd name="T0" fmla="*/ 0 w 155"/>
                <a:gd name="T1" fmla="*/ 58 h 117"/>
                <a:gd name="T2" fmla="*/ 9 w 155"/>
                <a:gd name="T3" fmla="*/ 68 h 117"/>
                <a:gd name="T4" fmla="*/ 121 w 155"/>
                <a:gd name="T5" fmla="*/ 68 h 117"/>
                <a:gd name="T6" fmla="*/ 90 w 155"/>
                <a:gd name="T7" fmla="*/ 98 h 117"/>
                <a:gd name="T8" fmla="*/ 87 w 155"/>
                <a:gd name="T9" fmla="*/ 106 h 117"/>
                <a:gd name="T10" fmla="*/ 90 w 155"/>
                <a:gd name="T11" fmla="*/ 113 h 117"/>
                <a:gd name="T12" fmla="*/ 104 w 155"/>
                <a:gd name="T13" fmla="*/ 113 h 117"/>
                <a:gd name="T14" fmla="*/ 151 w 155"/>
                <a:gd name="T15" fmla="*/ 66 h 117"/>
                <a:gd name="T16" fmla="*/ 151 w 155"/>
                <a:gd name="T17" fmla="*/ 51 h 117"/>
                <a:gd name="T18" fmla="*/ 104 w 155"/>
                <a:gd name="T19" fmla="*/ 4 h 117"/>
                <a:gd name="T20" fmla="*/ 90 w 155"/>
                <a:gd name="T21" fmla="*/ 4 h 117"/>
                <a:gd name="T22" fmla="*/ 87 w 155"/>
                <a:gd name="T23" fmla="*/ 11 h 117"/>
                <a:gd name="T24" fmla="*/ 90 w 155"/>
                <a:gd name="T25" fmla="*/ 19 h 117"/>
                <a:gd name="T26" fmla="*/ 121 w 155"/>
                <a:gd name="T27" fmla="*/ 49 h 117"/>
                <a:gd name="T28" fmla="*/ 9 w 155"/>
                <a:gd name="T29" fmla="*/ 49 h 117"/>
                <a:gd name="T30" fmla="*/ 0 w 155"/>
                <a:gd name="T31" fmla="*/ 5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5" h="117">
                  <a:moveTo>
                    <a:pt x="0" y="58"/>
                  </a:moveTo>
                  <a:cubicBezTo>
                    <a:pt x="0" y="64"/>
                    <a:pt x="4" y="68"/>
                    <a:pt x="9" y="68"/>
                  </a:cubicBezTo>
                  <a:cubicBezTo>
                    <a:pt x="121" y="68"/>
                    <a:pt x="121" y="68"/>
                    <a:pt x="121" y="68"/>
                  </a:cubicBezTo>
                  <a:cubicBezTo>
                    <a:pt x="108" y="80"/>
                    <a:pt x="90" y="98"/>
                    <a:pt x="90" y="98"/>
                  </a:cubicBezTo>
                  <a:cubicBezTo>
                    <a:pt x="88" y="100"/>
                    <a:pt x="87" y="103"/>
                    <a:pt x="87" y="106"/>
                  </a:cubicBezTo>
                  <a:cubicBezTo>
                    <a:pt x="87" y="108"/>
                    <a:pt x="88" y="111"/>
                    <a:pt x="90" y="113"/>
                  </a:cubicBezTo>
                  <a:cubicBezTo>
                    <a:pt x="94" y="117"/>
                    <a:pt x="100" y="117"/>
                    <a:pt x="104" y="113"/>
                  </a:cubicBezTo>
                  <a:cubicBezTo>
                    <a:pt x="151" y="66"/>
                    <a:pt x="151" y="66"/>
                    <a:pt x="151" y="66"/>
                  </a:cubicBezTo>
                  <a:cubicBezTo>
                    <a:pt x="155" y="62"/>
                    <a:pt x="155" y="55"/>
                    <a:pt x="151" y="51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0" y="0"/>
                    <a:pt x="94" y="0"/>
                    <a:pt x="90" y="4"/>
                  </a:cubicBezTo>
                  <a:cubicBezTo>
                    <a:pt x="88" y="6"/>
                    <a:pt x="87" y="9"/>
                    <a:pt x="87" y="11"/>
                  </a:cubicBezTo>
                  <a:cubicBezTo>
                    <a:pt x="87" y="14"/>
                    <a:pt x="88" y="17"/>
                    <a:pt x="90" y="19"/>
                  </a:cubicBezTo>
                  <a:cubicBezTo>
                    <a:pt x="90" y="19"/>
                    <a:pt x="108" y="36"/>
                    <a:pt x="121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4" y="49"/>
                    <a:pt x="0" y="53"/>
                    <a:pt x="0" y="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</a:bodyPr>
            <a:lstStyle/>
            <a:p>
              <a:endParaRPr lang="en-GB" sz="1984" u="sng" noProof="0" dirty="0"/>
            </a:p>
          </p:txBody>
        </p:sp>
        <p:sp>
          <p:nvSpPr>
            <p:cNvPr id="57" name="Freeform 32">
              <a:extLst>
                <a:ext uri="{FF2B5EF4-FFF2-40B4-BE49-F238E27FC236}">
                  <a16:creationId xmlns:a16="http://schemas.microsoft.com/office/drawing/2014/main" id="{13EDD645-EAE9-B5BF-143F-4FF44E205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3765" y="5681049"/>
              <a:ext cx="139359" cy="104857"/>
            </a:xfrm>
            <a:custGeom>
              <a:avLst/>
              <a:gdLst>
                <a:gd name="T0" fmla="*/ 0 w 155"/>
                <a:gd name="T1" fmla="*/ 58 h 117"/>
                <a:gd name="T2" fmla="*/ 9 w 155"/>
                <a:gd name="T3" fmla="*/ 68 h 117"/>
                <a:gd name="T4" fmla="*/ 121 w 155"/>
                <a:gd name="T5" fmla="*/ 68 h 117"/>
                <a:gd name="T6" fmla="*/ 90 w 155"/>
                <a:gd name="T7" fmla="*/ 98 h 117"/>
                <a:gd name="T8" fmla="*/ 87 w 155"/>
                <a:gd name="T9" fmla="*/ 106 h 117"/>
                <a:gd name="T10" fmla="*/ 90 w 155"/>
                <a:gd name="T11" fmla="*/ 113 h 117"/>
                <a:gd name="T12" fmla="*/ 104 w 155"/>
                <a:gd name="T13" fmla="*/ 113 h 117"/>
                <a:gd name="T14" fmla="*/ 151 w 155"/>
                <a:gd name="T15" fmla="*/ 66 h 117"/>
                <a:gd name="T16" fmla="*/ 151 w 155"/>
                <a:gd name="T17" fmla="*/ 51 h 117"/>
                <a:gd name="T18" fmla="*/ 104 w 155"/>
                <a:gd name="T19" fmla="*/ 4 h 117"/>
                <a:gd name="T20" fmla="*/ 90 w 155"/>
                <a:gd name="T21" fmla="*/ 4 h 117"/>
                <a:gd name="T22" fmla="*/ 87 w 155"/>
                <a:gd name="T23" fmla="*/ 11 h 117"/>
                <a:gd name="T24" fmla="*/ 90 w 155"/>
                <a:gd name="T25" fmla="*/ 19 h 117"/>
                <a:gd name="T26" fmla="*/ 121 w 155"/>
                <a:gd name="T27" fmla="*/ 49 h 117"/>
                <a:gd name="T28" fmla="*/ 9 w 155"/>
                <a:gd name="T29" fmla="*/ 49 h 117"/>
                <a:gd name="T30" fmla="*/ 0 w 155"/>
                <a:gd name="T31" fmla="*/ 5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5" h="117">
                  <a:moveTo>
                    <a:pt x="0" y="58"/>
                  </a:moveTo>
                  <a:cubicBezTo>
                    <a:pt x="0" y="64"/>
                    <a:pt x="4" y="68"/>
                    <a:pt x="9" y="68"/>
                  </a:cubicBezTo>
                  <a:cubicBezTo>
                    <a:pt x="121" y="68"/>
                    <a:pt x="121" y="68"/>
                    <a:pt x="121" y="68"/>
                  </a:cubicBezTo>
                  <a:cubicBezTo>
                    <a:pt x="108" y="80"/>
                    <a:pt x="90" y="98"/>
                    <a:pt x="90" y="98"/>
                  </a:cubicBezTo>
                  <a:cubicBezTo>
                    <a:pt x="88" y="100"/>
                    <a:pt x="87" y="103"/>
                    <a:pt x="87" y="106"/>
                  </a:cubicBezTo>
                  <a:cubicBezTo>
                    <a:pt x="87" y="108"/>
                    <a:pt x="88" y="111"/>
                    <a:pt x="90" y="113"/>
                  </a:cubicBezTo>
                  <a:cubicBezTo>
                    <a:pt x="94" y="117"/>
                    <a:pt x="100" y="117"/>
                    <a:pt x="104" y="113"/>
                  </a:cubicBezTo>
                  <a:cubicBezTo>
                    <a:pt x="151" y="66"/>
                    <a:pt x="151" y="66"/>
                    <a:pt x="151" y="66"/>
                  </a:cubicBezTo>
                  <a:cubicBezTo>
                    <a:pt x="155" y="62"/>
                    <a:pt x="155" y="55"/>
                    <a:pt x="151" y="51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0" y="0"/>
                    <a:pt x="94" y="0"/>
                    <a:pt x="90" y="4"/>
                  </a:cubicBezTo>
                  <a:cubicBezTo>
                    <a:pt x="88" y="6"/>
                    <a:pt x="87" y="9"/>
                    <a:pt x="87" y="11"/>
                  </a:cubicBezTo>
                  <a:cubicBezTo>
                    <a:pt x="87" y="14"/>
                    <a:pt x="88" y="17"/>
                    <a:pt x="90" y="19"/>
                  </a:cubicBezTo>
                  <a:cubicBezTo>
                    <a:pt x="90" y="19"/>
                    <a:pt x="108" y="36"/>
                    <a:pt x="121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4" y="49"/>
                    <a:pt x="0" y="53"/>
                    <a:pt x="0" y="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</a:bodyPr>
            <a:lstStyle/>
            <a:p>
              <a:endParaRPr lang="en-GB" sz="1984" u="sng" noProof="0" dirty="0"/>
            </a:p>
          </p:txBody>
        </p:sp>
        <p:sp>
          <p:nvSpPr>
            <p:cNvPr id="58" name="Freeform 32">
              <a:extLst>
                <a:ext uri="{FF2B5EF4-FFF2-40B4-BE49-F238E27FC236}">
                  <a16:creationId xmlns:a16="http://schemas.microsoft.com/office/drawing/2014/main" id="{4DE6BAB0-2F03-0A3E-D991-089B20B931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4649" y="5681049"/>
              <a:ext cx="139359" cy="104857"/>
            </a:xfrm>
            <a:custGeom>
              <a:avLst/>
              <a:gdLst>
                <a:gd name="T0" fmla="*/ 0 w 155"/>
                <a:gd name="T1" fmla="*/ 58 h 117"/>
                <a:gd name="T2" fmla="*/ 9 w 155"/>
                <a:gd name="T3" fmla="*/ 68 h 117"/>
                <a:gd name="T4" fmla="*/ 121 w 155"/>
                <a:gd name="T5" fmla="*/ 68 h 117"/>
                <a:gd name="T6" fmla="*/ 90 w 155"/>
                <a:gd name="T7" fmla="*/ 98 h 117"/>
                <a:gd name="T8" fmla="*/ 87 w 155"/>
                <a:gd name="T9" fmla="*/ 106 h 117"/>
                <a:gd name="T10" fmla="*/ 90 w 155"/>
                <a:gd name="T11" fmla="*/ 113 h 117"/>
                <a:gd name="T12" fmla="*/ 104 w 155"/>
                <a:gd name="T13" fmla="*/ 113 h 117"/>
                <a:gd name="T14" fmla="*/ 151 w 155"/>
                <a:gd name="T15" fmla="*/ 66 h 117"/>
                <a:gd name="T16" fmla="*/ 151 w 155"/>
                <a:gd name="T17" fmla="*/ 51 h 117"/>
                <a:gd name="T18" fmla="*/ 104 w 155"/>
                <a:gd name="T19" fmla="*/ 4 h 117"/>
                <a:gd name="T20" fmla="*/ 90 w 155"/>
                <a:gd name="T21" fmla="*/ 4 h 117"/>
                <a:gd name="T22" fmla="*/ 87 w 155"/>
                <a:gd name="T23" fmla="*/ 11 h 117"/>
                <a:gd name="T24" fmla="*/ 90 w 155"/>
                <a:gd name="T25" fmla="*/ 19 h 117"/>
                <a:gd name="T26" fmla="*/ 121 w 155"/>
                <a:gd name="T27" fmla="*/ 49 h 117"/>
                <a:gd name="T28" fmla="*/ 9 w 155"/>
                <a:gd name="T29" fmla="*/ 49 h 117"/>
                <a:gd name="T30" fmla="*/ 0 w 155"/>
                <a:gd name="T31" fmla="*/ 58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155" h="117">
                  <a:moveTo>
                    <a:pt x="0" y="58"/>
                  </a:moveTo>
                  <a:cubicBezTo>
                    <a:pt x="0" y="64"/>
                    <a:pt x="4" y="68"/>
                    <a:pt x="9" y="68"/>
                  </a:cubicBezTo>
                  <a:cubicBezTo>
                    <a:pt x="121" y="68"/>
                    <a:pt x="121" y="68"/>
                    <a:pt x="121" y="68"/>
                  </a:cubicBezTo>
                  <a:cubicBezTo>
                    <a:pt x="108" y="80"/>
                    <a:pt x="90" y="98"/>
                    <a:pt x="90" y="98"/>
                  </a:cubicBezTo>
                  <a:cubicBezTo>
                    <a:pt x="88" y="100"/>
                    <a:pt x="87" y="103"/>
                    <a:pt x="87" y="106"/>
                  </a:cubicBezTo>
                  <a:cubicBezTo>
                    <a:pt x="87" y="108"/>
                    <a:pt x="88" y="111"/>
                    <a:pt x="90" y="113"/>
                  </a:cubicBezTo>
                  <a:cubicBezTo>
                    <a:pt x="94" y="117"/>
                    <a:pt x="100" y="117"/>
                    <a:pt x="104" y="113"/>
                  </a:cubicBezTo>
                  <a:cubicBezTo>
                    <a:pt x="151" y="66"/>
                    <a:pt x="151" y="66"/>
                    <a:pt x="151" y="66"/>
                  </a:cubicBezTo>
                  <a:cubicBezTo>
                    <a:pt x="155" y="62"/>
                    <a:pt x="155" y="55"/>
                    <a:pt x="151" y="51"/>
                  </a:cubicBezTo>
                  <a:cubicBezTo>
                    <a:pt x="104" y="4"/>
                    <a:pt x="104" y="4"/>
                    <a:pt x="104" y="4"/>
                  </a:cubicBezTo>
                  <a:cubicBezTo>
                    <a:pt x="100" y="0"/>
                    <a:pt x="94" y="0"/>
                    <a:pt x="90" y="4"/>
                  </a:cubicBezTo>
                  <a:cubicBezTo>
                    <a:pt x="88" y="6"/>
                    <a:pt x="87" y="9"/>
                    <a:pt x="87" y="11"/>
                  </a:cubicBezTo>
                  <a:cubicBezTo>
                    <a:pt x="87" y="14"/>
                    <a:pt x="88" y="17"/>
                    <a:pt x="90" y="19"/>
                  </a:cubicBezTo>
                  <a:cubicBezTo>
                    <a:pt x="90" y="19"/>
                    <a:pt x="108" y="36"/>
                    <a:pt x="121" y="49"/>
                  </a:cubicBezTo>
                  <a:cubicBezTo>
                    <a:pt x="9" y="49"/>
                    <a:pt x="9" y="49"/>
                    <a:pt x="9" y="49"/>
                  </a:cubicBezTo>
                  <a:cubicBezTo>
                    <a:pt x="4" y="49"/>
                    <a:pt x="0" y="53"/>
                    <a:pt x="0" y="58"/>
                  </a:cubicBez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  <p:txBody>
            <a:bodyPr vert="horz" wrap="square" lIns="100796" tIns="50398" rIns="100796" bIns="50398" numCol="1" anchor="t" anchorCtr="0" compatLnSpc="1">
              <a:prstTxWarp prst="textNoShape">
                <a:avLst/>
              </a:prstTxWarp>
            </a:bodyPr>
            <a:lstStyle/>
            <a:p>
              <a:endParaRPr lang="en-GB" sz="1984" u="sng" noProof="0" dirty="0"/>
            </a:p>
          </p:txBody>
        </p:sp>
      </p:grpSp>
      <p:grpSp>
        <p:nvGrpSpPr>
          <p:cNvPr id="899" name="Graphic 24">
            <a:extLst>
              <a:ext uri="{FF2B5EF4-FFF2-40B4-BE49-F238E27FC236}">
                <a16:creationId xmlns:a16="http://schemas.microsoft.com/office/drawing/2014/main" id="{36FB2F61-B4A9-BE14-9D88-323045FDF89F}"/>
              </a:ext>
            </a:extLst>
          </p:cNvPr>
          <p:cNvGrpSpPr/>
          <p:nvPr/>
        </p:nvGrpSpPr>
        <p:grpSpPr>
          <a:xfrm>
            <a:off x="6484515" y="2053531"/>
            <a:ext cx="473113" cy="473113"/>
            <a:chOff x="7274512" y="4607512"/>
            <a:chExt cx="942975" cy="942975"/>
          </a:xfrm>
        </p:grpSpPr>
        <p:sp>
          <p:nvSpPr>
            <p:cNvPr id="900" name="Freeform: Shape 899">
              <a:extLst>
                <a:ext uri="{FF2B5EF4-FFF2-40B4-BE49-F238E27FC236}">
                  <a16:creationId xmlns:a16="http://schemas.microsoft.com/office/drawing/2014/main" id="{0020DC25-C739-A70A-235B-8C7AFC862813}"/>
                </a:ext>
              </a:extLst>
            </p:cNvPr>
            <p:cNvSpPr/>
            <p:nvPr/>
          </p:nvSpPr>
          <p:spPr>
            <a:xfrm>
              <a:off x="7422445" y="4835068"/>
              <a:ext cx="476250" cy="485775"/>
            </a:xfrm>
            <a:custGeom>
              <a:avLst/>
              <a:gdLst>
                <a:gd name="connsiteX0" fmla="*/ 471192 w 476250"/>
                <a:gd name="connsiteY0" fmla="*/ 289461 h 485775"/>
                <a:gd name="connsiteX1" fmla="*/ 200402 w 476250"/>
                <a:gd name="connsiteY1" fmla="*/ 471192 h 485775"/>
                <a:gd name="connsiteX2" fmla="*/ 18671 w 476250"/>
                <a:gd name="connsiteY2" fmla="*/ 200402 h 485775"/>
                <a:gd name="connsiteX3" fmla="*/ 289461 w 476250"/>
                <a:gd name="connsiteY3" fmla="*/ 18671 h 485775"/>
                <a:gd name="connsiteX4" fmla="*/ 471192 w 476250"/>
                <a:gd name="connsiteY4" fmla="*/ 200402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485775">
                  <a:moveTo>
                    <a:pt x="471192" y="289461"/>
                  </a:moveTo>
                  <a:cubicBezTo>
                    <a:pt x="446599" y="414421"/>
                    <a:pt x="325362" y="495784"/>
                    <a:pt x="200402" y="471192"/>
                  </a:cubicBezTo>
                  <a:cubicBezTo>
                    <a:pt x="75442" y="446599"/>
                    <a:pt x="-5921" y="325362"/>
                    <a:pt x="18671" y="200402"/>
                  </a:cubicBezTo>
                  <a:cubicBezTo>
                    <a:pt x="43264" y="75442"/>
                    <a:pt x="164501" y="-5921"/>
                    <a:pt x="289461" y="18671"/>
                  </a:cubicBezTo>
                  <a:cubicBezTo>
                    <a:pt x="381308" y="36748"/>
                    <a:pt x="453115" y="108554"/>
                    <a:pt x="471192" y="200402"/>
                  </a:cubicBez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1" name="Freeform: Shape 900">
              <a:extLst>
                <a:ext uri="{FF2B5EF4-FFF2-40B4-BE49-F238E27FC236}">
                  <a16:creationId xmlns:a16="http://schemas.microsoft.com/office/drawing/2014/main" id="{5F5B1913-9146-9C02-6780-B4C9956AFA37}"/>
                </a:ext>
              </a:extLst>
            </p:cNvPr>
            <p:cNvSpPr/>
            <p:nvPr/>
          </p:nvSpPr>
          <p:spPr>
            <a:xfrm>
              <a:off x="7954597" y="4990608"/>
              <a:ext cx="114300" cy="171450"/>
            </a:xfrm>
            <a:custGeom>
              <a:avLst/>
              <a:gdLst>
                <a:gd name="connsiteX0" fmla="*/ 14288 w 114300"/>
                <a:gd name="connsiteY0" fmla="*/ 14288 h 171450"/>
                <a:gd name="connsiteX1" fmla="*/ 102870 w 114300"/>
                <a:gd name="connsiteY1" fmla="*/ 89821 h 171450"/>
                <a:gd name="connsiteX2" fmla="*/ 14288 w 114300"/>
                <a:gd name="connsiteY2" fmla="*/ 16449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00" h="171450">
                  <a:moveTo>
                    <a:pt x="14288" y="14288"/>
                  </a:moveTo>
                  <a:lnTo>
                    <a:pt x="102870" y="89821"/>
                  </a:lnTo>
                  <a:lnTo>
                    <a:pt x="14288" y="164497"/>
                  </a:lnTo>
                </a:path>
              </a:pathLst>
            </a:custGeom>
            <a:noFill/>
            <a:ln w="1905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2" name="Freeform: Shape 901">
              <a:extLst>
                <a:ext uri="{FF2B5EF4-FFF2-40B4-BE49-F238E27FC236}">
                  <a16:creationId xmlns:a16="http://schemas.microsoft.com/office/drawing/2014/main" id="{116E140B-C881-4165-C2DB-31BD782AA07A}"/>
                </a:ext>
              </a:extLst>
            </p:cNvPr>
            <p:cNvSpPr/>
            <p:nvPr/>
          </p:nvSpPr>
          <p:spPr>
            <a:xfrm>
              <a:off x="7651797" y="5066141"/>
              <a:ext cx="28575" cy="28575"/>
            </a:xfrm>
            <a:custGeom>
              <a:avLst/>
              <a:gdLst>
                <a:gd name="connsiteX0" fmla="*/ 14288 w 28575"/>
                <a:gd name="connsiteY0" fmla="*/ 14288 h 28575"/>
                <a:gd name="connsiteX1" fmla="*/ 14288 w 28575"/>
                <a:gd name="connsiteY1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" h="28575">
                  <a:moveTo>
                    <a:pt x="14288" y="14288"/>
                  </a:moveTo>
                  <a:lnTo>
                    <a:pt x="14288" y="14288"/>
                  </a:lnTo>
                </a:path>
              </a:pathLst>
            </a:custGeom>
            <a:ln w="1905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03" name="Freeform: Shape 902">
              <a:extLst>
                <a:ext uri="{FF2B5EF4-FFF2-40B4-BE49-F238E27FC236}">
                  <a16:creationId xmlns:a16="http://schemas.microsoft.com/office/drawing/2014/main" id="{473299C3-0EBB-9C08-7F1C-D6382C05806D}"/>
                </a:ext>
              </a:extLst>
            </p:cNvPr>
            <p:cNvSpPr/>
            <p:nvPr/>
          </p:nvSpPr>
          <p:spPr>
            <a:xfrm>
              <a:off x="7705137" y="5066141"/>
              <a:ext cx="361950" cy="28575"/>
            </a:xfrm>
            <a:custGeom>
              <a:avLst/>
              <a:gdLst>
                <a:gd name="connsiteX0" fmla="*/ 352330 w 361950"/>
                <a:gd name="connsiteY0" fmla="*/ 14288 h 28575"/>
                <a:gd name="connsiteX1" fmla="*/ 14287 w 361950"/>
                <a:gd name="connsiteY1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1950" h="28575">
                  <a:moveTo>
                    <a:pt x="352330" y="14288"/>
                  </a:moveTo>
                  <a:lnTo>
                    <a:pt x="14287" y="14288"/>
                  </a:lnTo>
                </a:path>
              </a:pathLst>
            </a:custGeom>
            <a:ln w="19050" cap="rnd">
              <a:solidFill>
                <a:schemeClr val="accent2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grpSp>
        <p:nvGrpSpPr>
          <p:cNvPr id="904" name="Group 903">
            <a:extLst>
              <a:ext uri="{FF2B5EF4-FFF2-40B4-BE49-F238E27FC236}">
                <a16:creationId xmlns:a16="http://schemas.microsoft.com/office/drawing/2014/main" id="{620ECA5E-01DD-8A39-4608-14911D3931E9}"/>
              </a:ext>
            </a:extLst>
          </p:cNvPr>
          <p:cNvGrpSpPr/>
          <p:nvPr/>
        </p:nvGrpSpPr>
        <p:grpSpPr>
          <a:xfrm>
            <a:off x="414782" y="2097380"/>
            <a:ext cx="8794109" cy="1147723"/>
            <a:chOff x="233912" y="2207812"/>
            <a:chExt cx="9071056" cy="1183868"/>
          </a:xfrm>
        </p:grpSpPr>
        <p:sp>
          <p:nvSpPr>
            <p:cNvPr id="905" name="Rectangle 904">
              <a:extLst>
                <a:ext uri="{FF2B5EF4-FFF2-40B4-BE49-F238E27FC236}">
                  <a16:creationId xmlns:a16="http://schemas.microsoft.com/office/drawing/2014/main" id="{A92B7E46-F715-E4B6-18FC-8B0653BDACDC}"/>
                </a:ext>
              </a:extLst>
            </p:cNvPr>
            <p:cNvSpPr/>
            <p:nvPr/>
          </p:nvSpPr>
          <p:spPr>
            <a:xfrm>
              <a:off x="233912" y="2228040"/>
              <a:ext cx="1191052" cy="53969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400" b="1" noProof="0" dirty="0"/>
                <a:t>Command Projects</a:t>
              </a:r>
            </a:p>
          </p:txBody>
        </p:sp>
        <p:sp>
          <p:nvSpPr>
            <p:cNvPr id="906" name="Rectangle 905">
              <a:extLst>
                <a:ext uri="{FF2B5EF4-FFF2-40B4-BE49-F238E27FC236}">
                  <a16:creationId xmlns:a16="http://schemas.microsoft.com/office/drawing/2014/main" id="{C8848937-94F6-E73B-404D-32D38661EDE2}"/>
                </a:ext>
              </a:extLst>
            </p:cNvPr>
            <p:cNvSpPr/>
            <p:nvPr/>
          </p:nvSpPr>
          <p:spPr>
            <a:xfrm>
              <a:off x="1548401" y="2266929"/>
              <a:ext cx="4965226" cy="271402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Optimization of existing modules</a:t>
              </a:r>
            </a:p>
          </p:txBody>
        </p:sp>
        <p:sp>
          <p:nvSpPr>
            <p:cNvPr id="907" name="TextBox 906">
              <a:extLst>
                <a:ext uri="{FF2B5EF4-FFF2-40B4-BE49-F238E27FC236}">
                  <a16:creationId xmlns:a16="http://schemas.microsoft.com/office/drawing/2014/main" id="{6BF6282F-9D24-BD81-3A7E-6FAC6715B396}"/>
                </a:ext>
              </a:extLst>
            </p:cNvPr>
            <p:cNvSpPr txBox="1"/>
            <p:nvPr/>
          </p:nvSpPr>
          <p:spPr>
            <a:xfrm>
              <a:off x="6839388" y="2207812"/>
              <a:ext cx="2465580" cy="444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 </a:t>
              </a:r>
            </a:p>
            <a:p>
              <a:r>
                <a:rPr lang="en-GB" sz="1100" b="1" noProof="0" dirty="0"/>
                <a:t>28 June 2025</a:t>
              </a:r>
            </a:p>
          </p:txBody>
        </p:sp>
        <p:sp>
          <p:nvSpPr>
            <p:cNvPr id="908" name="Rectangle 907">
              <a:extLst>
                <a:ext uri="{FF2B5EF4-FFF2-40B4-BE49-F238E27FC236}">
                  <a16:creationId xmlns:a16="http://schemas.microsoft.com/office/drawing/2014/main" id="{56A0997D-E222-86EC-D5CC-3CA9E08FD5F6}"/>
                </a:ext>
              </a:extLst>
            </p:cNvPr>
            <p:cNvSpPr/>
            <p:nvPr/>
          </p:nvSpPr>
          <p:spPr>
            <a:xfrm>
              <a:off x="1548401" y="2629587"/>
              <a:ext cx="3011563" cy="25550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WFA Core Workforce Mobility pack</a:t>
              </a:r>
            </a:p>
          </p:txBody>
        </p:sp>
        <p:sp>
          <p:nvSpPr>
            <p:cNvPr id="909" name="TextBox 908">
              <a:extLst>
                <a:ext uri="{FF2B5EF4-FFF2-40B4-BE49-F238E27FC236}">
                  <a16:creationId xmlns:a16="http://schemas.microsoft.com/office/drawing/2014/main" id="{054DD652-C812-BF2E-31C1-60F5AA22D7FA}"/>
                </a:ext>
              </a:extLst>
            </p:cNvPr>
            <p:cNvSpPr txBox="1"/>
            <p:nvPr/>
          </p:nvSpPr>
          <p:spPr>
            <a:xfrm>
              <a:off x="4909602" y="2537569"/>
              <a:ext cx="1191052" cy="460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 </a:t>
              </a:r>
            </a:p>
            <a:p>
              <a:r>
                <a:rPr lang="en-GB" sz="1100" b="1" noProof="0" dirty="0"/>
                <a:t>12 April 2025</a:t>
              </a:r>
            </a:p>
          </p:txBody>
        </p:sp>
        <p:sp>
          <p:nvSpPr>
            <p:cNvPr id="910" name="Rectangle 909">
              <a:extLst>
                <a:ext uri="{FF2B5EF4-FFF2-40B4-BE49-F238E27FC236}">
                  <a16:creationId xmlns:a16="http://schemas.microsoft.com/office/drawing/2014/main" id="{997BD06F-9224-15D7-EA5F-710B1D1BD9B2}"/>
                </a:ext>
              </a:extLst>
            </p:cNvPr>
            <p:cNvSpPr/>
            <p:nvPr/>
          </p:nvSpPr>
          <p:spPr>
            <a:xfrm>
              <a:off x="1548400" y="3014878"/>
              <a:ext cx="3852000" cy="255503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Continuous Performance and Succession</a:t>
              </a:r>
            </a:p>
          </p:txBody>
        </p:sp>
        <p:sp>
          <p:nvSpPr>
            <p:cNvPr id="911" name="TextBox 910">
              <a:extLst>
                <a:ext uri="{FF2B5EF4-FFF2-40B4-BE49-F238E27FC236}">
                  <a16:creationId xmlns:a16="http://schemas.microsoft.com/office/drawing/2014/main" id="{3A5737DE-7D68-C9D0-953C-E6B80811077B}"/>
                </a:ext>
              </a:extLst>
            </p:cNvPr>
            <p:cNvSpPr txBox="1"/>
            <p:nvPr/>
          </p:nvSpPr>
          <p:spPr>
            <a:xfrm>
              <a:off x="5781782" y="2941148"/>
              <a:ext cx="2465580" cy="444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 </a:t>
              </a:r>
            </a:p>
            <a:p>
              <a:r>
                <a:rPr lang="en-GB" sz="1100" b="1" noProof="0" dirty="0"/>
                <a:t>20 May 2025</a:t>
              </a:r>
            </a:p>
          </p:txBody>
        </p:sp>
        <p:grpSp>
          <p:nvGrpSpPr>
            <p:cNvPr id="912" name="Graphic 24">
              <a:extLst>
                <a:ext uri="{FF2B5EF4-FFF2-40B4-BE49-F238E27FC236}">
                  <a16:creationId xmlns:a16="http://schemas.microsoft.com/office/drawing/2014/main" id="{6DBFD275-6431-B8CB-30C2-2BC88C11B61E}"/>
                </a:ext>
              </a:extLst>
            </p:cNvPr>
            <p:cNvGrpSpPr/>
            <p:nvPr/>
          </p:nvGrpSpPr>
          <p:grpSpPr>
            <a:xfrm>
              <a:off x="4528878" y="2510700"/>
              <a:ext cx="488012" cy="488012"/>
              <a:chOff x="7274512" y="4607512"/>
              <a:chExt cx="942975" cy="942975"/>
            </a:xfrm>
          </p:grpSpPr>
          <p:sp>
            <p:nvSpPr>
              <p:cNvPr id="918" name="Freeform: Shape 917">
                <a:extLst>
                  <a:ext uri="{FF2B5EF4-FFF2-40B4-BE49-F238E27FC236}">
                    <a16:creationId xmlns:a16="http://schemas.microsoft.com/office/drawing/2014/main" id="{4DA67115-4D85-F1F6-00EA-AA69C27BBBC0}"/>
                  </a:ext>
                </a:extLst>
              </p:cNvPr>
              <p:cNvSpPr/>
              <p:nvPr/>
            </p:nvSpPr>
            <p:spPr>
              <a:xfrm>
                <a:off x="7422445" y="4835068"/>
                <a:ext cx="476250" cy="485775"/>
              </a:xfrm>
              <a:custGeom>
                <a:avLst/>
                <a:gdLst>
                  <a:gd name="connsiteX0" fmla="*/ 471192 w 476250"/>
                  <a:gd name="connsiteY0" fmla="*/ 289461 h 485775"/>
                  <a:gd name="connsiteX1" fmla="*/ 200402 w 476250"/>
                  <a:gd name="connsiteY1" fmla="*/ 471192 h 485775"/>
                  <a:gd name="connsiteX2" fmla="*/ 18671 w 476250"/>
                  <a:gd name="connsiteY2" fmla="*/ 200402 h 485775"/>
                  <a:gd name="connsiteX3" fmla="*/ 289461 w 476250"/>
                  <a:gd name="connsiteY3" fmla="*/ 18671 h 485775"/>
                  <a:gd name="connsiteX4" fmla="*/ 471192 w 476250"/>
                  <a:gd name="connsiteY4" fmla="*/ 200402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85775">
                    <a:moveTo>
                      <a:pt x="471192" y="289461"/>
                    </a:moveTo>
                    <a:cubicBezTo>
                      <a:pt x="446599" y="414421"/>
                      <a:pt x="325362" y="495784"/>
                      <a:pt x="200402" y="471192"/>
                    </a:cubicBezTo>
                    <a:cubicBezTo>
                      <a:pt x="75442" y="446599"/>
                      <a:pt x="-5921" y="325362"/>
                      <a:pt x="18671" y="200402"/>
                    </a:cubicBezTo>
                    <a:cubicBezTo>
                      <a:pt x="43264" y="75442"/>
                      <a:pt x="164501" y="-5921"/>
                      <a:pt x="289461" y="18671"/>
                    </a:cubicBezTo>
                    <a:cubicBezTo>
                      <a:pt x="381308" y="36748"/>
                      <a:pt x="453115" y="108554"/>
                      <a:pt x="471192" y="200402"/>
                    </a:cubicBez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19" name="Freeform: Shape 918">
                <a:extLst>
                  <a:ext uri="{FF2B5EF4-FFF2-40B4-BE49-F238E27FC236}">
                    <a16:creationId xmlns:a16="http://schemas.microsoft.com/office/drawing/2014/main" id="{D67FD5DC-0D75-D3AF-5FF1-AAA81F04547F}"/>
                  </a:ext>
                </a:extLst>
              </p:cNvPr>
              <p:cNvSpPr/>
              <p:nvPr/>
            </p:nvSpPr>
            <p:spPr>
              <a:xfrm>
                <a:off x="7954597" y="4990608"/>
                <a:ext cx="114300" cy="171450"/>
              </a:xfrm>
              <a:custGeom>
                <a:avLst/>
                <a:gdLst>
                  <a:gd name="connsiteX0" fmla="*/ 14288 w 114300"/>
                  <a:gd name="connsiteY0" fmla="*/ 14288 h 171450"/>
                  <a:gd name="connsiteX1" fmla="*/ 102870 w 114300"/>
                  <a:gd name="connsiteY1" fmla="*/ 89821 h 171450"/>
                  <a:gd name="connsiteX2" fmla="*/ 14288 w 114300"/>
                  <a:gd name="connsiteY2" fmla="*/ 164497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171450">
                    <a:moveTo>
                      <a:pt x="14288" y="14288"/>
                    </a:moveTo>
                    <a:lnTo>
                      <a:pt x="102870" y="89821"/>
                    </a:lnTo>
                    <a:lnTo>
                      <a:pt x="14288" y="164497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20" name="Freeform: Shape 919">
                <a:extLst>
                  <a:ext uri="{FF2B5EF4-FFF2-40B4-BE49-F238E27FC236}">
                    <a16:creationId xmlns:a16="http://schemas.microsoft.com/office/drawing/2014/main" id="{7F275616-B3D9-51CC-1BDA-F992B724D3B6}"/>
                  </a:ext>
                </a:extLst>
              </p:cNvPr>
              <p:cNvSpPr/>
              <p:nvPr/>
            </p:nvSpPr>
            <p:spPr>
              <a:xfrm>
                <a:off x="7651797" y="5066141"/>
                <a:ext cx="28575" cy="28575"/>
              </a:xfrm>
              <a:custGeom>
                <a:avLst/>
                <a:gdLst>
                  <a:gd name="connsiteX0" fmla="*/ 14288 w 28575"/>
                  <a:gd name="connsiteY0" fmla="*/ 14288 h 28575"/>
                  <a:gd name="connsiteX1" fmla="*/ 14288 w 28575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28575">
                    <a:moveTo>
                      <a:pt x="14288" y="14288"/>
                    </a:moveTo>
                    <a:lnTo>
                      <a:pt x="14288" y="14288"/>
                    </a:lnTo>
                  </a:path>
                </a:pathLst>
              </a:custGeom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21" name="Freeform: Shape 920">
                <a:extLst>
                  <a:ext uri="{FF2B5EF4-FFF2-40B4-BE49-F238E27FC236}">
                    <a16:creationId xmlns:a16="http://schemas.microsoft.com/office/drawing/2014/main" id="{D49089C8-232C-89C7-D73C-BF9A2AE20E02}"/>
                  </a:ext>
                </a:extLst>
              </p:cNvPr>
              <p:cNvSpPr/>
              <p:nvPr/>
            </p:nvSpPr>
            <p:spPr>
              <a:xfrm>
                <a:off x="7705137" y="5066141"/>
                <a:ext cx="361950" cy="28575"/>
              </a:xfrm>
              <a:custGeom>
                <a:avLst/>
                <a:gdLst>
                  <a:gd name="connsiteX0" fmla="*/ 352330 w 361950"/>
                  <a:gd name="connsiteY0" fmla="*/ 14288 h 28575"/>
                  <a:gd name="connsiteX1" fmla="*/ 14287 w 361950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1950" h="28575">
                    <a:moveTo>
                      <a:pt x="352330" y="14288"/>
                    </a:moveTo>
                    <a:lnTo>
                      <a:pt x="14287" y="14288"/>
                    </a:lnTo>
                  </a:path>
                </a:pathLst>
              </a:custGeom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  <p:grpSp>
          <p:nvGrpSpPr>
            <p:cNvPr id="913" name="Graphic 24">
              <a:extLst>
                <a:ext uri="{FF2B5EF4-FFF2-40B4-BE49-F238E27FC236}">
                  <a16:creationId xmlns:a16="http://schemas.microsoft.com/office/drawing/2014/main" id="{FFBE6E0B-85CA-28E9-F9AA-BE12884C01D8}"/>
                </a:ext>
              </a:extLst>
            </p:cNvPr>
            <p:cNvGrpSpPr/>
            <p:nvPr/>
          </p:nvGrpSpPr>
          <p:grpSpPr>
            <a:xfrm>
              <a:off x="5375833" y="2903668"/>
              <a:ext cx="488012" cy="488012"/>
              <a:chOff x="7274512" y="4607512"/>
              <a:chExt cx="942975" cy="942975"/>
            </a:xfrm>
          </p:grpSpPr>
          <p:sp>
            <p:nvSpPr>
              <p:cNvPr id="914" name="Freeform: Shape 913">
                <a:extLst>
                  <a:ext uri="{FF2B5EF4-FFF2-40B4-BE49-F238E27FC236}">
                    <a16:creationId xmlns:a16="http://schemas.microsoft.com/office/drawing/2014/main" id="{BD02F3E7-150B-2D89-CE8B-A8D5D3FD0E02}"/>
                  </a:ext>
                </a:extLst>
              </p:cNvPr>
              <p:cNvSpPr/>
              <p:nvPr/>
            </p:nvSpPr>
            <p:spPr>
              <a:xfrm>
                <a:off x="7422445" y="4835068"/>
                <a:ext cx="476250" cy="485775"/>
              </a:xfrm>
              <a:custGeom>
                <a:avLst/>
                <a:gdLst>
                  <a:gd name="connsiteX0" fmla="*/ 471192 w 476250"/>
                  <a:gd name="connsiteY0" fmla="*/ 289461 h 485775"/>
                  <a:gd name="connsiteX1" fmla="*/ 200402 w 476250"/>
                  <a:gd name="connsiteY1" fmla="*/ 471192 h 485775"/>
                  <a:gd name="connsiteX2" fmla="*/ 18671 w 476250"/>
                  <a:gd name="connsiteY2" fmla="*/ 200402 h 485775"/>
                  <a:gd name="connsiteX3" fmla="*/ 289461 w 476250"/>
                  <a:gd name="connsiteY3" fmla="*/ 18671 h 485775"/>
                  <a:gd name="connsiteX4" fmla="*/ 471192 w 476250"/>
                  <a:gd name="connsiteY4" fmla="*/ 200402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85775">
                    <a:moveTo>
                      <a:pt x="471192" y="289461"/>
                    </a:moveTo>
                    <a:cubicBezTo>
                      <a:pt x="446599" y="414421"/>
                      <a:pt x="325362" y="495784"/>
                      <a:pt x="200402" y="471192"/>
                    </a:cubicBezTo>
                    <a:cubicBezTo>
                      <a:pt x="75442" y="446599"/>
                      <a:pt x="-5921" y="325362"/>
                      <a:pt x="18671" y="200402"/>
                    </a:cubicBezTo>
                    <a:cubicBezTo>
                      <a:pt x="43264" y="75442"/>
                      <a:pt x="164501" y="-5921"/>
                      <a:pt x="289461" y="18671"/>
                    </a:cubicBezTo>
                    <a:cubicBezTo>
                      <a:pt x="381308" y="36748"/>
                      <a:pt x="453115" y="108554"/>
                      <a:pt x="471192" y="200402"/>
                    </a:cubicBez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15" name="Freeform: Shape 914">
                <a:extLst>
                  <a:ext uri="{FF2B5EF4-FFF2-40B4-BE49-F238E27FC236}">
                    <a16:creationId xmlns:a16="http://schemas.microsoft.com/office/drawing/2014/main" id="{A32F9762-E99C-5985-DA49-9DD8F56909A9}"/>
                  </a:ext>
                </a:extLst>
              </p:cNvPr>
              <p:cNvSpPr/>
              <p:nvPr/>
            </p:nvSpPr>
            <p:spPr>
              <a:xfrm>
                <a:off x="7954597" y="4990608"/>
                <a:ext cx="114300" cy="171450"/>
              </a:xfrm>
              <a:custGeom>
                <a:avLst/>
                <a:gdLst>
                  <a:gd name="connsiteX0" fmla="*/ 14288 w 114300"/>
                  <a:gd name="connsiteY0" fmla="*/ 14288 h 171450"/>
                  <a:gd name="connsiteX1" fmla="*/ 102870 w 114300"/>
                  <a:gd name="connsiteY1" fmla="*/ 89821 h 171450"/>
                  <a:gd name="connsiteX2" fmla="*/ 14288 w 114300"/>
                  <a:gd name="connsiteY2" fmla="*/ 164497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171450">
                    <a:moveTo>
                      <a:pt x="14288" y="14288"/>
                    </a:moveTo>
                    <a:lnTo>
                      <a:pt x="102870" y="89821"/>
                    </a:lnTo>
                    <a:lnTo>
                      <a:pt x="14288" y="164497"/>
                    </a:lnTo>
                  </a:path>
                </a:pathLst>
              </a:custGeom>
              <a:noFill/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16" name="Freeform: Shape 915">
                <a:extLst>
                  <a:ext uri="{FF2B5EF4-FFF2-40B4-BE49-F238E27FC236}">
                    <a16:creationId xmlns:a16="http://schemas.microsoft.com/office/drawing/2014/main" id="{02868C6D-518B-6EFB-A96B-DC6E7C656D01}"/>
                  </a:ext>
                </a:extLst>
              </p:cNvPr>
              <p:cNvSpPr/>
              <p:nvPr/>
            </p:nvSpPr>
            <p:spPr>
              <a:xfrm>
                <a:off x="7651797" y="5066141"/>
                <a:ext cx="28575" cy="28575"/>
              </a:xfrm>
              <a:custGeom>
                <a:avLst/>
                <a:gdLst>
                  <a:gd name="connsiteX0" fmla="*/ 14288 w 28575"/>
                  <a:gd name="connsiteY0" fmla="*/ 14288 h 28575"/>
                  <a:gd name="connsiteX1" fmla="*/ 14288 w 28575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28575">
                    <a:moveTo>
                      <a:pt x="14288" y="14288"/>
                    </a:moveTo>
                    <a:lnTo>
                      <a:pt x="14288" y="14288"/>
                    </a:lnTo>
                  </a:path>
                </a:pathLst>
              </a:custGeom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17" name="Freeform: Shape 916">
                <a:extLst>
                  <a:ext uri="{FF2B5EF4-FFF2-40B4-BE49-F238E27FC236}">
                    <a16:creationId xmlns:a16="http://schemas.microsoft.com/office/drawing/2014/main" id="{9974CBC3-4B55-72C1-8C82-1E0D346741EF}"/>
                  </a:ext>
                </a:extLst>
              </p:cNvPr>
              <p:cNvSpPr/>
              <p:nvPr/>
            </p:nvSpPr>
            <p:spPr>
              <a:xfrm>
                <a:off x="7705137" y="5066141"/>
                <a:ext cx="361950" cy="28575"/>
              </a:xfrm>
              <a:custGeom>
                <a:avLst/>
                <a:gdLst>
                  <a:gd name="connsiteX0" fmla="*/ 352330 w 361950"/>
                  <a:gd name="connsiteY0" fmla="*/ 14288 h 28575"/>
                  <a:gd name="connsiteX1" fmla="*/ 14287 w 361950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1950" h="28575">
                    <a:moveTo>
                      <a:pt x="352330" y="14288"/>
                    </a:moveTo>
                    <a:lnTo>
                      <a:pt x="14287" y="14288"/>
                    </a:lnTo>
                  </a:path>
                </a:pathLst>
              </a:custGeom>
              <a:ln w="19050" cap="rnd">
                <a:solidFill>
                  <a:schemeClr val="accent2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</p:grpSp>
      <p:grpSp>
        <p:nvGrpSpPr>
          <p:cNvPr id="922" name="Graphic 24">
            <a:extLst>
              <a:ext uri="{FF2B5EF4-FFF2-40B4-BE49-F238E27FC236}">
                <a16:creationId xmlns:a16="http://schemas.microsoft.com/office/drawing/2014/main" id="{6BEF3171-0283-8C38-C382-3083EB5C0D6D}"/>
              </a:ext>
            </a:extLst>
          </p:cNvPr>
          <p:cNvGrpSpPr/>
          <p:nvPr/>
        </p:nvGrpSpPr>
        <p:grpSpPr>
          <a:xfrm>
            <a:off x="8873596" y="4629284"/>
            <a:ext cx="473113" cy="473113"/>
            <a:chOff x="7274512" y="4607512"/>
            <a:chExt cx="942975" cy="942975"/>
          </a:xfrm>
        </p:grpSpPr>
        <p:sp>
          <p:nvSpPr>
            <p:cNvPr id="923" name="Freeform: Shape 922">
              <a:extLst>
                <a:ext uri="{FF2B5EF4-FFF2-40B4-BE49-F238E27FC236}">
                  <a16:creationId xmlns:a16="http://schemas.microsoft.com/office/drawing/2014/main" id="{BD7E40CE-7B43-18ED-786A-29DC858E0887}"/>
                </a:ext>
              </a:extLst>
            </p:cNvPr>
            <p:cNvSpPr/>
            <p:nvPr/>
          </p:nvSpPr>
          <p:spPr>
            <a:xfrm>
              <a:off x="7422445" y="4835068"/>
              <a:ext cx="476250" cy="485775"/>
            </a:xfrm>
            <a:custGeom>
              <a:avLst/>
              <a:gdLst>
                <a:gd name="connsiteX0" fmla="*/ 471192 w 476250"/>
                <a:gd name="connsiteY0" fmla="*/ 289461 h 485775"/>
                <a:gd name="connsiteX1" fmla="*/ 200402 w 476250"/>
                <a:gd name="connsiteY1" fmla="*/ 471192 h 485775"/>
                <a:gd name="connsiteX2" fmla="*/ 18671 w 476250"/>
                <a:gd name="connsiteY2" fmla="*/ 200402 h 485775"/>
                <a:gd name="connsiteX3" fmla="*/ 289461 w 476250"/>
                <a:gd name="connsiteY3" fmla="*/ 18671 h 485775"/>
                <a:gd name="connsiteX4" fmla="*/ 471192 w 476250"/>
                <a:gd name="connsiteY4" fmla="*/ 200402 h 485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76250" h="485775">
                  <a:moveTo>
                    <a:pt x="471192" y="289461"/>
                  </a:moveTo>
                  <a:cubicBezTo>
                    <a:pt x="446599" y="414421"/>
                    <a:pt x="325362" y="495784"/>
                    <a:pt x="200402" y="471192"/>
                  </a:cubicBezTo>
                  <a:cubicBezTo>
                    <a:pt x="75442" y="446599"/>
                    <a:pt x="-5921" y="325362"/>
                    <a:pt x="18671" y="200402"/>
                  </a:cubicBezTo>
                  <a:cubicBezTo>
                    <a:pt x="43264" y="75442"/>
                    <a:pt x="164501" y="-5921"/>
                    <a:pt x="289461" y="18671"/>
                  </a:cubicBezTo>
                  <a:cubicBezTo>
                    <a:pt x="381308" y="36748"/>
                    <a:pt x="453115" y="108554"/>
                    <a:pt x="471192" y="200402"/>
                  </a:cubicBezTo>
                </a:path>
              </a:pathLst>
            </a:custGeom>
            <a:noFill/>
            <a:ln w="19050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4" name="Freeform: Shape 923">
              <a:extLst>
                <a:ext uri="{FF2B5EF4-FFF2-40B4-BE49-F238E27FC236}">
                  <a16:creationId xmlns:a16="http://schemas.microsoft.com/office/drawing/2014/main" id="{6402033E-AB03-BC34-7234-61D1DF45DF3B}"/>
                </a:ext>
              </a:extLst>
            </p:cNvPr>
            <p:cNvSpPr/>
            <p:nvPr/>
          </p:nvSpPr>
          <p:spPr>
            <a:xfrm>
              <a:off x="7954597" y="4990608"/>
              <a:ext cx="114300" cy="171450"/>
            </a:xfrm>
            <a:custGeom>
              <a:avLst/>
              <a:gdLst>
                <a:gd name="connsiteX0" fmla="*/ 14288 w 114300"/>
                <a:gd name="connsiteY0" fmla="*/ 14288 h 171450"/>
                <a:gd name="connsiteX1" fmla="*/ 102870 w 114300"/>
                <a:gd name="connsiteY1" fmla="*/ 89821 h 171450"/>
                <a:gd name="connsiteX2" fmla="*/ 14288 w 114300"/>
                <a:gd name="connsiteY2" fmla="*/ 164497 h 171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4300" h="171450">
                  <a:moveTo>
                    <a:pt x="14288" y="14288"/>
                  </a:moveTo>
                  <a:lnTo>
                    <a:pt x="102870" y="89821"/>
                  </a:lnTo>
                  <a:lnTo>
                    <a:pt x="14288" y="164497"/>
                  </a:lnTo>
                </a:path>
              </a:pathLst>
            </a:custGeom>
            <a:noFill/>
            <a:ln w="19050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5" name="Freeform: Shape 924">
              <a:extLst>
                <a:ext uri="{FF2B5EF4-FFF2-40B4-BE49-F238E27FC236}">
                  <a16:creationId xmlns:a16="http://schemas.microsoft.com/office/drawing/2014/main" id="{6793356A-0CF5-2808-00FD-98A3BC8A2EA9}"/>
                </a:ext>
              </a:extLst>
            </p:cNvPr>
            <p:cNvSpPr/>
            <p:nvPr/>
          </p:nvSpPr>
          <p:spPr>
            <a:xfrm>
              <a:off x="7651797" y="5066141"/>
              <a:ext cx="28575" cy="28575"/>
            </a:xfrm>
            <a:custGeom>
              <a:avLst/>
              <a:gdLst>
                <a:gd name="connsiteX0" fmla="*/ 14288 w 28575"/>
                <a:gd name="connsiteY0" fmla="*/ 14288 h 28575"/>
                <a:gd name="connsiteX1" fmla="*/ 14288 w 28575"/>
                <a:gd name="connsiteY1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28575" h="28575">
                  <a:moveTo>
                    <a:pt x="14288" y="14288"/>
                  </a:moveTo>
                  <a:lnTo>
                    <a:pt x="14288" y="14288"/>
                  </a:lnTo>
                </a:path>
              </a:pathLst>
            </a:custGeom>
            <a:ln w="19050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928" name="Freeform: Shape 927">
              <a:extLst>
                <a:ext uri="{FF2B5EF4-FFF2-40B4-BE49-F238E27FC236}">
                  <a16:creationId xmlns:a16="http://schemas.microsoft.com/office/drawing/2014/main" id="{1DA227FF-5BE5-7FF8-9ABA-F7153560A255}"/>
                </a:ext>
              </a:extLst>
            </p:cNvPr>
            <p:cNvSpPr/>
            <p:nvPr/>
          </p:nvSpPr>
          <p:spPr>
            <a:xfrm>
              <a:off x="7705137" y="5066141"/>
              <a:ext cx="361950" cy="28575"/>
            </a:xfrm>
            <a:custGeom>
              <a:avLst/>
              <a:gdLst>
                <a:gd name="connsiteX0" fmla="*/ 352330 w 361950"/>
                <a:gd name="connsiteY0" fmla="*/ 14288 h 28575"/>
                <a:gd name="connsiteX1" fmla="*/ 14287 w 361950"/>
                <a:gd name="connsiteY1" fmla="*/ 14288 h 28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61950" h="28575">
                  <a:moveTo>
                    <a:pt x="352330" y="14288"/>
                  </a:moveTo>
                  <a:lnTo>
                    <a:pt x="14287" y="14288"/>
                  </a:lnTo>
                </a:path>
              </a:pathLst>
            </a:custGeom>
            <a:ln w="19050" cap="rnd">
              <a:solidFill>
                <a:schemeClr val="accent3"/>
              </a:solidFill>
              <a:prstDash val="solid"/>
              <a:round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grpSp>
        <p:nvGrpSpPr>
          <p:cNvPr id="929" name="Group 928">
            <a:extLst>
              <a:ext uri="{FF2B5EF4-FFF2-40B4-BE49-F238E27FC236}">
                <a16:creationId xmlns:a16="http://schemas.microsoft.com/office/drawing/2014/main" id="{E7F312A8-0130-7C28-9707-938E43436FC8}"/>
              </a:ext>
            </a:extLst>
          </p:cNvPr>
          <p:cNvGrpSpPr/>
          <p:nvPr/>
        </p:nvGrpSpPr>
        <p:grpSpPr>
          <a:xfrm>
            <a:off x="414783" y="3388391"/>
            <a:ext cx="11592997" cy="1685557"/>
            <a:chOff x="233913" y="3539479"/>
            <a:chExt cx="11958087" cy="1738639"/>
          </a:xfrm>
        </p:grpSpPr>
        <p:sp>
          <p:nvSpPr>
            <p:cNvPr id="930" name="TextBox 929">
              <a:extLst>
                <a:ext uri="{FF2B5EF4-FFF2-40B4-BE49-F238E27FC236}">
                  <a16:creationId xmlns:a16="http://schemas.microsoft.com/office/drawing/2014/main" id="{4B90BA53-204A-9D05-1D54-A9F2BB8F20CE}"/>
                </a:ext>
              </a:extLst>
            </p:cNvPr>
            <p:cNvSpPr txBox="1"/>
            <p:nvPr/>
          </p:nvSpPr>
          <p:spPr>
            <a:xfrm>
              <a:off x="11257364" y="4464639"/>
              <a:ext cx="934636" cy="444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</a:t>
              </a:r>
            </a:p>
            <a:p>
              <a:r>
                <a:rPr lang="en-GB" sz="1100" b="1" noProof="0" dirty="0"/>
                <a:t>Dec 2025</a:t>
              </a:r>
            </a:p>
          </p:txBody>
        </p:sp>
        <p:sp>
          <p:nvSpPr>
            <p:cNvPr id="931" name="Rectangle 930">
              <a:extLst>
                <a:ext uri="{FF2B5EF4-FFF2-40B4-BE49-F238E27FC236}">
                  <a16:creationId xmlns:a16="http://schemas.microsoft.com/office/drawing/2014/main" id="{A3E6CDE5-A149-63EE-7D64-6670EEC93A35}"/>
                </a:ext>
              </a:extLst>
            </p:cNvPr>
            <p:cNvSpPr/>
            <p:nvPr/>
          </p:nvSpPr>
          <p:spPr>
            <a:xfrm>
              <a:off x="2151442" y="3706923"/>
              <a:ext cx="4362185" cy="258671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Optimization of existing modules</a:t>
              </a:r>
            </a:p>
          </p:txBody>
        </p:sp>
        <p:sp>
          <p:nvSpPr>
            <p:cNvPr id="932" name="TextBox 931">
              <a:extLst>
                <a:ext uri="{FF2B5EF4-FFF2-40B4-BE49-F238E27FC236}">
                  <a16:creationId xmlns:a16="http://schemas.microsoft.com/office/drawing/2014/main" id="{58CED40A-ABB5-8187-9004-07A6DAEFEDBE}"/>
                </a:ext>
              </a:extLst>
            </p:cNvPr>
            <p:cNvSpPr txBox="1"/>
            <p:nvPr/>
          </p:nvSpPr>
          <p:spPr>
            <a:xfrm>
              <a:off x="5262005" y="3924322"/>
              <a:ext cx="2465580" cy="26984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- June 2025</a:t>
              </a:r>
            </a:p>
          </p:txBody>
        </p:sp>
        <p:sp>
          <p:nvSpPr>
            <p:cNvPr id="933" name="Rectangle 932">
              <a:extLst>
                <a:ext uri="{FF2B5EF4-FFF2-40B4-BE49-F238E27FC236}">
                  <a16:creationId xmlns:a16="http://schemas.microsoft.com/office/drawing/2014/main" id="{04BC3B37-1CA0-4E4E-79FC-1A2214F29E80}"/>
                </a:ext>
              </a:extLst>
            </p:cNvPr>
            <p:cNvSpPr/>
            <p:nvPr/>
          </p:nvSpPr>
          <p:spPr>
            <a:xfrm>
              <a:off x="6539078" y="3706924"/>
              <a:ext cx="1755686" cy="258649"/>
            </a:xfrm>
            <a:prstGeom prst="rect">
              <a:avLst/>
            </a:prstGeom>
            <a:gradFill>
              <a:gsLst>
                <a:gs pos="100000">
                  <a:schemeClr val="accent3"/>
                </a:gs>
                <a:gs pos="2000">
                  <a:schemeClr val="accent3"/>
                </a:gs>
              </a:gsLst>
              <a:lin ang="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Profit pool</a:t>
              </a:r>
            </a:p>
          </p:txBody>
        </p:sp>
        <p:sp>
          <p:nvSpPr>
            <p:cNvPr id="934" name="Rectangle 933">
              <a:extLst>
                <a:ext uri="{FF2B5EF4-FFF2-40B4-BE49-F238E27FC236}">
                  <a16:creationId xmlns:a16="http://schemas.microsoft.com/office/drawing/2014/main" id="{F8F33F6A-104B-584C-B578-277447B36758}"/>
                </a:ext>
              </a:extLst>
            </p:cNvPr>
            <p:cNvSpPr/>
            <p:nvPr/>
          </p:nvSpPr>
          <p:spPr>
            <a:xfrm>
              <a:off x="8320215" y="3706924"/>
              <a:ext cx="1755686" cy="258649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Long-term incentives</a:t>
              </a:r>
            </a:p>
          </p:txBody>
        </p:sp>
        <p:sp>
          <p:nvSpPr>
            <p:cNvPr id="935" name="Rectangle 934">
              <a:extLst>
                <a:ext uri="{FF2B5EF4-FFF2-40B4-BE49-F238E27FC236}">
                  <a16:creationId xmlns:a16="http://schemas.microsoft.com/office/drawing/2014/main" id="{53E2F69A-3DFD-7242-2C74-781E497D3FAC}"/>
                </a:ext>
              </a:extLst>
            </p:cNvPr>
            <p:cNvSpPr/>
            <p:nvPr/>
          </p:nvSpPr>
          <p:spPr>
            <a:xfrm>
              <a:off x="10101352" y="3706924"/>
              <a:ext cx="1755686" cy="258649"/>
            </a:xfrm>
            <a:prstGeom prst="rect">
              <a:avLst/>
            </a:prstGeom>
            <a:gradFill>
              <a:gsLst>
                <a:gs pos="100000">
                  <a:schemeClr val="accent4"/>
                </a:gs>
                <a:gs pos="3000">
                  <a:schemeClr val="accent4"/>
                </a:gs>
              </a:gsLst>
              <a:lin ang="0" scaled="0"/>
            </a:gra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>
                  <a:solidFill>
                    <a:schemeClr val="tx1"/>
                  </a:solidFill>
                </a:rPr>
                <a:t>MIS/short-term incentive</a:t>
              </a:r>
            </a:p>
          </p:txBody>
        </p:sp>
        <p:sp>
          <p:nvSpPr>
            <p:cNvPr id="936" name="Rectangle 935">
              <a:extLst>
                <a:ext uri="{FF2B5EF4-FFF2-40B4-BE49-F238E27FC236}">
                  <a16:creationId xmlns:a16="http://schemas.microsoft.com/office/drawing/2014/main" id="{C4000D9C-75D8-CFA5-F5AF-B7F42DED4C72}"/>
                </a:ext>
              </a:extLst>
            </p:cNvPr>
            <p:cNvSpPr/>
            <p:nvPr/>
          </p:nvSpPr>
          <p:spPr>
            <a:xfrm>
              <a:off x="3054736" y="4175032"/>
              <a:ext cx="5924058" cy="258649"/>
            </a:xfrm>
            <a:prstGeom prst="rect">
              <a:avLst/>
            </a:prstGeom>
            <a:solidFill>
              <a:schemeClr val="tx2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Learning Management System </a:t>
              </a:r>
            </a:p>
          </p:txBody>
        </p:sp>
        <p:sp>
          <p:nvSpPr>
            <p:cNvPr id="937" name="TextBox 936">
              <a:extLst>
                <a:ext uri="{FF2B5EF4-FFF2-40B4-BE49-F238E27FC236}">
                  <a16:creationId xmlns:a16="http://schemas.microsoft.com/office/drawing/2014/main" id="{08A5BB26-68AA-7B73-1A8D-4252F0A5FD0E}"/>
                </a:ext>
              </a:extLst>
            </p:cNvPr>
            <p:cNvSpPr txBox="1"/>
            <p:nvPr/>
          </p:nvSpPr>
          <p:spPr>
            <a:xfrm>
              <a:off x="9305180" y="4051367"/>
              <a:ext cx="2465580" cy="444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 </a:t>
              </a:r>
            </a:p>
            <a:p>
              <a:r>
                <a:rPr lang="en-GB" sz="1100" b="1" noProof="0" dirty="0"/>
                <a:t>September 2025</a:t>
              </a:r>
            </a:p>
          </p:txBody>
        </p:sp>
        <p:sp>
          <p:nvSpPr>
            <p:cNvPr id="938" name="Rectangle 937">
              <a:extLst>
                <a:ext uri="{FF2B5EF4-FFF2-40B4-BE49-F238E27FC236}">
                  <a16:creationId xmlns:a16="http://schemas.microsoft.com/office/drawing/2014/main" id="{F396B23D-EDA6-4663-964C-41CD36589A24}"/>
                </a:ext>
              </a:extLst>
            </p:cNvPr>
            <p:cNvSpPr/>
            <p:nvPr/>
          </p:nvSpPr>
          <p:spPr>
            <a:xfrm>
              <a:off x="8320213" y="4537811"/>
              <a:ext cx="2664000" cy="258650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/>
                <a:t>Long-term incentives</a:t>
              </a:r>
            </a:p>
          </p:txBody>
        </p:sp>
        <p:sp>
          <p:nvSpPr>
            <p:cNvPr id="939" name="TextBox 938">
              <a:extLst>
                <a:ext uri="{FF2B5EF4-FFF2-40B4-BE49-F238E27FC236}">
                  <a16:creationId xmlns:a16="http://schemas.microsoft.com/office/drawing/2014/main" id="{331B568A-81E8-EFB9-8ED1-10925CF8B9CF}"/>
                </a:ext>
              </a:extLst>
            </p:cNvPr>
            <p:cNvSpPr txBox="1"/>
            <p:nvPr/>
          </p:nvSpPr>
          <p:spPr>
            <a:xfrm>
              <a:off x="9305180" y="4833661"/>
              <a:ext cx="2465580" cy="4444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sz="1100" b="1" noProof="0" dirty="0"/>
                <a:t>Go Live  </a:t>
              </a:r>
            </a:p>
            <a:p>
              <a:r>
                <a:rPr lang="en-GB" sz="1100" b="1" noProof="0" dirty="0"/>
                <a:t>September 2025</a:t>
              </a:r>
            </a:p>
          </p:txBody>
        </p:sp>
        <p:sp>
          <p:nvSpPr>
            <p:cNvPr id="940" name="Rectangle 939">
              <a:extLst>
                <a:ext uri="{FF2B5EF4-FFF2-40B4-BE49-F238E27FC236}">
                  <a16:creationId xmlns:a16="http://schemas.microsoft.com/office/drawing/2014/main" id="{98187AE1-D402-3D48-E8DF-BB4B885488F5}"/>
                </a:ext>
              </a:extLst>
            </p:cNvPr>
            <p:cNvSpPr/>
            <p:nvPr/>
          </p:nvSpPr>
          <p:spPr>
            <a:xfrm>
              <a:off x="6534058" y="4898514"/>
              <a:ext cx="2444734" cy="298815"/>
            </a:xfrm>
            <a:prstGeom prst="rect">
              <a:avLst/>
            </a:prstGeom>
            <a:solidFill>
              <a:schemeClr val="accent3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GB" sz="900" b="1" noProof="0" dirty="0" err="1"/>
                <a:t>DocuSign</a:t>
              </a:r>
              <a:endParaRPr lang="en-GB" sz="900" b="1" noProof="0" dirty="0"/>
            </a:p>
          </p:txBody>
        </p:sp>
        <p:sp>
          <p:nvSpPr>
            <p:cNvPr id="941" name="Rectangle 940">
              <a:extLst>
                <a:ext uri="{FF2B5EF4-FFF2-40B4-BE49-F238E27FC236}">
                  <a16:creationId xmlns:a16="http://schemas.microsoft.com/office/drawing/2014/main" id="{C5E6DE79-1953-7106-7E8D-4BB8EA043CC5}"/>
                </a:ext>
              </a:extLst>
            </p:cNvPr>
            <p:cNvSpPr/>
            <p:nvPr/>
          </p:nvSpPr>
          <p:spPr>
            <a:xfrm>
              <a:off x="233913" y="3719245"/>
              <a:ext cx="954493" cy="53969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GB" sz="1400" b="1" noProof="0" dirty="0"/>
                <a:t>New Projects</a:t>
              </a:r>
            </a:p>
          </p:txBody>
        </p:sp>
        <p:cxnSp>
          <p:nvCxnSpPr>
            <p:cNvPr id="942" name="Straight Connector 941">
              <a:extLst>
                <a:ext uri="{FF2B5EF4-FFF2-40B4-BE49-F238E27FC236}">
                  <a16:creationId xmlns:a16="http://schemas.microsoft.com/office/drawing/2014/main" id="{177B62C7-8037-1B9B-5031-F0A34A356236}"/>
                </a:ext>
              </a:extLst>
            </p:cNvPr>
            <p:cNvCxnSpPr/>
            <p:nvPr/>
          </p:nvCxnSpPr>
          <p:spPr>
            <a:xfrm>
              <a:off x="322262" y="3539479"/>
              <a:ext cx="11534776" cy="0"/>
            </a:xfrm>
            <a:prstGeom prst="line">
              <a:avLst/>
            </a:prstGeom>
            <a:ln w="19050" cap="rnd">
              <a:solidFill>
                <a:schemeClr val="bg1">
                  <a:lumMod val="75000"/>
                </a:schemeClr>
              </a:solidFill>
              <a:prstDash val="sysDot"/>
              <a:round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43" name="Graphic 24">
              <a:extLst>
                <a:ext uri="{FF2B5EF4-FFF2-40B4-BE49-F238E27FC236}">
                  <a16:creationId xmlns:a16="http://schemas.microsoft.com/office/drawing/2014/main" id="{B03D2BA6-6E3A-BE92-AE5D-9A65CBFCE488}"/>
                </a:ext>
              </a:extLst>
            </p:cNvPr>
            <p:cNvGrpSpPr/>
            <p:nvPr/>
          </p:nvGrpSpPr>
          <p:grpSpPr>
            <a:xfrm>
              <a:off x="8959113" y="4052245"/>
              <a:ext cx="488012" cy="488012"/>
              <a:chOff x="7274512" y="4607512"/>
              <a:chExt cx="942975" cy="942975"/>
            </a:xfrm>
          </p:grpSpPr>
          <p:sp>
            <p:nvSpPr>
              <p:cNvPr id="949" name="Freeform: Shape 948">
                <a:extLst>
                  <a:ext uri="{FF2B5EF4-FFF2-40B4-BE49-F238E27FC236}">
                    <a16:creationId xmlns:a16="http://schemas.microsoft.com/office/drawing/2014/main" id="{B529131C-AE65-4985-D6E7-3D95C5F3451A}"/>
                  </a:ext>
                </a:extLst>
              </p:cNvPr>
              <p:cNvSpPr/>
              <p:nvPr/>
            </p:nvSpPr>
            <p:spPr>
              <a:xfrm>
                <a:off x="7422445" y="4835068"/>
                <a:ext cx="476250" cy="485775"/>
              </a:xfrm>
              <a:custGeom>
                <a:avLst/>
                <a:gdLst>
                  <a:gd name="connsiteX0" fmla="*/ 471192 w 476250"/>
                  <a:gd name="connsiteY0" fmla="*/ 289461 h 485775"/>
                  <a:gd name="connsiteX1" fmla="*/ 200402 w 476250"/>
                  <a:gd name="connsiteY1" fmla="*/ 471192 h 485775"/>
                  <a:gd name="connsiteX2" fmla="*/ 18671 w 476250"/>
                  <a:gd name="connsiteY2" fmla="*/ 200402 h 485775"/>
                  <a:gd name="connsiteX3" fmla="*/ 289461 w 476250"/>
                  <a:gd name="connsiteY3" fmla="*/ 18671 h 485775"/>
                  <a:gd name="connsiteX4" fmla="*/ 471192 w 476250"/>
                  <a:gd name="connsiteY4" fmla="*/ 200402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85775">
                    <a:moveTo>
                      <a:pt x="471192" y="289461"/>
                    </a:moveTo>
                    <a:cubicBezTo>
                      <a:pt x="446599" y="414421"/>
                      <a:pt x="325362" y="495784"/>
                      <a:pt x="200402" y="471192"/>
                    </a:cubicBezTo>
                    <a:cubicBezTo>
                      <a:pt x="75442" y="446599"/>
                      <a:pt x="-5921" y="325362"/>
                      <a:pt x="18671" y="200402"/>
                    </a:cubicBezTo>
                    <a:cubicBezTo>
                      <a:pt x="43264" y="75442"/>
                      <a:pt x="164501" y="-5921"/>
                      <a:pt x="289461" y="18671"/>
                    </a:cubicBezTo>
                    <a:cubicBezTo>
                      <a:pt x="381308" y="36748"/>
                      <a:pt x="453115" y="108554"/>
                      <a:pt x="471192" y="200402"/>
                    </a:cubicBezTo>
                  </a:path>
                </a:pathLst>
              </a:custGeom>
              <a:noFill/>
              <a:ln w="19050" cap="rnd">
                <a:solidFill>
                  <a:schemeClr val="accent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50" name="Freeform: Shape 949">
                <a:extLst>
                  <a:ext uri="{FF2B5EF4-FFF2-40B4-BE49-F238E27FC236}">
                    <a16:creationId xmlns:a16="http://schemas.microsoft.com/office/drawing/2014/main" id="{6917D789-C55C-3752-94E4-C6BC055C9679}"/>
                  </a:ext>
                </a:extLst>
              </p:cNvPr>
              <p:cNvSpPr/>
              <p:nvPr/>
            </p:nvSpPr>
            <p:spPr>
              <a:xfrm>
                <a:off x="7954597" y="4990608"/>
                <a:ext cx="114300" cy="171450"/>
              </a:xfrm>
              <a:custGeom>
                <a:avLst/>
                <a:gdLst>
                  <a:gd name="connsiteX0" fmla="*/ 14288 w 114300"/>
                  <a:gd name="connsiteY0" fmla="*/ 14288 h 171450"/>
                  <a:gd name="connsiteX1" fmla="*/ 102870 w 114300"/>
                  <a:gd name="connsiteY1" fmla="*/ 89821 h 171450"/>
                  <a:gd name="connsiteX2" fmla="*/ 14288 w 114300"/>
                  <a:gd name="connsiteY2" fmla="*/ 164497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171450">
                    <a:moveTo>
                      <a:pt x="14288" y="14288"/>
                    </a:moveTo>
                    <a:lnTo>
                      <a:pt x="102870" y="89821"/>
                    </a:lnTo>
                    <a:lnTo>
                      <a:pt x="14288" y="164497"/>
                    </a:lnTo>
                  </a:path>
                </a:pathLst>
              </a:custGeom>
              <a:noFill/>
              <a:ln w="19050" cap="rnd">
                <a:solidFill>
                  <a:schemeClr val="accent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51" name="Freeform: Shape 950">
                <a:extLst>
                  <a:ext uri="{FF2B5EF4-FFF2-40B4-BE49-F238E27FC236}">
                    <a16:creationId xmlns:a16="http://schemas.microsoft.com/office/drawing/2014/main" id="{5B8BC3B3-0251-9EBD-8DA9-F58BE27E90C3}"/>
                  </a:ext>
                </a:extLst>
              </p:cNvPr>
              <p:cNvSpPr/>
              <p:nvPr/>
            </p:nvSpPr>
            <p:spPr>
              <a:xfrm>
                <a:off x="7651797" y="5066141"/>
                <a:ext cx="28575" cy="28575"/>
              </a:xfrm>
              <a:custGeom>
                <a:avLst/>
                <a:gdLst>
                  <a:gd name="connsiteX0" fmla="*/ 14288 w 28575"/>
                  <a:gd name="connsiteY0" fmla="*/ 14288 h 28575"/>
                  <a:gd name="connsiteX1" fmla="*/ 14288 w 28575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28575">
                    <a:moveTo>
                      <a:pt x="14288" y="14288"/>
                    </a:moveTo>
                    <a:lnTo>
                      <a:pt x="14288" y="14288"/>
                    </a:lnTo>
                  </a:path>
                </a:pathLst>
              </a:custGeom>
              <a:ln w="19050" cap="rnd">
                <a:solidFill>
                  <a:schemeClr val="accent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52" name="Freeform: Shape 951">
                <a:extLst>
                  <a:ext uri="{FF2B5EF4-FFF2-40B4-BE49-F238E27FC236}">
                    <a16:creationId xmlns:a16="http://schemas.microsoft.com/office/drawing/2014/main" id="{21C7F4C4-F5D7-ED6C-89F1-A53E7766C831}"/>
                  </a:ext>
                </a:extLst>
              </p:cNvPr>
              <p:cNvSpPr/>
              <p:nvPr/>
            </p:nvSpPr>
            <p:spPr>
              <a:xfrm>
                <a:off x="7705137" y="5066141"/>
                <a:ext cx="361950" cy="28575"/>
              </a:xfrm>
              <a:custGeom>
                <a:avLst/>
                <a:gdLst>
                  <a:gd name="connsiteX0" fmla="*/ 352330 w 361950"/>
                  <a:gd name="connsiteY0" fmla="*/ 14288 h 28575"/>
                  <a:gd name="connsiteX1" fmla="*/ 14287 w 361950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1950" h="28575">
                    <a:moveTo>
                      <a:pt x="352330" y="14288"/>
                    </a:moveTo>
                    <a:lnTo>
                      <a:pt x="14287" y="14288"/>
                    </a:lnTo>
                  </a:path>
                </a:pathLst>
              </a:custGeom>
              <a:ln w="19050" cap="rnd">
                <a:solidFill>
                  <a:schemeClr val="accent3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  <p:grpSp>
          <p:nvGrpSpPr>
            <p:cNvPr id="944" name="Graphic 24">
              <a:extLst>
                <a:ext uri="{FF2B5EF4-FFF2-40B4-BE49-F238E27FC236}">
                  <a16:creationId xmlns:a16="http://schemas.microsoft.com/office/drawing/2014/main" id="{330F4408-D634-C7F3-0EB9-9A8CE3ED380D}"/>
                </a:ext>
              </a:extLst>
            </p:cNvPr>
            <p:cNvGrpSpPr/>
            <p:nvPr/>
          </p:nvGrpSpPr>
          <p:grpSpPr>
            <a:xfrm>
              <a:off x="10941358" y="4427944"/>
              <a:ext cx="488012" cy="488012"/>
              <a:chOff x="7274512" y="4607512"/>
              <a:chExt cx="942975" cy="942975"/>
            </a:xfrm>
          </p:grpSpPr>
          <p:sp>
            <p:nvSpPr>
              <p:cNvPr id="945" name="Freeform: Shape 944">
                <a:extLst>
                  <a:ext uri="{FF2B5EF4-FFF2-40B4-BE49-F238E27FC236}">
                    <a16:creationId xmlns:a16="http://schemas.microsoft.com/office/drawing/2014/main" id="{BD4E9C4F-8348-3930-9FD3-A62B3499C087}"/>
                  </a:ext>
                </a:extLst>
              </p:cNvPr>
              <p:cNvSpPr/>
              <p:nvPr/>
            </p:nvSpPr>
            <p:spPr>
              <a:xfrm>
                <a:off x="7422445" y="4835068"/>
                <a:ext cx="476250" cy="485775"/>
              </a:xfrm>
              <a:custGeom>
                <a:avLst/>
                <a:gdLst>
                  <a:gd name="connsiteX0" fmla="*/ 471192 w 476250"/>
                  <a:gd name="connsiteY0" fmla="*/ 289461 h 485775"/>
                  <a:gd name="connsiteX1" fmla="*/ 200402 w 476250"/>
                  <a:gd name="connsiteY1" fmla="*/ 471192 h 485775"/>
                  <a:gd name="connsiteX2" fmla="*/ 18671 w 476250"/>
                  <a:gd name="connsiteY2" fmla="*/ 200402 h 485775"/>
                  <a:gd name="connsiteX3" fmla="*/ 289461 w 476250"/>
                  <a:gd name="connsiteY3" fmla="*/ 18671 h 485775"/>
                  <a:gd name="connsiteX4" fmla="*/ 471192 w 476250"/>
                  <a:gd name="connsiteY4" fmla="*/ 200402 h 4857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476250" h="485775">
                    <a:moveTo>
                      <a:pt x="471192" y="289461"/>
                    </a:moveTo>
                    <a:cubicBezTo>
                      <a:pt x="446599" y="414421"/>
                      <a:pt x="325362" y="495784"/>
                      <a:pt x="200402" y="471192"/>
                    </a:cubicBezTo>
                    <a:cubicBezTo>
                      <a:pt x="75442" y="446599"/>
                      <a:pt x="-5921" y="325362"/>
                      <a:pt x="18671" y="200402"/>
                    </a:cubicBezTo>
                    <a:cubicBezTo>
                      <a:pt x="43264" y="75442"/>
                      <a:pt x="164501" y="-5921"/>
                      <a:pt x="289461" y="18671"/>
                    </a:cubicBezTo>
                    <a:cubicBezTo>
                      <a:pt x="381308" y="36748"/>
                      <a:pt x="453115" y="108554"/>
                      <a:pt x="471192" y="200402"/>
                    </a:cubicBez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46" name="Freeform: Shape 945">
                <a:extLst>
                  <a:ext uri="{FF2B5EF4-FFF2-40B4-BE49-F238E27FC236}">
                    <a16:creationId xmlns:a16="http://schemas.microsoft.com/office/drawing/2014/main" id="{472D645F-B4D3-2213-9B21-47C0D7996CD0}"/>
                  </a:ext>
                </a:extLst>
              </p:cNvPr>
              <p:cNvSpPr/>
              <p:nvPr/>
            </p:nvSpPr>
            <p:spPr>
              <a:xfrm>
                <a:off x="7954597" y="4990608"/>
                <a:ext cx="114300" cy="171450"/>
              </a:xfrm>
              <a:custGeom>
                <a:avLst/>
                <a:gdLst>
                  <a:gd name="connsiteX0" fmla="*/ 14288 w 114300"/>
                  <a:gd name="connsiteY0" fmla="*/ 14288 h 171450"/>
                  <a:gd name="connsiteX1" fmla="*/ 102870 w 114300"/>
                  <a:gd name="connsiteY1" fmla="*/ 89821 h 171450"/>
                  <a:gd name="connsiteX2" fmla="*/ 14288 w 114300"/>
                  <a:gd name="connsiteY2" fmla="*/ 164497 h 17145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114300" h="171450">
                    <a:moveTo>
                      <a:pt x="14288" y="14288"/>
                    </a:moveTo>
                    <a:lnTo>
                      <a:pt x="102870" y="89821"/>
                    </a:lnTo>
                    <a:lnTo>
                      <a:pt x="14288" y="164497"/>
                    </a:lnTo>
                  </a:path>
                </a:pathLst>
              </a:custGeom>
              <a:noFill/>
              <a:ln w="19050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47" name="Freeform: Shape 946">
                <a:extLst>
                  <a:ext uri="{FF2B5EF4-FFF2-40B4-BE49-F238E27FC236}">
                    <a16:creationId xmlns:a16="http://schemas.microsoft.com/office/drawing/2014/main" id="{51C9E985-35C5-CCC3-42C3-5B32F64EFF4A}"/>
                  </a:ext>
                </a:extLst>
              </p:cNvPr>
              <p:cNvSpPr/>
              <p:nvPr/>
            </p:nvSpPr>
            <p:spPr>
              <a:xfrm>
                <a:off x="7651797" y="5066141"/>
                <a:ext cx="28575" cy="28575"/>
              </a:xfrm>
              <a:custGeom>
                <a:avLst/>
                <a:gdLst>
                  <a:gd name="connsiteX0" fmla="*/ 14288 w 28575"/>
                  <a:gd name="connsiteY0" fmla="*/ 14288 h 28575"/>
                  <a:gd name="connsiteX1" fmla="*/ 14288 w 28575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28575" h="28575">
                    <a:moveTo>
                      <a:pt x="14288" y="14288"/>
                    </a:moveTo>
                    <a:lnTo>
                      <a:pt x="14288" y="14288"/>
                    </a:lnTo>
                  </a:path>
                </a:pathLst>
              </a:custGeom>
              <a:ln w="19050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  <p:sp>
            <p:nvSpPr>
              <p:cNvPr id="948" name="Freeform: Shape 947">
                <a:extLst>
                  <a:ext uri="{FF2B5EF4-FFF2-40B4-BE49-F238E27FC236}">
                    <a16:creationId xmlns:a16="http://schemas.microsoft.com/office/drawing/2014/main" id="{EB8356A6-DBE2-437F-34EE-FEA3A8A77529}"/>
                  </a:ext>
                </a:extLst>
              </p:cNvPr>
              <p:cNvSpPr/>
              <p:nvPr/>
            </p:nvSpPr>
            <p:spPr>
              <a:xfrm>
                <a:off x="7705137" y="5066141"/>
                <a:ext cx="361950" cy="28575"/>
              </a:xfrm>
              <a:custGeom>
                <a:avLst/>
                <a:gdLst>
                  <a:gd name="connsiteX0" fmla="*/ 352330 w 361950"/>
                  <a:gd name="connsiteY0" fmla="*/ 14288 h 28575"/>
                  <a:gd name="connsiteX1" fmla="*/ 14287 w 361950"/>
                  <a:gd name="connsiteY1" fmla="*/ 14288 h 2857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</a:cxnLst>
                <a:rect l="l" t="t" r="r" b="b"/>
                <a:pathLst>
                  <a:path w="361950" h="28575">
                    <a:moveTo>
                      <a:pt x="352330" y="14288"/>
                    </a:moveTo>
                    <a:lnTo>
                      <a:pt x="14287" y="14288"/>
                    </a:lnTo>
                  </a:path>
                </a:pathLst>
              </a:custGeom>
              <a:ln w="19050" cap="rnd">
                <a:solidFill>
                  <a:schemeClr val="accent4"/>
                </a:solidFill>
                <a:prstDash val="solid"/>
                <a:round/>
              </a:ln>
            </p:spPr>
            <p:txBody>
              <a:bodyPr rtlCol="0" anchor="ctr"/>
              <a:lstStyle/>
              <a:p>
                <a:endParaRPr lang="en-GB" noProof="0" dirty="0"/>
              </a:p>
            </p:txBody>
          </p:sp>
        </p:grpSp>
      </p:grpSp>
      <p:pic>
        <p:nvPicPr>
          <p:cNvPr id="953" name="Graphic 952">
            <a:extLst>
              <a:ext uri="{FF2B5EF4-FFF2-40B4-BE49-F238E27FC236}">
                <a16:creationId xmlns:a16="http://schemas.microsoft.com/office/drawing/2014/main" id="{EE2751AE-3838-456D-354D-98FA1687B6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660246" y="1299235"/>
            <a:ext cx="580572" cy="580572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C1AF088-0D1F-0074-B68B-F76E2A4432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47CEB00-A3AF-99B7-13E1-3F25E5EB29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4327914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6D98CC-9819-E160-15D5-244ADF596B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Adjustable map of Europe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CA3119-F831-D383-98EB-A4B7C520E8D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5938" y="847388"/>
            <a:ext cx="6933552" cy="509071"/>
          </a:xfrm>
        </p:spPr>
        <p:txBody>
          <a:bodyPr/>
          <a:lstStyle/>
          <a:p>
            <a:r>
              <a:rPr lang="en-GB" noProof="0" dirty="0"/>
              <a:t>Ready for 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38D859-A2DB-195A-CBC5-7E61C3A6A1AA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938" y="1798204"/>
            <a:ext cx="3355975" cy="4068316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Click on the individual countries to change the colour. </a:t>
            </a:r>
          </a:p>
          <a:p>
            <a:pPr marL="0" indent="0">
              <a:buNone/>
            </a:pPr>
            <a:r>
              <a:rPr lang="en-GB" noProof="0" dirty="0"/>
              <a:t>You can drag, delete or copy one or multiple pins according to your content and message.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522A6-37FB-9437-C804-2DBFA7A1F4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sp>
        <p:nvSpPr>
          <p:cNvPr id="6" name="Freeform: Shape 411">
            <a:extLst>
              <a:ext uri="{FF2B5EF4-FFF2-40B4-BE49-F238E27FC236}">
                <a16:creationId xmlns:a16="http://schemas.microsoft.com/office/drawing/2014/main" id="{07EF33D0-DE58-1485-420F-CC972836248C}"/>
              </a:ext>
            </a:extLst>
          </p:cNvPr>
          <p:cNvSpPr/>
          <p:nvPr/>
        </p:nvSpPr>
        <p:spPr>
          <a:xfrm rot="16273416">
            <a:off x="9393781" y="6294065"/>
            <a:ext cx="17370" cy="17370"/>
          </a:xfrm>
          <a:custGeom>
            <a:avLst/>
            <a:gdLst>
              <a:gd name="connsiteX0" fmla="*/ 0 w 9112"/>
              <a:gd name="connsiteY0" fmla="*/ 0 h 9112"/>
              <a:gd name="connsiteX1" fmla="*/ 9112 w 9112"/>
              <a:gd name="connsiteY1" fmla="*/ 0 h 9112"/>
              <a:gd name="connsiteX2" fmla="*/ 9112 w 9112"/>
              <a:gd name="connsiteY2" fmla="*/ 9112 h 9112"/>
              <a:gd name="connsiteX3" fmla="*/ 0 w 9112"/>
              <a:gd name="connsiteY3" fmla="*/ 9112 h 91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112" h="9112">
                <a:moveTo>
                  <a:pt x="0" y="0"/>
                </a:moveTo>
                <a:lnTo>
                  <a:pt x="9112" y="0"/>
                </a:lnTo>
                <a:lnTo>
                  <a:pt x="9112" y="9112"/>
                </a:lnTo>
                <a:lnTo>
                  <a:pt x="0" y="9112"/>
                </a:lnTo>
                <a:close/>
              </a:path>
            </a:pathLst>
          </a:custGeom>
          <a:solidFill>
            <a:schemeClr val="accent3"/>
          </a:solidFill>
          <a:ln w="2167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1200" cap="none" spc="0" normalizeH="0" baseline="0" noProof="0" dirty="0">
              <a:ln>
                <a:noFill/>
              </a:ln>
              <a:solidFill>
                <a:srgbClr val="303641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D7F1CAE-896B-3D38-AA7B-4ADEF77DE7A0}"/>
              </a:ext>
            </a:extLst>
          </p:cNvPr>
          <p:cNvSpPr/>
          <p:nvPr/>
        </p:nvSpPr>
        <p:spPr>
          <a:xfrm>
            <a:off x="10316015" y="2194975"/>
            <a:ext cx="168562" cy="168562"/>
          </a:xfrm>
          <a:prstGeom prst="ellipse">
            <a:avLst/>
          </a:prstGeom>
          <a:solidFill>
            <a:srgbClr val="438AB5"/>
          </a:solidFill>
          <a:ln w="2167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30364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C87855C-0646-1099-C5CB-1FB6B56E0E6D}"/>
              </a:ext>
            </a:extLst>
          </p:cNvPr>
          <p:cNvSpPr txBox="1"/>
          <p:nvPr/>
        </p:nvSpPr>
        <p:spPr>
          <a:xfrm>
            <a:off x="10480698" y="2193194"/>
            <a:ext cx="10618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noProof="0" dirty="0"/>
              <a:t>Fill data here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862025E-4CB3-6B6C-E0DD-0D0BBF3790D7}"/>
              </a:ext>
            </a:extLst>
          </p:cNvPr>
          <p:cNvSpPr txBox="1"/>
          <p:nvPr/>
        </p:nvSpPr>
        <p:spPr>
          <a:xfrm>
            <a:off x="10449945" y="1879918"/>
            <a:ext cx="153349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b="1" noProof="0" dirty="0"/>
              <a:t>Fill data here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75242FA-8993-282A-3955-7767664F168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8490" y="1843679"/>
            <a:ext cx="270080" cy="34951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065040F2-89B6-9CA8-D3C2-7480C4BC1E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793" y="1843679"/>
            <a:ext cx="270080" cy="349515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CBCF8484-5CE1-885B-1E97-C1AFA29BD9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096" y="1843679"/>
            <a:ext cx="270080" cy="349515"/>
          </a:xfrm>
          <a:prstGeom prst="rect">
            <a:avLst/>
          </a:prstGeom>
        </p:spPr>
      </p:pic>
      <p:pic>
        <p:nvPicPr>
          <p:cNvPr id="18" name="Graphic 17">
            <a:extLst>
              <a:ext uri="{FF2B5EF4-FFF2-40B4-BE49-F238E27FC236}">
                <a16:creationId xmlns:a16="http://schemas.microsoft.com/office/drawing/2014/main" id="{47220526-4CDF-3D9B-A754-94120224CA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78490" y="2344136"/>
            <a:ext cx="270080" cy="349515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65028D39-D118-85F6-B803-2EEC76680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5793" y="2344136"/>
            <a:ext cx="270080" cy="349515"/>
          </a:xfrm>
          <a:prstGeom prst="rect">
            <a:avLst/>
          </a:prstGeom>
        </p:spPr>
      </p:pic>
      <p:pic>
        <p:nvPicPr>
          <p:cNvPr id="20" name="Graphic 19">
            <a:extLst>
              <a:ext uri="{FF2B5EF4-FFF2-40B4-BE49-F238E27FC236}">
                <a16:creationId xmlns:a16="http://schemas.microsoft.com/office/drawing/2014/main" id="{3B0059A3-E6DC-9460-CC08-A4FD1ABC86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73096" y="2344136"/>
            <a:ext cx="270080" cy="349515"/>
          </a:xfrm>
          <a:prstGeom prst="rect">
            <a:avLst/>
          </a:prstGeom>
        </p:spPr>
      </p:pic>
      <p:sp>
        <p:nvSpPr>
          <p:cNvPr id="26" name="Freeform: Shape 53">
            <a:extLst>
              <a:ext uri="{FF2B5EF4-FFF2-40B4-BE49-F238E27FC236}">
                <a16:creationId xmlns:a16="http://schemas.microsoft.com/office/drawing/2014/main" id="{8EE6C81B-A8A3-5A84-489D-D174F93F4678}"/>
              </a:ext>
            </a:extLst>
          </p:cNvPr>
          <p:cNvSpPr/>
          <p:nvPr/>
        </p:nvSpPr>
        <p:spPr>
          <a:xfrm>
            <a:off x="8689281" y="3512743"/>
            <a:ext cx="369929" cy="349824"/>
          </a:xfrm>
          <a:custGeom>
            <a:avLst/>
            <a:gdLst>
              <a:gd name="connsiteX0" fmla="*/ 0 w 369929"/>
              <a:gd name="connsiteY0" fmla="*/ 210639 h 349824"/>
              <a:gd name="connsiteX1" fmla="*/ 30395 w 369929"/>
              <a:gd name="connsiteY1" fmla="*/ 139116 h 349824"/>
              <a:gd name="connsiteX2" fmla="*/ 121696 w 369929"/>
              <a:gd name="connsiteY2" fmla="*/ 34338 h 349824"/>
              <a:gd name="connsiteX3" fmla="*/ 282771 w 369929"/>
              <a:gd name="connsiteY3" fmla="*/ 25821 h 349824"/>
              <a:gd name="connsiteX4" fmla="*/ 364854 w 369929"/>
              <a:gd name="connsiteY4" fmla="*/ 112104 h 349824"/>
              <a:gd name="connsiteX5" fmla="*/ 369930 w 369929"/>
              <a:gd name="connsiteY5" fmla="*/ 213790 h 349824"/>
              <a:gd name="connsiteX6" fmla="*/ 344610 w 369929"/>
              <a:gd name="connsiteY6" fmla="*/ 289864 h 349824"/>
              <a:gd name="connsiteX7" fmla="*/ 162183 w 369929"/>
              <a:gd name="connsiteY7" fmla="*/ 349662 h 349824"/>
              <a:gd name="connsiteX8" fmla="*/ 42588 w 369929"/>
              <a:gd name="connsiteY8" fmla="*/ 341553 h 349824"/>
              <a:gd name="connsiteX9" fmla="*/ 0 w 369929"/>
              <a:gd name="connsiteY9" fmla="*/ 266704 h 349824"/>
              <a:gd name="connsiteX10" fmla="*/ 0 w 369929"/>
              <a:gd name="connsiteY10" fmla="*/ 210581 h 3498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369929" h="349824">
                <a:moveTo>
                  <a:pt x="0" y="210639"/>
                </a:moveTo>
                <a:cubicBezTo>
                  <a:pt x="0" y="210639"/>
                  <a:pt x="34479" y="196113"/>
                  <a:pt x="30395" y="139116"/>
                </a:cubicBezTo>
                <a:cubicBezTo>
                  <a:pt x="65340" y="135324"/>
                  <a:pt x="105011" y="149383"/>
                  <a:pt x="121696" y="34338"/>
                </a:cubicBezTo>
                <a:cubicBezTo>
                  <a:pt x="217956" y="-37594"/>
                  <a:pt x="282771" y="25821"/>
                  <a:pt x="282771" y="25821"/>
                </a:cubicBezTo>
                <a:lnTo>
                  <a:pt x="364854" y="112104"/>
                </a:lnTo>
                <a:lnTo>
                  <a:pt x="369930" y="213790"/>
                </a:lnTo>
                <a:lnTo>
                  <a:pt x="344610" y="289864"/>
                </a:lnTo>
                <a:cubicBezTo>
                  <a:pt x="344610" y="289864"/>
                  <a:pt x="167726" y="348145"/>
                  <a:pt x="162183" y="349662"/>
                </a:cubicBezTo>
                <a:cubicBezTo>
                  <a:pt x="156641" y="351179"/>
                  <a:pt x="42588" y="341553"/>
                  <a:pt x="42588" y="341553"/>
                </a:cubicBezTo>
                <a:lnTo>
                  <a:pt x="0" y="266704"/>
                </a:lnTo>
                <a:lnTo>
                  <a:pt x="0" y="210581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27" name="Freeform: Shape 54">
            <a:extLst>
              <a:ext uri="{FF2B5EF4-FFF2-40B4-BE49-F238E27FC236}">
                <a16:creationId xmlns:a16="http://schemas.microsoft.com/office/drawing/2014/main" id="{0D908A02-7C80-4BC4-F06F-0E4F69B475DD}"/>
              </a:ext>
            </a:extLst>
          </p:cNvPr>
          <p:cNvSpPr/>
          <p:nvPr/>
        </p:nvSpPr>
        <p:spPr>
          <a:xfrm>
            <a:off x="8696224" y="4838363"/>
            <a:ext cx="414675" cy="548914"/>
          </a:xfrm>
          <a:custGeom>
            <a:avLst/>
            <a:gdLst>
              <a:gd name="connsiteX0" fmla="*/ 0 w 414675"/>
              <a:gd name="connsiteY0" fmla="*/ 55364 h 548914"/>
              <a:gd name="connsiteX1" fmla="*/ 14235 w 414675"/>
              <a:gd name="connsiteY1" fmla="*/ 39613 h 548914"/>
              <a:gd name="connsiteX2" fmla="*/ 37512 w 414675"/>
              <a:gd name="connsiteY2" fmla="*/ 27653 h 548914"/>
              <a:gd name="connsiteX3" fmla="*/ 54839 w 414675"/>
              <a:gd name="connsiteY3" fmla="*/ 30162 h 548914"/>
              <a:gd name="connsiteX4" fmla="*/ 60731 w 414675"/>
              <a:gd name="connsiteY4" fmla="*/ 20419 h 548914"/>
              <a:gd name="connsiteX5" fmla="*/ 85117 w 414675"/>
              <a:gd name="connsiteY5" fmla="*/ 0 h 548914"/>
              <a:gd name="connsiteX6" fmla="*/ 100635 w 414675"/>
              <a:gd name="connsiteY6" fmla="*/ 5192 h 548914"/>
              <a:gd name="connsiteX7" fmla="*/ 121988 w 414675"/>
              <a:gd name="connsiteY7" fmla="*/ 10035 h 548914"/>
              <a:gd name="connsiteX8" fmla="*/ 155124 w 414675"/>
              <a:gd name="connsiteY8" fmla="*/ 21527 h 548914"/>
              <a:gd name="connsiteX9" fmla="*/ 161367 w 414675"/>
              <a:gd name="connsiteY9" fmla="*/ 34304 h 548914"/>
              <a:gd name="connsiteX10" fmla="*/ 194212 w 414675"/>
              <a:gd name="connsiteY10" fmla="*/ 73099 h 548914"/>
              <a:gd name="connsiteX11" fmla="*/ 200687 w 414675"/>
              <a:gd name="connsiteY11" fmla="*/ 91184 h 548914"/>
              <a:gd name="connsiteX12" fmla="*/ 227348 w 414675"/>
              <a:gd name="connsiteY12" fmla="*/ 105069 h 548914"/>
              <a:gd name="connsiteX13" fmla="*/ 254243 w 414675"/>
              <a:gd name="connsiteY13" fmla="*/ 125371 h 548914"/>
              <a:gd name="connsiteX14" fmla="*/ 242400 w 414675"/>
              <a:gd name="connsiteY14" fmla="*/ 151041 h 548914"/>
              <a:gd name="connsiteX15" fmla="*/ 246484 w 414675"/>
              <a:gd name="connsiteY15" fmla="*/ 161542 h 548914"/>
              <a:gd name="connsiteX16" fmla="*/ 280145 w 414675"/>
              <a:gd name="connsiteY16" fmla="*/ 172801 h 548914"/>
              <a:gd name="connsiteX17" fmla="*/ 289713 w 414675"/>
              <a:gd name="connsiteY17" fmla="*/ 189661 h 548914"/>
              <a:gd name="connsiteX18" fmla="*/ 311007 w 414675"/>
              <a:gd name="connsiteY18" fmla="*/ 180910 h 548914"/>
              <a:gd name="connsiteX19" fmla="*/ 327167 w 414675"/>
              <a:gd name="connsiteY19" fmla="*/ 195378 h 548914"/>
              <a:gd name="connsiteX20" fmla="*/ 344085 w 414675"/>
              <a:gd name="connsiteY20" fmla="*/ 172801 h 548914"/>
              <a:gd name="connsiteX21" fmla="*/ 379439 w 414675"/>
              <a:gd name="connsiteY21" fmla="*/ 180035 h 548914"/>
              <a:gd name="connsiteX22" fmla="*/ 362520 w 414675"/>
              <a:gd name="connsiteY22" fmla="*/ 199054 h 548914"/>
              <a:gd name="connsiteX23" fmla="*/ 365496 w 414675"/>
              <a:gd name="connsiteY23" fmla="*/ 214689 h 548914"/>
              <a:gd name="connsiteX24" fmla="*/ 377164 w 414675"/>
              <a:gd name="connsiteY24" fmla="*/ 255760 h 548914"/>
              <a:gd name="connsiteX25" fmla="*/ 360887 w 414675"/>
              <a:gd name="connsiteY25" fmla="*/ 271862 h 548914"/>
              <a:gd name="connsiteX26" fmla="*/ 371330 w 414675"/>
              <a:gd name="connsiteY26" fmla="*/ 313049 h 548914"/>
              <a:gd name="connsiteX27" fmla="*/ 400733 w 414675"/>
              <a:gd name="connsiteY27" fmla="*/ 343210 h 548914"/>
              <a:gd name="connsiteX28" fmla="*/ 414676 w 414675"/>
              <a:gd name="connsiteY28" fmla="*/ 369696 h 548914"/>
              <a:gd name="connsiteX29" fmla="*/ 408025 w 414675"/>
              <a:gd name="connsiteY29" fmla="*/ 390407 h 548914"/>
              <a:gd name="connsiteX30" fmla="*/ 371913 w 414675"/>
              <a:gd name="connsiteY30" fmla="*/ 423485 h 548914"/>
              <a:gd name="connsiteX31" fmla="*/ 374364 w 414675"/>
              <a:gd name="connsiteY31" fmla="*/ 440229 h 548914"/>
              <a:gd name="connsiteX32" fmla="*/ 387373 w 414675"/>
              <a:gd name="connsiteY32" fmla="*/ 460939 h 548914"/>
              <a:gd name="connsiteX33" fmla="*/ 380839 w 414675"/>
              <a:gd name="connsiteY33" fmla="*/ 479141 h 548914"/>
              <a:gd name="connsiteX34" fmla="*/ 364621 w 414675"/>
              <a:gd name="connsiteY34" fmla="*/ 479141 h 548914"/>
              <a:gd name="connsiteX35" fmla="*/ 335976 w 414675"/>
              <a:gd name="connsiteY35" fmla="*/ 485909 h 548914"/>
              <a:gd name="connsiteX36" fmla="*/ 316899 w 414675"/>
              <a:gd name="connsiteY36" fmla="*/ 482933 h 548914"/>
              <a:gd name="connsiteX37" fmla="*/ 277228 w 414675"/>
              <a:gd name="connsiteY37" fmla="*/ 492501 h 548914"/>
              <a:gd name="connsiteX38" fmla="*/ 260310 w 414675"/>
              <a:gd name="connsiteY38" fmla="*/ 504810 h 548914"/>
              <a:gd name="connsiteX39" fmla="*/ 238958 w 414675"/>
              <a:gd name="connsiteY39" fmla="*/ 510819 h 548914"/>
              <a:gd name="connsiteX40" fmla="*/ 215097 w 414675"/>
              <a:gd name="connsiteY40" fmla="*/ 524121 h 548914"/>
              <a:gd name="connsiteX41" fmla="*/ 216147 w 414675"/>
              <a:gd name="connsiteY41" fmla="*/ 540281 h 548914"/>
              <a:gd name="connsiteX42" fmla="*/ 208155 w 414675"/>
              <a:gd name="connsiteY42" fmla="*/ 548915 h 548914"/>
              <a:gd name="connsiteX43" fmla="*/ 201971 w 414675"/>
              <a:gd name="connsiteY43" fmla="*/ 536255 h 548914"/>
              <a:gd name="connsiteX44" fmla="*/ 202204 w 414675"/>
              <a:gd name="connsiteY44" fmla="*/ 504810 h 548914"/>
              <a:gd name="connsiteX45" fmla="*/ 196020 w 414675"/>
              <a:gd name="connsiteY45" fmla="*/ 489876 h 548914"/>
              <a:gd name="connsiteX46" fmla="*/ 175076 w 414675"/>
              <a:gd name="connsiteY46" fmla="*/ 476224 h 548914"/>
              <a:gd name="connsiteX47" fmla="*/ 165800 w 414675"/>
              <a:gd name="connsiteY47" fmla="*/ 474124 h 548914"/>
              <a:gd name="connsiteX48" fmla="*/ 152091 w 414675"/>
              <a:gd name="connsiteY48" fmla="*/ 451080 h 548914"/>
              <a:gd name="connsiteX49" fmla="*/ 144390 w 414675"/>
              <a:gd name="connsiteY49" fmla="*/ 445771 h 548914"/>
              <a:gd name="connsiteX50" fmla="*/ 146957 w 414675"/>
              <a:gd name="connsiteY50" fmla="*/ 435912 h 548914"/>
              <a:gd name="connsiteX51" fmla="*/ 162475 w 414675"/>
              <a:gd name="connsiteY51" fmla="*/ 422727 h 548914"/>
              <a:gd name="connsiteX52" fmla="*/ 161017 w 414675"/>
              <a:gd name="connsiteY52" fmla="*/ 399916 h 548914"/>
              <a:gd name="connsiteX53" fmla="*/ 135464 w 414675"/>
              <a:gd name="connsiteY53" fmla="*/ 395424 h 548914"/>
              <a:gd name="connsiteX54" fmla="*/ 119071 w 414675"/>
              <a:gd name="connsiteY54" fmla="*/ 380022 h 548914"/>
              <a:gd name="connsiteX55" fmla="*/ 96377 w 414675"/>
              <a:gd name="connsiteY55" fmla="*/ 380022 h 548914"/>
              <a:gd name="connsiteX56" fmla="*/ 86926 w 414675"/>
              <a:gd name="connsiteY56" fmla="*/ 368996 h 548914"/>
              <a:gd name="connsiteX57" fmla="*/ 86926 w 414675"/>
              <a:gd name="connsiteY57" fmla="*/ 352778 h 548914"/>
              <a:gd name="connsiteX58" fmla="*/ 65165 w 414675"/>
              <a:gd name="connsiteY58" fmla="*/ 331718 h 548914"/>
              <a:gd name="connsiteX59" fmla="*/ 72107 w 414675"/>
              <a:gd name="connsiteY59" fmla="*/ 324833 h 548914"/>
              <a:gd name="connsiteX60" fmla="*/ 49355 w 414675"/>
              <a:gd name="connsiteY60" fmla="*/ 298289 h 548914"/>
              <a:gd name="connsiteX61" fmla="*/ 49355 w 414675"/>
              <a:gd name="connsiteY61" fmla="*/ 276470 h 548914"/>
              <a:gd name="connsiteX62" fmla="*/ 58923 w 414675"/>
              <a:gd name="connsiteY62" fmla="*/ 269761 h 548914"/>
              <a:gd name="connsiteX63" fmla="*/ 76425 w 414675"/>
              <a:gd name="connsiteY63" fmla="*/ 279212 h 548914"/>
              <a:gd name="connsiteX64" fmla="*/ 83950 w 414675"/>
              <a:gd name="connsiteY64" fmla="*/ 267661 h 548914"/>
              <a:gd name="connsiteX65" fmla="*/ 72107 w 414675"/>
              <a:gd name="connsiteY65" fmla="*/ 255001 h 548914"/>
              <a:gd name="connsiteX66" fmla="*/ 56764 w 414675"/>
              <a:gd name="connsiteY66" fmla="*/ 254360 h 548914"/>
              <a:gd name="connsiteX67" fmla="*/ 27303 w 414675"/>
              <a:gd name="connsiteY67" fmla="*/ 230790 h 548914"/>
              <a:gd name="connsiteX68" fmla="*/ 26486 w 414675"/>
              <a:gd name="connsiteY68" fmla="*/ 216789 h 548914"/>
              <a:gd name="connsiteX69" fmla="*/ 47080 w 414675"/>
              <a:gd name="connsiteY69" fmla="*/ 185986 h 548914"/>
              <a:gd name="connsiteX70" fmla="*/ 50113 w 414675"/>
              <a:gd name="connsiteY70" fmla="*/ 159441 h 548914"/>
              <a:gd name="connsiteX71" fmla="*/ 37512 w 414675"/>
              <a:gd name="connsiteY71" fmla="*/ 158741 h 548914"/>
              <a:gd name="connsiteX72" fmla="*/ 28761 w 414675"/>
              <a:gd name="connsiteY72" fmla="*/ 165392 h 548914"/>
              <a:gd name="connsiteX73" fmla="*/ 23161 w 414675"/>
              <a:gd name="connsiteY73" fmla="*/ 158333 h 548914"/>
              <a:gd name="connsiteX74" fmla="*/ 20594 w 414675"/>
              <a:gd name="connsiteY74" fmla="*/ 141823 h 548914"/>
              <a:gd name="connsiteX75" fmla="*/ 40488 w 414675"/>
              <a:gd name="connsiteY75" fmla="*/ 134530 h 548914"/>
              <a:gd name="connsiteX76" fmla="*/ 50113 w 414675"/>
              <a:gd name="connsiteY76" fmla="*/ 134530 h 548914"/>
              <a:gd name="connsiteX77" fmla="*/ 50113 w 414675"/>
              <a:gd name="connsiteY77" fmla="*/ 126422 h 548914"/>
              <a:gd name="connsiteX78" fmla="*/ 30978 w 414675"/>
              <a:gd name="connsiteY78" fmla="*/ 121929 h 548914"/>
              <a:gd name="connsiteX79" fmla="*/ 20594 w 414675"/>
              <a:gd name="connsiteY79" fmla="*/ 113178 h 548914"/>
              <a:gd name="connsiteX80" fmla="*/ 14818 w 414675"/>
              <a:gd name="connsiteY80" fmla="*/ 86693 h 548914"/>
              <a:gd name="connsiteX81" fmla="*/ 2275 w 414675"/>
              <a:gd name="connsiteY81" fmla="*/ 56648 h 548914"/>
              <a:gd name="connsiteX82" fmla="*/ 0 w 414675"/>
              <a:gd name="connsiteY82" fmla="*/ 55364 h 5489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14675" h="548914">
                <a:moveTo>
                  <a:pt x="0" y="55364"/>
                </a:moveTo>
                <a:lnTo>
                  <a:pt x="14235" y="39613"/>
                </a:lnTo>
                <a:lnTo>
                  <a:pt x="37512" y="27653"/>
                </a:lnTo>
                <a:lnTo>
                  <a:pt x="54839" y="30162"/>
                </a:lnTo>
                <a:lnTo>
                  <a:pt x="60731" y="20419"/>
                </a:lnTo>
                <a:lnTo>
                  <a:pt x="85117" y="0"/>
                </a:lnTo>
                <a:lnTo>
                  <a:pt x="100635" y="5192"/>
                </a:lnTo>
                <a:lnTo>
                  <a:pt x="121988" y="10035"/>
                </a:lnTo>
                <a:lnTo>
                  <a:pt x="155124" y="21527"/>
                </a:lnTo>
                <a:lnTo>
                  <a:pt x="161367" y="34304"/>
                </a:lnTo>
                <a:lnTo>
                  <a:pt x="194212" y="73099"/>
                </a:lnTo>
                <a:lnTo>
                  <a:pt x="200687" y="91184"/>
                </a:lnTo>
                <a:lnTo>
                  <a:pt x="227348" y="105069"/>
                </a:lnTo>
                <a:lnTo>
                  <a:pt x="254243" y="125371"/>
                </a:lnTo>
                <a:lnTo>
                  <a:pt x="242400" y="151041"/>
                </a:lnTo>
                <a:lnTo>
                  <a:pt x="246484" y="161542"/>
                </a:lnTo>
                <a:lnTo>
                  <a:pt x="280145" y="172801"/>
                </a:lnTo>
                <a:lnTo>
                  <a:pt x="289713" y="189661"/>
                </a:lnTo>
                <a:lnTo>
                  <a:pt x="311007" y="180910"/>
                </a:lnTo>
                <a:lnTo>
                  <a:pt x="327167" y="195378"/>
                </a:lnTo>
                <a:lnTo>
                  <a:pt x="344085" y="172801"/>
                </a:lnTo>
                <a:lnTo>
                  <a:pt x="379439" y="180035"/>
                </a:lnTo>
                <a:lnTo>
                  <a:pt x="362520" y="199054"/>
                </a:lnTo>
                <a:lnTo>
                  <a:pt x="365496" y="214689"/>
                </a:lnTo>
                <a:lnTo>
                  <a:pt x="377164" y="255760"/>
                </a:lnTo>
                <a:lnTo>
                  <a:pt x="360887" y="271862"/>
                </a:lnTo>
                <a:lnTo>
                  <a:pt x="371330" y="313049"/>
                </a:lnTo>
                <a:lnTo>
                  <a:pt x="400733" y="343210"/>
                </a:lnTo>
                <a:lnTo>
                  <a:pt x="414676" y="369696"/>
                </a:lnTo>
                <a:lnTo>
                  <a:pt x="408025" y="390407"/>
                </a:lnTo>
                <a:lnTo>
                  <a:pt x="371913" y="423485"/>
                </a:lnTo>
                <a:lnTo>
                  <a:pt x="374364" y="440229"/>
                </a:lnTo>
                <a:lnTo>
                  <a:pt x="387373" y="460939"/>
                </a:lnTo>
                <a:lnTo>
                  <a:pt x="380839" y="479141"/>
                </a:lnTo>
                <a:lnTo>
                  <a:pt x="364621" y="479141"/>
                </a:lnTo>
                <a:lnTo>
                  <a:pt x="335976" y="485909"/>
                </a:lnTo>
                <a:lnTo>
                  <a:pt x="316899" y="482933"/>
                </a:lnTo>
                <a:lnTo>
                  <a:pt x="277228" y="492501"/>
                </a:lnTo>
                <a:lnTo>
                  <a:pt x="260310" y="504810"/>
                </a:lnTo>
                <a:lnTo>
                  <a:pt x="238958" y="510819"/>
                </a:lnTo>
                <a:lnTo>
                  <a:pt x="215097" y="524121"/>
                </a:lnTo>
                <a:lnTo>
                  <a:pt x="216147" y="540281"/>
                </a:lnTo>
                <a:lnTo>
                  <a:pt x="208155" y="548915"/>
                </a:lnTo>
                <a:lnTo>
                  <a:pt x="201971" y="536255"/>
                </a:lnTo>
                <a:lnTo>
                  <a:pt x="202204" y="504810"/>
                </a:lnTo>
                <a:lnTo>
                  <a:pt x="196020" y="489876"/>
                </a:lnTo>
                <a:lnTo>
                  <a:pt x="175076" y="476224"/>
                </a:lnTo>
                <a:lnTo>
                  <a:pt x="165800" y="474124"/>
                </a:lnTo>
                <a:lnTo>
                  <a:pt x="152091" y="451080"/>
                </a:lnTo>
                <a:lnTo>
                  <a:pt x="144390" y="445771"/>
                </a:lnTo>
                <a:lnTo>
                  <a:pt x="146957" y="435912"/>
                </a:lnTo>
                <a:lnTo>
                  <a:pt x="162475" y="422727"/>
                </a:lnTo>
                <a:lnTo>
                  <a:pt x="161017" y="399916"/>
                </a:lnTo>
                <a:lnTo>
                  <a:pt x="135464" y="395424"/>
                </a:lnTo>
                <a:lnTo>
                  <a:pt x="119071" y="380022"/>
                </a:lnTo>
                <a:lnTo>
                  <a:pt x="96377" y="380022"/>
                </a:lnTo>
                <a:lnTo>
                  <a:pt x="86926" y="368996"/>
                </a:lnTo>
                <a:lnTo>
                  <a:pt x="86926" y="352778"/>
                </a:lnTo>
                <a:lnTo>
                  <a:pt x="65165" y="331718"/>
                </a:lnTo>
                <a:lnTo>
                  <a:pt x="72107" y="324833"/>
                </a:lnTo>
                <a:lnTo>
                  <a:pt x="49355" y="298289"/>
                </a:lnTo>
                <a:lnTo>
                  <a:pt x="49355" y="276470"/>
                </a:lnTo>
                <a:lnTo>
                  <a:pt x="58923" y="269761"/>
                </a:lnTo>
                <a:lnTo>
                  <a:pt x="76425" y="279212"/>
                </a:lnTo>
                <a:lnTo>
                  <a:pt x="83950" y="267661"/>
                </a:lnTo>
                <a:lnTo>
                  <a:pt x="72107" y="255001"/>
                </a:lnTo>
                <a:lnTo>
                  <a:pt x="56764" y="254360"/>
                </a:lnTo>
                <a:lnTo>
                  <a:pt x="27303" y="230790"/>
                </a:lnTo>
                <a:lnTo>
                  <a:pt x="26486" y="216789"/>
                </a:lnTo>
                <a:lnTo>
                  <a:pt x="47080" y="185986"/>
                </a:lnTo>
                <a:lnTo>
                  <a:pt x="50113" y="159441"/>
                </a:lnTo>
                <a:lnTo>
                  <a:pt x="37512" y="158741"/>
                </a:lnTo>
                <a:lnTo>
                  <a:pt x="28761" y="165392"/>
                </a:lnTo>
                <a:lnTo>
                  <a:pt x="23161" y="158333"/>
                </a:lnTo>
                <a:lnTo>
                  <a:pt x="20594" y="141823"/>
                </a:lnTo>
                <a:lnTo>
                  <a:pt x="40488" y="134530"/>
                </a:lnTo>
                <a:lnTo>
                  <a:pt x="50113" y="134530"/>
                </a:lnTo>
                <a:lnTo>
                  <a:pt x="50113" y="126422"/>
                </a:lnTo>
                <a:lnTo>
                  <a:pt x="30978" y="121929"/>
                </a:lnTo>
                <a:lnTo>
                  <a:pt x="20594" y="113178"/>
                </a:lnTo>
                <a:lnTo>
                  <a:pt x="14818" y="86693"/>
                </a:lnTo>
                <a:lnTo>
                  <a:pt x="2275" y="56648"/>
                </a:lnTo>
                <a:lnTo>
                  <a:pt x="0" y="55364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grpSp>
        <p:nvGrpSpPr>
          <p:cNvPr id="28" name="Graphic 51">
            <a:extLst>
              <a:ext uri="{FF2B5EF4-FFF2-40B4-BE49-F238E27FC236}">
                <a16:creationId xmlns:a16="http://schemas.microsoft.com/office/drawing/2014/main" id="{94A8672D-E2AF-6992-5F0D-5624FC1D07B0}"/>
              </a:ext>
            </a:extLst>
          </p:cNvPr>
          <p:cNvGrpSpPr/>
          <p:nvPr/>
        </p:nvGrpSpPr>
        <p:grpSpPr>
          <a:xfrm>
            <a:off x="7240424" y="4108538"/>
            <a:ext cx="2402413" cy="1927006"/>
            <a:chOff x="7440449" y="3733710"/>
            <a:chExt cx="2402413" cy="1927006"/>
          </a:xfrm>
          <a:solidFill>
            <a:srgbClr val="B3D1E2"/>
          </a:solidFill>
        </p:grpSpPr>
        <p:sp>
          <p:nvSpPr>
            <p:cNvPr id="29" name="Freeform: Shape 56">
              <a:extLst>
                <a:ext uri="{FF2B5EF4-FFF2-40B4-BE49-F238E27FC236}">
                  <a16:creationId xmlns:a16="http://schemas.microsoft.com/office/drawing/2014/main" id="{2D3F153A-C512-FC39-49C0-AE98B316CF46}"/>
                </a:ext>
              </a:extLst>
            </p:cNvPr>
            <p:cNvSpPr/>
            <p:nvPr/>
          </p:nvSpPr>
          <p:spPr>
            <a:xfrm>
              <a:off x="8001032" y="4317745"/>
              <a:ext cx="17560" cy="27944"/>
            </a:xfrm>
            <a:custGeom>
              <a:avLst/>
              <a:gdLst>
                <a:gd name="connsiteX0" fmla="*/ 6009 w 17560"/>
                <a:gd name="connsiteY0" fmla="*/ 0 h 27944"/>
                <a:gd name="connsiteX1" fmla="*/ 17560 w 17560"/>
                <a:gd name="connsiteY1" fmla="*/ 8984 h 27944"/>
                <a:gd name="connsiteX2" fmla="*/ 16977 w 17560"/>
                <a:gd name="connsiteY2" fmla="*/ 27945 h 27944"/>
                <a:gd name="connsiteX3" fmla="*/ 6534 w 17560"/>
                <a:gd name="connsiteY3" fmla="*/ 27420 h 27944"/>
                <a:gd name="connsiteX4" fmla="*/ 0 w 17560"/>
                <a:gd name="connsiteY4" fmla="*/ 15752 h 27944"/>
                <a:gd name="connsiteX5" fmla="*/ 5892 w 17560"/>
                <a:gd name="connsiteY5" fmla="*/ 2450 h 27944"/>
                <a:gd name="connsiteX6" fmla="*/ 6009 w 17560"/>
                <a:gd name="connsiteY6" fmla="*/ 0 h 279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7560" h="27944">
                  <a:moveTo>
                    <a:pt x="6009" y="0"/>
                  </a:moveTo>
                  <a:lnTo>
                    <a:pt x="17560" y="8984"/>
                  </a:lnTo>
                  <a:lnTo>
                    <a:pt x="16977" y="27945"/>
                  </a:lnTo>
                  <a:lnTo>
                    <a:pt x="6534" y="27420"/>
                  </a:lnTo>
                  <a:lnTo>
                    <a:pt x="0" y="15752"/>
                  </a:lnTo>
                  <a:lnTo>
                    <a:pt x="5892" y="2450"/>
                  </a:lnTo>
                  <a:lnTo>
                    <a:pt x="6009" y="0"/>
                  </a:lnTo>
                  <a:close/>
                </a:path>
              </a:pathLst>
            </a:custGeom>
            <a:solidFill>
              <a:srgbClr val="B3D1E2"/>
            </a:solidFill>
            <a:ln w="437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0" name="Freeform: Shape 57">
              <a:extLst>
                <a:ext uri="{FF2B5EF4-FFF2-40B4-BE49-F238E27FC236}">
                  <a16:creationId xmlns:a16="http://schemas.microsoft.com/office/drawing/2014/main" id="{C6CA8EA0-D834-74B4-A949-7629CBE36061}"/>
                </a:ext>
              </a:extLst>
            </p:cNvPr>
            <p:cNvSpPr/>
            <p:nvPr/>
          </p:nvSpPr>
          <p:spPr>
            <a:xfrm>
              <a:off x="7440449" y="3746720"/>
              <a:ext cx="25319" cy="13417"/>
            </a:xfrm>
            <a:custGeom>
              <a:avLst/>
              <a:gdLst>
                <a:gd name="connsiteX0" fmla="*/ 0 w 25319"/>
                <a:gd name="connsiteY0" fmla="*/ 7701 h 13417"/>
                <a:gd name="connsiteX1" fmla="*/ 17619 w 25319"/>
                <a:gd name="connsiteY1" fmla="*/ 0 h 13417"/>
                <a:gd name="connsiteX2" fmla="*/ 25319 w 25319"/>
                <a:gd name="connsiteY2" fmla="*/ 10735 h 13417"/>
                <a:gd name="connsiteX3" fmla="*/ 15343 w 25319"/>
                <a:gd name="connsiteY3" fmla="*/ 13418 h 13417"/>
                <a:gd name="connsiteX4" fmla="*/ 12018 w 25319"/>
                <a:gd name="connsiteY4" fmla="*/ 8459 h 13417"/>
                <a:gd name="connsiteX5" fmla="*/ 0 w 25319"/>
                <a:gd name="connsiteY5" fmla="*/ 7701 h 1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25319" h="13417">
                  <a:moveTo>
                    <a:pt x="0" y="7701"/>
                  </a:moveTo>
                  <a:lnTo>
                    <a:pt x="17619" y="0"/>
                  </a:lnTo>
                  <a:lnTo>
                    <a:pt x="25319" y="10735"/>
                  </a:lnTo>
                  <a:lnTo>
                    <a:pt x="15343" y="13418"/>
                  </a:lnTo>
                  <a:lnTo>
                    <a:pt x="12018" y="8459"/>
                  </a:lnTo>
                  <a:lnTo>
                    <a:pt x="0" y="7701"/>
                  </a:lnTo>
                  <a:close/>
                </a:path>
              </a:pathLst>
            </a:custGeom>
            <a:solidFill>
              <a:srgbClr val="B3D1E2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1" name="Freeform: Shape 58">
              <a:extLst>
                <a:ext uri="{FF2B5EF4-FFF2-40B4-BE49-F238E27FC236}">
                  <a16:creationId xmlns:a16="http://schemas.microsoft.com/office/drawing/2014/main" id="{F0311E31-D163-FC9F-1588-537752FFAD94}"/>
                </a:ext>
              </a:extLst>
            </p:cNvPr>
            <p:cNvSpPr/>
            <p:nvPr/>
          </p:nvSpPr>
          <p:spPr>
            <a:xfrm>
              <a:off x="7449317" y="3733710"/>
              <a:ext cx="33020" cy="13009"/>
            </a:xfrm>
            <a:custGeom>
              <a:avLst/>
              <a:gdLst>
                <a:gd name="connsiteX0" fmla="*/ 0 w 33020"/>
                <a:gd name="connsiteY0" fmla="*/ 0 h 13009"/>
                <a:gd name="connsiteX1" fmla="*/ 14235 w 33020"/>
                <a:gd name="connsiteY1" fmla="*/ 292 h 13009"/>
                <a:gd name="connsiteX2" fmla="*/ 33020 w 33020"/>
                <a:gd name="connsiteY2" fmla="*/ 7992 h 13009"/>
                <a:gd name="connsiteX3" fmla="*/ 29170 w 33020"/>
                <a:gd name="connsiteY3" fmla="*/ 13010 h 13009"/>
                <a:gd name="connsiteX4" fmla="*/ 18785 w 33020"/>
                <a:gd name="connsiteY4" fmla="*/ 10676 h 13009"/>
                <a:gd name="connsiteX5" fmla="*/ 15752 w 33020"/>
                <a:gd name="connsiteY5" fmla="*/ 4609 h 13009"/>
                <a:gd name="connsiteX6" fmla="*/ 3384 w 33020"/>
                <a:gd name="connsiteY6" fmla="*/ 8868 h 13009"/>
                <a:gd name="connsiteX7" fmla="*/ 0 w 33020"/>
                <a:gd name="connsiteY7" fmla="*/ 0 h 130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020" h="13009">
                  <a:moveTo>
                    <a:pt x="0" y="0"/>
                  </a:moveTo>
                  <a:lnTo>
                    <a:pt x="14235" y="292"/>
                  </a:lnTo>
                  <a:lnTo>
                    <a:pt x="33020" y="7992"/>
                  </a:lnTo>
                  <a:lnTo>
                    <a:pt x="29170" y="13010"/>
                  </a:lnTo>
                  <a:lnTo>
                    <a:pt x="18785" y="10676"/>
                  </a:lnTo>
                  <a:lnTo>
                    <a:pt x="15752" y="4609"/>
                  </a:lnTo>
                  <a:lnTo>
                    <a:pt x="3384" y="886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B3D1E2"/>
            </a:solidFill>
            <a:ln w="5833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2" name="Freeform: Shape 59">
              <a:extLst>
                <a:ext uri="{FF2B5EF4-FFF2-40B4-BE49-F238E27FC236}">
                  <a16:creationId xmlns:a16="http://schemas.microsoft.com/office/drawing/2014/main" id="{7B18CEE4-9B42-9CA0-5A06-CDCA4579FDBD}"/>
                </a:ext>
              </a:extLst>
            </p:cNvPr>
            <p:cNvSpPr/>
            <p:nvPr/>
          </p:nvSpPr>
          <p:spPr>
            <a:xfrm>
              <a:off x="9825127" y="5650449"/>
              <a:ext cx="17735" cy="10267"/>
            </a:xfrm>
            <a:custGeom>
              <a:avLst/>
              <a:gdLst>
                <a:gd name="connsiteX0" fmla="*/ 0 w 17735"/>
                <a:gd name="connsiteY0" fmla="*/ 7234 h 10267"/>
                <a:gd name="connsiteX1" fmla="*/ 7001 w 17735"/>
                <a:gd name="connsiteY1" fmla="*/ 0 h 10267"/>
                <a:gd name="connsiteX2" fmla="*/ 15402 w 17735"/>
                <a:gd name="connsiteY2" fmla="*/ 233 h 10267"/>
                <a:gd name="connsiteX3" fmla="*/ 17735 w 17735"/>
                <a:gd name="connsiteY3" fmla="*/ 7642 h 10267"/>
                <a:gd name="connsiteX4" fmla="*/ 8809 w 17735"/>
                <a:gd name="connsiteY4" fmla="*/ 10268 h 10267"/>
                <a:gd name="connsiteX5" fmla="*/ 0 w 17735"/>
                <a:gd name="connsiteY5" fmla="*/ 7234 h 10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735" h="10267">
                  <a:moveTo>
                    <a:pt x="0" y="7234"/>
                  </a:moveTo>
                  <a:lnTo>
                    <a:pt x="7001" y="0"/>
                  </a:lnTo>
                  <a:lnTo>
                    <a:pt x="15402" y="233"/>
                  </a:lnTo>
                  <a:lnTo>
                    <a:pt x="17735" y="7642"/>
                  </a:lnTo>
                  <a:lnTo>
                    <a:pt x="8809" y="10268"/>
                  </a:lnTo>
                  <a:lnTo>
                    <a:pt x="0" y="7234"/>
                  </a:lnTo>
                  <a:close/>
                </a:path>
              </a:pathLst>
            </a:custGeom>
            <a:solidFill>
              <a:srgbClr val="B3D1E2"/>
            </a:solidFill>
            <a:ln w="437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  <p:sp>
          <p:nvSpPr>
            <p:cNvPr id="33" name="Freeform: Shape 60">
              <a:extLst>
                <a:ext uri="{FF2B5EF4-FFF2-40B4-BE49-F238E27FC236}">
                  <a16:creationId xmlns:a16="http://schemas.microsoft.com/office/drawing/2014/main" id="{326A2DBD-2FB9-6C15-AFCD-935C5E04BB75}"/>
                </a:ext>
              </a:extLst>
            </p:cNvPr>
            <p:cNvSpPr/>
            <p:nvPr/>
          </p:nvSpPr>
          <p:spPr>
            <a:xfrm>
              <a:off x="9600054" y="5185660"/>
              <a:ext cx="39029" cy="22810"/>
            </a:xfrm>
            <a:custGeom>
              <a:avLst/>
              <a:gdLst>
                <a:gd name="connsiteX0" fmla="*/ 0 w 39029"/>
                <a:gd name="connsiteY0" fmla="*/ 16568 h 22810"/>
                <a:gd name="connsiteX1" fmla="*/ 15927 w 39029"/>
                <a:gd name="connsiteY1" fmla="*/ 22811 h 22810"/>
                <a:gd name="connsiteX2" fmla="*/ 36112 w 39029"/>
                <a:gd name="connsiteY2" fmla="*/ 17327 h 22810"/>
                <a:gd name="connsiteX3" fmla="*/ 39029 w 39029"/>
                <a:gd name="connsiteY3" fmla="*/ 6301 h 22810"/>
                <a:gd name="connsiteX4" fmla="*/ 29461 w 39029"/>
                <a:gd name="connsiteY4" fmla="*/ 0 h 22810"/>
                <a:gd name="connsiteX5" fmla="*/ 18785 w 39029"/>
                <a:gd name="connsiteY5" fmla="*/ 8167 h 22810"/>
                <a:gd name="connsiteX6" fmla="*/ 4142 w 39029"/>
                <a:gd name="connsiteY6" fmla="*/ 8517 h 22810"/>
                <a:gd name="connsiteX7" fmla="*/ 0 w 39029"/>
                <a:gd name="connsiteY7" fmla="*/ 16568 h 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9029" h="22810">
                  <a:moveTo>
                    <a:pt x="0" y="16568"/>
                  </a:moveTo>
                  <a:lnTo>
                    <a:pt x="15927" y="22811"/>
                  </a:lnTo>
                  <a:lnTo>
                    <a:pt x="36112" y="17327"/>
                  </a:lnTo>
                  <a:lnTo>
                    <a:pt x="39029" y="6301"/>
                  </a:lnTo>
                  <a:lnTo>
                    <a:pt x="29461" y="0"/>
                  </a:lnTo>
                  <a:lnTo>
                    <a:pt x="18785" y="8167"/>
                  </a:lnTo>
                  <a:lnTo>
                    <a:pt x="4142" y="8517"/>
                  </a:lnTo>
                  <a:lnTo>
                    <a:pt x="0" y="16568"/>
                  </a:lnTo>
                  <a:close/>
                </a:path>
              </a:pathLst>
            </a:custGeom>
            <a:solidFill>
              <a:srgbClr val="B3D1E2"/>
            </a:solidFill>
            <a:ln w="4374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 noProof="0" dirty="0"/>
            </a:p>
          </p:txBody>
        </p:sp>
      </p:grpSp>
      <p:sp>
        <p:nvSpPr>
          <p:cNvPr id="34" name="Freeform: Shape 61">
            <a:extLst>
              <a:ext uri="{FF2B5EF4-FFF2-40B4-BE49-F238E27FC236}">
                <a16:creationId xmlns:a16="http://schemas.microsoft.com/office/drawing/2014/main" id="{8B9AB341-7812-0258-8ED8-6B34792B3C7A}"/>
              </a:ext>
            </a:extLst>
          </p:cNvPr>
          <p:cNvSpPr/>
          <p:nvPr/>
        </p:nvSpPr>
        <p:spPr>
          <a:xfrm>
            <a:off x="8810627" y="5199309"/>
            <a:ext cx="216088" cy="227465"/>
          </a:xfrm>
          <a:custGeom>
            <a:avLst/>
            <a:gdLst>
              <a:gd name="connsiteX0" fmla="*/ 60440 w 216088"/>
              <a:gd name="connsiteY0" fmla="*/ 64640 h 227465"/>
              <a:gd name="connsiteX1" fmla="*/ 70532 w 216088"/>
              <a:gd name="connsiteY1" fmla="*/ 62948 h 227465"/>
              <a:gd name="connsiteX2" fmla="*/ 78116 w 216088"/>
              <a:gd name="connsiteY2" fmla="*/ 56239 h 227465"/>
              <a:gd name="connsiteX3" fmla="*/ 73333 w 216088"/>
              <a:gd name="connsiteY3" fmla="*/ 48130 h 227465"/>
              <a:gd name="connsiteX4" fmla="*/ 81733 w 216088"/>
              <a:gd name="connsiteY4" fmla="*/ 44513 h 227465"/>
              <a:gd name="connsiteX5" fmla="*/ 90951 w 216088"/>
              <a:gd name="connsiteY5" fmla="*/ 38329 h 227465"/>
              <a:gd name="connsiteX6" fmla="*/ 96143 w 216088"/>
              <a:gd name="connsiteY6" fmla="*/ 21527 h 227465"/>
              <a:gd name="connsiteX7" fmla="*/ 85642 w 216088"/>
              <a:gd name="connsiteY7" fmla="*/ 7818 h 227465"/>
              <a:gd name="connsiteX8" fmla="*/ 110845 w 216088"/>
              <a:gd name="connsiteY8" fmla="*/ 0 h 227465"/>
              <a:gd name="connsiteX9" fmla="*/ 118954 w 216088"/>
              <a:gd name="connsiteY9" fmla="*/ 9218 h 227465"/>
              <a:gd name="connsiteX10" fmla="*/ 118954 w 216088"/>
              <a:gd name="connsiteY10" fmla="*/ 16802 h 227465"/>
              <a:gd name="connsiteX11" fmla="*/ 125955 w 216088"/>
              <a:gd name="connsiteY11" fmla="*/ 20711 h 227465"/>
              <a:gd name="connsiteX12" fmla="*/ 137156 w 216088"/>
              <a:gd name="connsiteY12" fmla="*/ 22694 h 227465"/>
              <a:gd name="connsiteX13" fmla="*/ 143282 w 216088"/>
              <a:gd name="connsiteY13" fmla="*/ 17619 h 227465"/>
              <a:gd name="connsiteX14" fmla="*/ 145265 w 216088"/>
              <a:gd name="connsiteY14" fmla="*/ 24969 h 227465"/>
              <a:gd name="connsiteX15" fmla="*/ 148649 w 216088"/>
              <a:gd name="connsiteY15" fmla="*/ 40371 h 227465"/>
              <a:gd name="connsiteX16" fmla="*/ 157400 w 216088"/>
              <a:gd name="connsiteY16" fmla="*/ 39437 h 227465"/>
              <a:gd name="connsiteX17" fmla="*/ 158683 w 216088"/>
              <a:gd name="connsiteY17" fmla="*/ 55189 h 227465"/>
              <a:gd name="connsiteX18" fmla="*/ 175485 w 216088"/>
              <a:gd name="connsiteY18" fmla="*/ 57698 h 227465"/>
              <a:gd name="connsiteX19" fmla="*/ 170993 w 216088"/>
              <a:gd name="connsiteY19" fmla="*/ 77008 h 227465"/>
              <a:gd name="connsiteX20" fmla="*/ 192578 w 216088"/>
              <a:gd name="connsiteY20" fmla="*/ 78408 h 227465"/>
              <a:gd name="connsiteX21" fmla="*/ 200979 w 216088"/>
              <a:gd name="connsiteY21" fmla="*/ 88793 h 227465"/>
              <a:gd name="connsiteX22" fmla="*/ 210780 w 216088"/>
              <a:gd name="connsiteY22" fmla="*/ 82375 h 227465"/>
              <a:gd name="connsiteX23" fmla="*/ 216089 w 216088"/>
              <a:gd name="connsiteY23" fmla="*/ 91360 h 227465"/>
              <a:gd name="connsiteX24" fmla="*/ 209088 w 216088"/>
              <a:gd name="connsiteY24" fmla="*/ 97544 h 227465"/>
              <a:gd name="connsiteX25" fmla="*/ 209672 w 216088"/>
              <a:gd name="connsiteY25" fmla="*/ 105944 h 227465"/>
              <a:gd name="connsiteX26" fmla="*/ 205179 w 216088"/>
              <a:gd name="connsiteY26" fmla="*/ 105944 h 227465"/>
              <a:gd name="connsiteX27" fmla="*/ 204363 w 216088"/>
              <a:gd name="connsiteY27" fmla="*/ 112653 h 227465"/>
              <a:gd name="connsiteX28" fmla="*/ 197362 w 216088"/>
              <a:gd name="connsiteY28" fmla="*/ 120762 h 227465"/>
              <a:gd name="connsiteX29" fmla="*/ 200162 w 216088"/>
              <a:gd name="connsiteY29" fmla="*/ 126072 h 227465"/>
              <a:gd name="connsiteX30" fmla="*/ 195379 w 216088"/>
              <a:gd name="connsiteY30" fmla="*/ 131380 h 227465"/>
              <a:gd name="connsiteX31" fmla="*/ 188378 w 216088"/>
              <a:gd name="connsiteY31" fmla="*/ 132780 h 227465"/>
              <a:gd name="connsiteX32" fmla="*/ 186161 w 216088"/>
              <a:gd name="connsiteY32" fmla="*/ 138381 h 227465"/>
              <a:gd name="connsiteX33" fmla="*/ 190945 w 216088"/>
              <a:gd name="connsiteY33" fmla="*/ 140598 h 227465"/>
              <a:gd name="connsiteX34" fmla="*/ 192636 w 216088"/>
              <a:gd name="connsiteY34" fmla="*/ 148182 h 227465"/>
              <a:gd name="connsiteX35" fmla="*/ 190653 w 216088"/>
              <a:gd name="connsiteY35" fmla="*/ 179977 h 227465"/>
              <a:gd name="connsiteX36" fmla="*/ 158450 w 216088"/>
              <a:gd name="connsiteY36" fmla="*/ 218481 h 227465"/>
              <a:gd name="connsiteX37" fmla="*/ 94626 w 216088"/>
              <a:gd name="connsiteY37" fmla="*/ 227465 h 227465"/>
              <a:gd name="connsiteX38" fmla="*/ 56297 w 216088"/>
              <a:gd name="connsiteY38" fmla="*/ 215447 h 227465"/>
              <a:gd name="connsiteX39" fmla="*/ 36404 w 216088"/>
              <a:gd name="connsiteY39" fmla="*/ 191645 h 227465"/>
              <a:gd name="connsiteX40" fmla="*/ 9801 w 216088"/>
              <a:gd name="connsiteY40" fmla="*/ 155241 h 227465"/>
              <a:gd name="connsiteX41" fmla="*/ 0 w 216088"/>
              <a:gd name="connsiteY41" fmla="*/ 106819 h 227465"/>
              <a:gd name="connsiteX42" fmla="*/ 3092 w 216088"/>
              <a:gd name="connsiteY42" fmla="*/ 79400 h 227465"/>
              <a:gd name="connsiteX43" fmla="*/ 13476 w 216088"/>
              <a:gd name="connsiteY43" fmla="*/ 67090 h 227465"/>
              <a:gd name="connsiteX44" fmla="*/ 35062 w 216088"/>
              <a:gd name="connsiteY44" fmla="*/ 60381 h 227465"/>
              <a:gd name="connsiteX45" fmla="*/ 60556 w 216088"/>
              <a:gd name="connsiteY45" fmla="*/ 64873 h 2274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216088" h="227465">
                <a:moveTo>
                  <a:pt x="60440" y="64640"/>
                </a:moveTo>
                <a:lnTo>
                  <a:pt x="70532" y="62948"/>
                </a:lnTo>
                <a:lnTo>
                  <a:pt x="78116" y="56239"/>
                </a:lnTo>
                <a:lnTo>
                  <a:pt x="73333" y="48130"/>
                </a:lnTo>
                <a:lnTo>
                  <a:pt x="81733" y="44513"/>
                </a:lnTo>
                <a:lnTo>
                  <a:pt x="90951" y="38329"/>
                </a:lnTo>
                <a:lnTo>
                  <a:pt x="96143" y="21527"/>
                </a:lnTo>
                <a:lnTo>
                  <a:pt x="85642" y="7818"/>
                </a:lnTo>
                <a:cubicBezTo>
                  <a:pt x="85642" y="7818"/>
                  <a:pt x="105244" y="3325"/>
                  <a:pt x="110845" y="0"/>
                </a:cubicBezTo>
                <a:lnTo>
                  <a:pt x="118954" y="9218"/>
                </a:lnTo>
                <a:cubicBezTo>
                  <a:pt x="118954" y="9218"/>
                  <a:pt x="110261" y="13418"/>
                  <a:pt x="118954" y="16802"/>
                </a:cubicBezTo>
                <a:lnTo>
                  <a:pt x="125955" y="20711"/>
                </a:lnTo>
                <a:lnTo>
                  <a:pt x="137156" y="22694"/>
                </a:lnTo>
                <a:lnTo>
                  <a:pt x="143282" y="17619"/>
                </a:lnTo>
                <a:lnTo>
                  <a:pt x="145265" y="24969"/>
                </a:lnTo>
                <a:lnTo>
                  <a:pt x="148649" y="40371"/>
                </a:lnTo>
                <a:lnTo>
                  <a:pt x="157400" y="39437"/>
                </a:lnTo>
                <a:lnTo>
                  <a:pt x="158683" y="55189"/>
                </a:lnTo>
                <a:lnTo>
                  <a:pt x="175485" y="57698"/>
                </a:lnTo>
                <a:lnTo>
                  <a:pt x="170993" y="77008"/>
                </a:lnTo>
                <a:lnTo>
                  <a:pt x="192578" y="78408"/>
                </a:lnTo>
                <a:lnTo>
                  <a:pt x="200979" y="88793"/>
                </a:lnTo>
                <a:lnTo>
                  <a:pt x="210780" y="82375"/>
                </a:lnTo>
                <a:lnTo>
                  <a:pt x="216089" y="91360"/>
                </a:lnTo>
                <a:lnTo>
                  <a:pt x="209088" y="97544"/>
                </a:lnTo>
                <a:lnTo>
                  <a:pt x="209672" y="105944"/>
                </a:lnTo>
                <a:lnTo>
                  <a:pt x="205179" y="105944"/>
                </a:lnTo>
                <a:lnTo>
                  <a:pt x="204363" y="112653"/>
                </a:lnTo>
                <a:lnTo>
                  <a:pt x="197362" y="120762"/>
                </a:lnTo>
                <a:lnTo>
                  <a:pt x="200162" y="126072"/>
                </a:lnTo>
                <a:lnTo>
                  <a:pt x="195379" y="131380"/>
                </a:lnTo>
                <a:lnTo>
                  <a:pt x="188378" y="132780"/>
                </a:lnTo>
                <a:lnTo>
                  <a:pt x="186161" y="138381"/>
                </a:lnTo>
                <a:lnTo>
                  <a:pt x="190945" y="140598"/>
                </a:lnTo>
                <a:lnTo>
                  <a:pt x="192636" y="148182"/>
                </a:lnTo>
                <a:lnTo>
                  <a:pt x="190653" y="179977"/>
                </a:lnTo>
                <a:lnTo>
                  <a:pt x="158450" y="218481"/>
                </a:lnTo>
                <a:lnTo>
                  <a:pt x="94626" y="227465"/>
                </a:lnTo>
                <a:lnTo>
                  <a:pt x="56297" y="215447"/>
                </a:lnTo>
                <a:lnTo>
                  <a:pt x="36404" y="191645"/>
                </a:lnTo>
                <a:cubicBezTo>
                  <a:pt x="36404" y="191645"/>
                  <a:pt x="9801" y="156116"/>
                  <a:pt x="9801" y="155241"/>
                </a:cubicBezTo>
                <a:cubicBezTo>
                  <a:pt x="9801" y="154366"/>
                  <a:pt x="0" y="106819"/>
                  <a:pt x="0" y="106819"/>
                </a:cubicBezTo>
                <a:lnTo>
                  <a:pt x="3092" y="79400"/>
                </a:lnTo>
                <a:lnTo>
                  <a:pt x="13476" y="67090"/>
                </a:lnTo>
                <a:lnTo>
                  <a:pt x="35062" y="60381"/>
                </a:lnTo>
                <a:lnTo>
                  <a:pt x="60556" y="64873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35" name="Freeform: Shape 62">
            <a:extLst>
              <a:ext uri="{FF2B5EF4-FFF2-40B4-BE49-F238E27FC236}">
                <a16:creationId xmlns:a16="http://schemas.microsoft.com/office/drawing/2014/main" id="{A3C251BB-B555-7238-886B-A9A9DB782E7B}"/>
              </a:ext>
            </a:extLst>
          </p:cNvPr>
          <p:cNvSpPr/>
          <p:nvPr/>
        </p:nvSpPr>
        <p:spPr>
          <a:xfrm>
            <a:off x="9429783" y="5334773"/>
            <a:ext cx="280495" cy="246075"/>
          </a:xfrm>
          <a:custGeom>
            <a:avLst/>
            <a:gdLst>
              <a:gd name="connsiteX0" fmla="*/ 0 w 280495"/>
              <a:gd name="connsiteY0" fmla="*/ 161600 h 246075"/>
              <a:gd name="connsiteX1" fmla="*/ 22052 w 280495"/>
              <a:gd name="connsiteY1" fmla="*/ 155999 h 246075"/>
              <a:gd name="connsiteX2" fmla="*/ 33953 w 280495"/>
              <a:gd name="connsiteY2" fmla="*/ 132547 h 246075"/>
              <a:gd name="connsiteX3" fmla="*/ 29520 w 280495"/>
              <a:gd name="connsiteY3" fmla="*/ 110378 h 246075"/>
              <a:gd name="connsiteX4" fmla="*/ 56064 w 280495"/>
              <a:gd name="connsiteY4" fmla="*/ 94160 h 246075"/>
              <a:gd name="connsiteX5" fmla="*/ 57522 w 280495"/>
              <a:gd name="connsiteY5" fmla="*/ 69190 h 246075"/>
              <a:gd name="connsiteX6" fmla="*/ 36812 w 280495"/>
              <a:gd name="connsiteY6" fmla="*/ 60381 h 246075"/>
              <a:gd name="connsiteX7" fmla="*/ 41246 w 280495"/>
              <a:gd name="connsiteY7" fmla="*/ 32378 h 246075"/>
              <a:gd name="connsiteX8" fmla="*/ 57522 w 280495"/>
              <a:gd name="connsiteY8" fmla="*/ 14760 h 246075"/>
              <a:gd name="connsiteX9" fmla="*/ 73624 w 280495"/>
              <a:gd name="connsiteY9" fmla="*/ 13243 h 246075"/>
              <a:gd name="connsiteX10" fmla="*/ 85350 w 280495"/>
              <a:gd name="connsiteY10" fmla="*/ 0 h 246075"/>
              <a:gd name="connsiteX11" fmla="*/ 114928 w 280495"/>
              <a:gd name="connsiteY11" fmla="*/ 0 h 246075"/>
              <a:gd name="connsiteX12" fmla="*/ 142815 w 280495"/>
              <a:gd name="connsiteY12" fmla="*/ 22110 h 246075"/>
              <a:gd name="connsiteX13" fmla="*/ 157633 w 280495"/>
              <a:gd name="connsiteY13" fmla="*/ 10326 h 246075"/>
              <a:gd name="connsiteX14" fmla="*/ 180210 w 280495"/>
              <a:gd name="connsiteY14" fmla="*/ 15927 h 246075"/>
              <a:gd name="connsiteX15" fmla="*/ 183302 w 280495"/>
              <a:gd name="connsiteY15" fmla="*/ 52214 h 246075"/>
              <a:gd name="connsiteX16" fmla="*/ 214105 w 280495"/>
              <a:gd name="connsiteY16" fmla="*/ 79400 h 246075"/>
              <a:gd name="connsiteX17" fmla="*/ 236449 w 280495"/>
              <a:gd name="connsiteY17" fmla="*/ 82434 h 246075"/>
              <a:gd name="connsiteX18" fmla="*/ 259610 w 280495"/>
              <a:gd name="connsiteY18" fmla="*/ 106294 h 246075"/>
              <a:gd name="connsiteX19" fmla="*/ 280495 w 280495"/>
              <a:gd name="connsiteY19" fmla="*/ 117962 h 246075"/>
              <a:gd name="connsiteX20" fmla="*/ 280495 w 280495"/>
              <a:gd name="connsiteY20" fmla="*/ 130972 h 246075"/>
              <a:gd name="connsiteX21" fmla="*/ 262819 w 280495"/>
              <a:gd name="connsiteY21" fmla="*/ 148824 h 246075"/>
              <a:gd name="connsiteX22" fmla="*/ 237324 w 280495"/>
              <a:gd name="connsiteY22" fmla="*/ 146432 h 246075"/>
              <a:gd name="connsiteX23" fmla="*/ 223381 w 280495"/>
              <a:gd name="connsiteY23" fmla="*/ 138789 h 246075"/>
              <a:gd name="connsiteX24" fmla="*/ 200162 w 280495"/>
              <a:gd name="connsiteY24" fmla="*/ 138789 h 246075"/>
              <a:gd name="connsiteX25" fmla="*/ 190944 w 280495"/>
              <a:gd name="connsiteY25" fmla="*/ 147190 h 246075"/>
              <a:gd name="connsiteX26" fmla="*/ 156233 w 280495"/>
              <a:gd name="connsiteY26" fmla="*/ 146432 h 246075"/>
              <a:gd name="connsiteX27" fmla="*/ 135464 w 280495"/>
              <a:gd name="connsiteY27" fmla="*/ 154949 h 246075"/>
              <a:gd name="connsiteX28" fmla="*/ 124496 w 280495"/>
              <a:gd name="connsiteY28" fmla="*/ 182719 h 246075"/>
              <a:gd name="connsiteX29" fmla="*/ 71349 w 280495"/>
              <a:gd name="connsiteY29" fmla="*/ 209788 h 246075"/>
              <a:gd name="connsiteX30" fmla="*/ 28878 w 280495"/>
              <a:gd name="connsiteY30" fmla="*/ 246075 h 246075"/>
              <a:gd name="connsiteX31" fmla="*/ 27419 w 280495"/>
              <a:gd name="connsiteY31" fmla="*/ 232074 h 246075"/>
              <a:gd name="connsiteX32" fmla="*/ 37454 w 280495"/>
              <a:gd name="connsiteY32" fmla="*/ 202029 h 246075"/>
              <a:gd name="connsiteX33" fmla="*/ 48946 w 280495"/>
              <a:gd name="connsiteY33" fmla="*/ 201212 h 246075"/>
              <a:gd name="connsiteX34" fmla="*/ 69015 w 280495"/>
              <a:gd name="connsiteY34" fmla="*/ 188086 h 246075"/>
              <a:gd name="connsiteX35" fmla="*/ 49646 w 280495"/>
              <a:gd name="connsiteY35" fmla="*/ 190478 h 246075"/>
              <a:gd name="connsiteX36" fmla="*/ 37454 w 280495"/>
              <a:gd name="connsiteY36" fmla="*/ 186569 h 246075"/>
              <a:gd name="connsiteX37" fmla="*/ 25727 w 280495"/>
              <a:gd name="connsiteY37" fmla="*/ 189661 h 246075"/>
              <a:gd name="connsiteX38" fmla="*/ 9626 w 280495"/>
              <a:gd name="connsiteY38" fmla="*/ 179627 h 246075"/>
              <a:gd name="connsiteX39" fmla="*/ 1167 w 280495"/>
              <a:gd name="connsiteY39" fmla="*/ 161833 h 246075"/>
              <a:gd name="connsiteX40" fmla="*/ 0 w 280495"/>
              <a:gd name="connsiteY40" fmla="*/ 161600 h 246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</a:cxnLst>
            <a:rect l="l" t="t" r="r" b="b"/>
            <a:pathLst>
              <a:path w="280495" h="246075">
                <a:moveTo>
                  <a:pt x="0" y="161600"/>
                </a:moveTo>
                <a:lnTo>
                  <a:pt x="22052" y="155999"/>
                </a:lnTo>
                <a:lnTo>
                  <a:pt x="33953" y="132547"/>
                </a:lnTo>
                <a:lnTo>
                  <a:pt x="29520" y="110378"/>
                </a:lnTo>
                <a:lnTo>
                  <a:pt x="56064" y="94160"/>
                </a:lnTo>
                <a:lnTo>
                  <a:pt x="57522" y="69190"/>
                </a:lnTo>
                <a:lnTo>
                  <a:pt x="36812" y="60381"/>
                </a:lnTo>
                <a:lnTo>
                  <a:pt x="41246" y="32378"/>
                </a:lnTo>
                <a:lnTo>
                  <a:pt x="57522" y="14760"/>
                </a:lnTo>
                <a:lnTo>
                  <a:pt x="73624" y="13243"/>
                </a:lnTo>
                <a:lnTo>
                  <a:pt x="85350" y="0"/>
                </a:lnTo>
                <a:lnTo>
                  <a:pt x="114928" y="0"/>
                </a:lnTo>
                <a:lnTo>
                  <a:pt x="142815" y="22110"/>
                </a:lnTo>
                <a:lnTo>
                  <a:pt x="157633" y="10326"/>
                </a:lnTo>
                <a:lnTo>
                  <a:pt x="180210" y="15927"/>
                </a:lnTo>
                <a:lnTo>
                  <a:pt x="183302" y="52214"/>
                </a:lnTo>
                <a:lnTo>
                  <a:pt x="214105" y="79400"/>
                </a:lnTo>
                <a:lnTo>
                  <a:pt x="236449" y="82434"/>
                </a:lnTo>
                <a:lnTo>
                  <a:pt x="259610" y="106294"/>
                </a:lnTo>
                <a:lnTo>
                  <a:pt x="280495" y="117962"/>
                </a:lnTo>
                <a:lnTo>
                  <a:pt x="280495" y="130972"/>
                </a:lnTo>
                <a:lnTo>
                  <a:pt x="262819" y="148824"/>
                </a:lnTo>
                <a:lnTo>
                  <a:pt x="237324" y="146432"/>
                </a:lnTo>
                <a:lnTo>
                  <a:pt x="223381" y="138789"/>
                </a:lnTo>
                <a:lnTo>
                  <a:pt x="200162" y="138789"/>
                </a:lnTo>
                <a:lnTo>
                  <a:pt x="190944" y="147190"/>
                </a:lnTo>
                <a:lnTo>
                  <a:pt x="156233" y="146432"/>
                </a:lnTo>
                <a:lnTo>
                  <a:pt x="135464" y="154949"/>
                </a:lnTo>
                <a:lnTo>
                  <a:pt x="124496" y="182719"/>
                </a:lnTo>
                <a:lnTo>
                  <a:pt x="71349" y="209788"/>
                </a:lnTo>
                <a:lnTo>
                  <a:pt x="28878" y="246075"/>
                </a:lnTo>
                <a:lnTo>
                  <a:pt x="27419" y="232074"/>
                </a:lnTo>
                <a:lnTo>
                  <a:pt x="37454" y="202029"/>
                </a:lnTo>
                <a:lnTo>
                  <a:pt x="48946" y="201212"/>
                </a:lnTo>
                <a:lnTo>
                  <a:pt x="69015" y="188086"/>
                </a:lnTo>
                <a:lnTo>
                  <a:pt x="49646" y="190478"/>
                </a:lnTo>
                <a:lnTo>
                  <a:pt x="37454" y="186569"/>
                </a:lnTo>
                <a:lnTo>
                  <a:pt x="25727" y="189661"/>
                </a:lnTo>
                <a:lnTo>
                  <a:pt x="9626" y="179627"/>
                </a:lnTo>
                <a:lnTo>
                  <a:pt x="1167" y="161833"/>
                </a:lnTo>
                <a:lnTo>
                  <a:pt x="0" y="161600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36" name="Freeform: Shape 522">
            <a:extLst>
              <a:ext uri="{FF2B5EF4-FFF2-40B4-BE49-F238E27FC236}">
                <a16:creationId xmlns:a16="http://schemas.microsoft.com/office/drawing/2014/main" id="{F8170907-5B70-0DE7-6D7A-8CB15BCEA65E}"/>
              </a:ext>
            </a:extLst>
          </p:cNvPr>
          <p:cNvSpPr/>
          <p:nvPr/>
        </p:nvSpPr>
        <p:spPr>
          <a:xfrm>
            <a:off x="9393845" y="4499470"/>
            <a:ext cx="352252" cy="393090"/>
          </a:xfrm>
          <a:custGeom>
            <a:avLst/>
            <a:gdLst>
              <a:gd name="connsiteX0" fmla="*/ 4609 w 352252"/>
              <a:gd name="connsiteY0" fmla="*/ 70882 h 393090"/>
              <a:gd name="connsiteX1" fmla="*/ 817 w 352252"/>
              <a:gd name="connsiteY1" fmla="*/ 45446 h 393090"/>
              <a:gd name="connsiteX2" fmla="*/ 4434 w 352252"/>
              <a:gd name="connsiteY2" fmla="*/ 33954 h 393090"/>
              <a:gd name="connsiteX3" fmla="*/ 0 w 352252"/>
              <a:gd name="connsiteY3" fmla="*/ 6534 h 393090"/>
              <a:gd name="connsiteX4" fmla="*/ 16277 w 352252"/>
              <a:gd name="connsiteY4" fmla="*/ 13185 h 393090"/>
              <a:gd name="connsiteX5" fmla="*/ 20536 w 352252"/>
              <a:gd name="connsiteY5" fmla="*/ 6534 h 393090"/>
              <a:gd name="connsiteX6" fmla="*/ 40488 w 352252"/>
              <a:gd name="connsiteY6" fmla="*/ 18319 h 393090"/>
              <a:gd name="connsiteX7" fmla="*/ 47021 w 352252"/>
              <a:gd name="connsiteY7" fmla="*/ 8051 h 393090"/>
              <a:gd name="connsiteX8" fmla="*/ 69307 w 352252"/>
              <a:gd name="connsiteY8" fmla="*/ 8051 h 393090"/>
              <a:gd name="connsiteX9" fmla="*/ 77183 w 352252"/>
              <a:gd name="connsiteY9" fmla="*/ 0 h 393090"/>
              <a:gd name="connsiteX10" fmla="*/ 92001 w 352252"/>
              <a:gd name="connsiteY10" fmla="*/ 23569 h 393090"/>
              <a:gd name="connsiteX11" fmla="*/ 118429 w 352252"/>
              <a:gd name="connsiteY11" fmla="*/ 23569 h 393090"/>
              <a:gd name="connsiteX12" fmla="*/ 149991 w 352252"/>
              <a:gd name="connsiteY12" fmla="*/ 52097 h 393090"/>
              <a:gd name="connsiteX13" fmla="*/ 183127 w 352252"/>
              <a:gd name="connsiteY13" fmla="*/ 55831 h 393090"/>
              <a:gd name="connsiteX14" fmla="*/ 188261 w 352252"/>
              <a:gd name="connsiteY14" fmla="*/ 44105 h 393090"/>
              <a:gd name="connsiteX15" fmla="*/ 197770 w 352252"/>
              <a:gd name="connsiteY15" fmla="*/ 44105 h 393090"/>
              <a:gd name="connsiteX16" fmla="*/ 229507 w 352252"/>
              <a:gd name="connsiteY16" fmla="*/ 75666 h 393090"/>
              <a:gd name="connsiteX17" fmla="*/ 255118 w 352252"/>
              <a:gd name="connsiteY17" fmla="*/ 89026 h 393090"/>
              <a:gd name="connsiteX18" fmla="*/ 261710 w 352252"/>
              <a:gd name="connsiteY18" fmla="*/ 124904 h 393090"/>
              <a:gd name="connsiteX19" fmla="*/ 259610 w 352252"/>
              <a:gd name="connsiteY19" fmla="*/ 149290 h 393090"/>
              <a:gd name="connsiteX20" fmla="*/ 282421 w 352252"/>
              <a:gd name="connsiteY20" fmla="*/ 161075 h 393090"/>
              <a:gd name="connsiteX21" fmla="*/ 286038 w 352252"/>
              <a:gd name="connsiteY21" fmla="*/ 171984 h 393090"/>
              <a:gd name="connsiteX22" fmla="*/ 310890 w 352252"/>
              <a:gd name="connsiteY22" fmla="*/ 194853 h 393090"/>
              <a:gd name="connsiteX23" fmla="*/ 340468 w 352252"/>
              <a:gd name="connsiteY23" fmla="*/ 212413 h 393090"/>
              <a:gd name="connsiteX24" fmla="*/ 344144 w 352252"/>
              <a:gd name="connsiteY24" fmla="*/ 230849 h 393090"/>
              <a:gd name="connsiteX25" fmla="*/ 339710 w 352252"/>
              <a:gd name="connsiteY25" fmla="*/ 247709 h 393090"/>
              <a:gd name="connsiteX26" fmla="*/ 352253 w 352252"/>
              <a:gd name="connsiteY26" fmla="*/ 265386 h 393090"/>
              <a:gd name="connsiteX27" fmla="*/ 348519 w 352252"/>
              <a:gd name="connsiteY27" fmla="*/ 276353 h 393090"/>
              <a:gd name="connsiteX28" fmla="*/ 318416 w 352252"/>
              <a:gd name="connsiteY28" fmla="*/ 277053 h 393090"/>
              <a:gd name="connsiteX29" fmla="*/ 302139 w 352252"/>
              <a:gd name="connsiteY29" fmla="*/ 263869 h 393090"/>
              <a:gd name="connsiteX30" fmla="*/ 275712 w 352252"/>
              <a:gd name="connsiteY30" fmla="*/ 272736 h 393090"/>
              <a:gd name="connsiteX31" fmla="*/ 255935 w 352252"/>
              <a:gd name="connsiteY31" fmla="*/ 273436 h 393090"/>
              <a:gd name="connsiteX32" fmla="*/ 252959 w 352252"/>
              <a:gd name="connsiteY32" fmla="*/ 310132 h 393090"/>
              <a:gd name="connsiteX33" fmla="*/ 253659 w 352252"/>
              <a:gd name="connsiteY33" fmla="*/ 335218 h 393090"/>
              <a:gd name="connsiteX34" fmla="*/ 243333 w 352252"/>
              <a:gd name="connsiteY34" fmla="*/ 333701 h 393090"/>
              <a:gd name="connsiteX35" fmla="*/ 224140 w 352252"/>
              <a:gd name="connsiteY35" fmla="*/ 369055 h 393090"/>
              <a:gd name="connsiteX36" fmla="*/ 223498 w 352252"/>
              <a:gd name="connsiteY36" fmla="*/ 387373 h 393090"/>
              <a:gd name="connsiteX37" fmla="*/ 206696 w 352252"/>
              <a:gd name="connsiteY37" fmla="*/ 382239 h 393090"/>
              <a:gd name="connsiteX38" fmla="*/ 191937 w 352252"/>
              <a:gd name="connsiteY38" fmla="*/ 393090 h 393090"/>
              <a:gd name="connsiteX39" fmla="*/ 190594 w 352252"/>
              <a:gd name="connsiteY39" fmla="*/ 390582 h 393090"/>
              <a:gd name="connsiteX40" fmla="*/ 177235 w 352252"/>
              <a:gd name="connsiteY40" fmla="*/ 362696 h 393090"/>
              <a:gd name="connsiteX41" fmla="*/ 181786 w 352252"/>
              <a:gd name="connsiteY41" fmla="*/ 266961 h 393090"/>
              <a:gd name="connsiteX42" fmla="*/ 164109 w 352252"/>
              <a:gd name="connsiteY42" fmla="*/ 237441 h 393090"/>
              <a:gd name="connsiteX43" fmla="*/ 156641 w 352252"/>
              <a:gd name="connsiteY43" fmla="*/ 209613 h 393090"/>
              <a:gd name="connsiteX44" fmla="*/ 102269 w 352252"/>
              <a:gd name="connsiteY44" fmla="*/ 166792 h 393090"/>
              <a:gd name="connsiteX45" fmla="*/ 97835 w 352252"/>
              <a:gd name="connsiteY45" fmla="*/ 146315 h 393090"/>
              <a:gd name="connsiteX46" fmla="*/ 56589 w 352252"/>
              <a:gd name="connsiteY46" fmla="*/ 109503 h 393090"/>
              <a:gd name="connsiteX47" fmla="*/ 44805 w 352252"/>
              <a:gd name="connsiteY47" fmla="*/ 63765 h 393090"/>
              <a:gd name="connsiteX48" fmla="*/ 4609 w 352252"/>
              <a:gd name="connsiteY48" fmla="*/ 70882 h 3930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</a:cxnLst>
            <a:rect l="l" t="t" r="r" b="b"/>
            <a:pathLst>
              <a:path w="352252" h="393090">
                <a:moveTo>
                  <a:pt x="4609" y="70882"/>
                </a:moveTo>
                <a:lnTo>
                  <a:pt x="817" y="45446"/>
                </a:lnTo>
                <a:lnTo>
                  <a:pt x="4434" y="33954"/>
                </a:lnTo>
                <a:lnTo>
                  <a:pt x="0" y="6534"/>
                </a:lnTo>
                <a:lnTo>
                  <a:pt x="16277" y="13185"/>
                </a:lnTo>
                <a:lnTo>
                  <a:pt x="20536" y="6534"/>
                </a:lnTo>
                <a:lnTo>
                  <a:pt x="40488" y="18319"/>
                </a:lnTo>
                <a:lnTo>
                  <a:pt x="47021" y="8051"/>
                </a:lnTo>
                <a:lnTo>
                  <a:pt x="69307" y="8051"/>
                </a:lnTo>
                <a:lnTo>
                  <a:pt x="77183" y="0"/>
                </a:lnTo>
                <a:lnTo>
                  <a:pt x="92001" y="23569"/>
                </a:lnTo>
                <a:lnTo>
                  <a:pt x="118429" y="23569"/>
                </a:lnTo>
                <a:lnTo>
                  <a:pt x="149991" y="52097"/>
                </a:lnTo>
                <a:lnTo>
                  <a:pt x="183127" y="55831"/>
                </a:lnTo>
                <a:lnTo>
                  <a:pt x="188261" y="44105"/>
                </a:lnTo>
                <a:lnTo>
                  <a:pt x="197770" y="44105"/>
                </a:lnTo>
                <a:lnTo>
                  <a:pt x="229507" y="75666"/>
                </a:lnTo>
                <a:lnTo>
                  <a:pt x="255118" y="89026"/>
                </a:lnTo>
                <a:lnTo>
                  <a:pt x="261710" y="124904"/>
                </a:lnTo>
                <a:lnTo>
                  <a:pt x="259610" y="149290"/>
                </a:lnTo>
                <a:lnTo>
                  <a:pt x="282421" y="161075"/>
                </a:lnTo>
                <a:lnTo>
                  <a:pt x="286038" y="171984"/>
                </a:lnTo>
                <a:lnTo>
                  <a:pt x="310890" y="194853"/>
                </a:lnTo>
                <a:lnTo>
                  <a:pt x="340468" y="212413"/>
                </a:lnTo>
                <a:lnTo>
                  <a:pt x="344144" y="230849"/>
                </a:lnTo>
                <a:lnTo>
                  <a:pt x="339710" y="247709"/>
                </a:lnTo>
                <a:lnTo>
                  <a:pt x="352253" y="265386"/>
                </a:lnTo>
                <a:lnTo>
                  <a:pt x="348519" y="276353"/>
                </a:lnTo>
                <a:lnTo>
                  <a:pt x="318416" y="277053"/>
                </a:lnTo>
                <a:lnTo>
                  <a:pt x="302139" y="263869"/>
                </a:lnTo>
                <a:lnTo>
                  <a:pt x="275712" y="272736"/>
                </a:lnTo>
                <a:lnTo>
                  <a:pt x="255935" y="273436"/>
                </a:lnTo>
                <a:lnTo>
                  <a:pt x="252959" y="310132"/>
                </a:lnTo>
                <a:lnTo>
                  <a:pt x="253659" y="335218"/>
                </a:lnTo>
                <a:lnTo>
                  <a:pt x="243333" y="333701"/>
                </a:lnTo>
                <a:lnTo>
                  <a:pt x="224140" y="369055"/>
                </a:lnTo>
                <a:lnTo>
                  <a:pt x="223498" y="387373"/>
                </a:lnTo>
                <a:lnTo>
                  <a:pt x="206696" y="382239"/>
                </a:lnTo>
                <a:lnTo>
                  <a:pt x="191937" y="393090"/>
                </a:lnTo>
                <a:lnTo>
                  <a:pt x="190594" y="390582"/>
                </a:lnTo>
                <a:lnTo>
                  <a:pt x="177235" y="362696"/>
                </a:lnTo>
                <a:lnTo>
                  <a:pt x="181786" y="266961"/>
                </a:lnTo>
                <a:lnTo>
                  <a:pt x="164109" y="237441"/>
                </a:lnTo>
                <a:lnTo>
                  <a:pt x="156641" y="209613"/>
                </a:lnTo>
                <a:lnTo>
                  <a:pt x="102269" y="166792"/>
                </a:lnTo>
                <a:lnTo>
                  <a:pt x="97835" y="146315"/>
                </a:lnTo>
                <a:lnTo>
                  <a:pt x="56589" y="109503"/>
                </a:lnTo>
                <a:lnTo>
                  <a:pt x="44805" y="63765"/>
                </a:lnTo>
                <a:lnTo>
                  <a:pt x="4609" y="70882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37" name="Freeform: Shape 526">
            <a:extLst>
              <a:ext uri="{FF2B5EF4-FFF2-40B4-BE49-F238E27FC236}">
                <a16:creationId xmlns:a16="http://schemas.microsoft.com/office/drawing/2014/main" id="{F6703759-15E5-443A-798E-DFA9135443EF}"/>
              </a:ext>
            </a:extLst>
          </p:cNvPr>
          <p:cNvSpPr/>
          <p:nvPr/>
        </p:nvSpPr>
        <p:spPr>
          <a:xfrm>
            <a:off x="8978528" y="3979725"/>
            <a:ext cx="1680406" cy="1045440"/>
          </a:xfrm>
          <a:custGeom>
            <a:avLst/>
            <a:gdLst>
              <a:gd name="connsiteX0" fmla="*/ 105069 w 1680406"/>
              <a:gd name="connsiteY0" fmla="*/ 96844 h 1045440"/>
              <a:gd name="connsiteX1" fmla="*/ 121346 w 1680406"/>
              <a:gd name="connsiteY1" fmla="*/ 94743 h 1045440"/>
              <a:gd name="connsiteX2" fmla="*/ 154308 w 1680406"/>
              <a:gd name="connsiteY2" fmla="*/ 111720 h 1045440"/>
              <a:gd name="connsiteX3" fmla="*/ 172043 w 1680406"/>
              <a:gd name="connsiteY3" fmla="*/ 102211 h 1045440"/>
              <a:gd name="connsiteX4" fmla="*/ 243275 w 1680406"/>
              <a:gd name="connsiteY4" fmla="*/ 91884 h 1045440"/>
              <a:gd name="connsiteX5" fmla="*/ 275653 w 1680406"/>
              <a:gd name="connsiteY5" fmla="*/ 90484 h 1045440"/>
              <a:gd name="connsiteX6" fmla="*/ 297064 w 1680406"/>
              <a:gd name="connsiteY6" fmla="*/ 72749 h 1045440"/>
              <a:gd name="connsiteX7" fmla="*/ 309607 w 1680406"/>
              <a:gd name="connsiteY7" fmla="*/ 73566 h 1045440"/>
              <a:gd name="connsiteX8" fmla="*/ 334518 w 1680406"/>
              <a:gd name="connsiteY8" fmla="*/ 87567 h 1045440"/>
              <a:gd name="connsiteX9" fmla="*/ 393382 w 1680406"/>
              <a:gd name="connsiteY9" fmla="*/ 96318 h 1045440"/>
              <a:gd name="connsiteX10" fmla="*/ 418293 w 1680406"/>
              <a:gd name="connsiteY10" fmla="*/ 108861 h 1045440"/>
              <a:gd name="connsiteX11" fmla="*/ 422668 w 1680406"/>
              <a:gd name="connsiteY11" fmla="*/ 120646 h 1045440"/>
              <a:gd name="connsiteX12" fmla="*/ 458022 w 1680406"/>
              <a:gd name="connsiteY12" fmla="*/ 106644 h 1045440"/>
              <a:gd name="connsiteX13" fmla="*/ 474882 w 1680406"/>
              <a:gd name="connsiteY13" fmla="*/ 122046 h 1045440"/>
              <a:gd name="connsiteX14" fmla="*/ 488825 w 1680406"/>
              <a:gd name="connsiteY14" fmla="*/ 121229 h 1045440"/>
              <a:gd name="connsiteX15" fmla="*/ 497693 w 1680406"/>
              <a:gd name="connsiteY15" fmla="*/ 112537 h 1045440"/>
              <a:gd name="connsiteX16" fmla="*/ 528555 w 1680406"/>
              <a:gd name="connsiteY16" fmla="*/ 117029 h 1045440"/>
              <a:gd name="connsiteX17" fmla="*/ 542556 w 1680406"/>
              <a:gd name="connsiteY17" fmla="*/ 123621 h 1045440"/>
              <a:gd name="connsiteX18" fmla="*/ 574351 w 1680406"/>
              <a:gd name="connsiteY18" fmla="*/ 104136 h 1045440"/>
              <a:gd name="connsiteX19" fmla="*/ 602295 w 1680406"/>
              <a:gd name="connsiteY19" fmla="*/ 107753 h 1045440"/>
              <a:gd name="connsiteX20" fmla="*/ 606379 w 1680406"/>
              <a:gd name="connsiteY20" fmla="*/ 127238 h 1045440"/>
              <a:gd name="connsiteX21" fmla="*/ 623298 w 1680406"/>
              <a:gd name="connsiteY21" fmla="*/ 132722 h 1045440"/>
              <a:gd name="connsiteX22" fmla="*/ 642141 w 1680406"/>
              <a:gd name="connsiteY22" fmla="*/ 109445 h 1045440"/>
              <a:gd name="connsiteX23" fmla="*/ 663435 w 1680406"/>
              <a:gd name="connsiteY23" fmla="*/ 108395 h 1045440"/>
              <a:gd name="connsiteX24" fmla="*/ 680703 w 1680406"/>
              <a:gd name="connsiteY24" fmla="*/ 119946 h 1045440"/>
              <a:gd name="connsiteX25" fmla="*/ 710106 w 1680406"/>
              <a:gd name="connsiteY25" fmla="*/ 110962 h 1045440"/>
              <a:gd name="connsiteX26" fmla="*/ 727725 w 1680406"/>
              <a:gd name="connsiteY26" fmla="*/ 126480 h 1045440"/>
              <a:gd name="connsiteX27" fmla="*/ 749777 w 1680406"/>
              <a:gd name="connsiteY27" fmla="*/ 123621 h 1045440"/>
              <a:gd name="connsiteX28" fmla="*/ 752052 w 1680406"/>
              <a:gd name="connsiteY28" fmla="*/ 88967 h 1045440"/>
              <a:gd name="connsiteX29" fmla="*/ 766637 w 1680406"/>
              <a:gd name="connsiteY29" fmla="*/ 50172 h 1045440"/>
              <a:gd name="connsiteX30" fmla="*/ 796857 w 1680406"/>
              <a:gd name="connsiteY30" fmla="*/ 47080 h 1045440"/>
              <a:gd name="connsiteX31" fmla="*/ 840203 w 1680406"/>
              <a:gd name="connsiteY31" fmla="*/ 35995 h 1045440"/>
              <a:gd name="connsiteX32" fmla="*/ 859280 w 1680406"/>
              <a:gd name="connsiteY32" fmla="*/ 40488 h 1045440"/>
              <a:gd name="connsiteX33" fmla="*/ 882849 w 1680406"/>
              <a:gd name="connsiteY33" fmla="*/ 35412 h 1045440"/>
              <a:gd name="connsiteX34" fmla="*/ 880632 w 1680406"/>
              <a:gd name="connsiteY34" fmla="*/ 14060 h 1045440"/>
              <a:gd name="connsiteX35" fmla="*/ 896034 w 1680406"/>
              <a:gd name="connsiteY35" fmla="*/ 0 h 1045440"/>
              <a:gd name="connsiteX36" fmla="*/ 946847 w 1680406"/>
              <a:gd name="connsiteY36" fmla="*/ 16977 h 1045440"/>
              <a:gd name="connsiteX37" fmla="*/ 999003 w 1680406"/>
              <a:gd name="connsiteY37" fmla="*/ 16977 h 1045440"/>
              <a:gd name="connsiteX38" fmla="*/ 1024730 w 1680406"/>
              <a:gd name="connsiteY38" fmla="*/ 2975 h 1045440"/>
              <a:gd name="connsiteX39" fmla="*/ 1048241 w 1680406"/>
              <a:gd name="connsiteY39" fmla="*/ 4434 h 1045440"/>
              <a:gd name="connsiteX40" fmla="*/ 1063701 w 1680406"/>
              <a:gd name="connsiteY40" fmla="*/ 51455 h 1045440"/>
              <a:gd name="connsiteX41" fmla="*/ 1085111 w 1680406"/>
              <a:gd name="connsiteY41" fmla="*/ 69074 h 1045440"/>
              <a:gd name="connsiteX42" fmla="*/ 1073327 w 1680406"/>
              <a:gd name="connsiteY42" fmla="*/ 91884 h 1045440"/>
              <a:gd name="connsiteX43" fmla="*/ 1101155 w 1680406"/>
              <a:gd name="connsiteY43" fmla="*/ 128697 h 1045440"/>
              <a:gd name="connsiteX44" fmla="*/ 1157744 w 1680406"/>
              <a:gd name="connsiteY44" fmla="*/ 120646 h 1045440"/>
              <a:gd name="connsiteX45" fmla="*/ 1178338 w 1680406"/>
              <a:gd name="connsiteY45" fmla="*/ 138264 h 1045440"/>
              <a:gd name="connsiteX46" fmla="*/ 1181255 w 1680406"/>
              <a:gd name="connsiteY46" fmla="*/ 159500 h 1045440"/>
              <a:gd name="connsiteX47" fmla="*/ 1200507 w 1680406"/>
              <a:gd name="connsiteY47" fmla="*/ 162475 h 1045440"/>
              <a:gd name="connsiteX48" fmla="*/ 1200507 w 1680406"/>
              <a:gd name="connsiteY48" fmla="*/ 190478 h 1045440"/>
              <a:gd name="connsiteX49" fmla="*/ 1211475 w 1680406"/>
              <a:gd name="connsiteY49" fmla="*/ 223498 h 1045440"/>
              <a:gd name="connsiteX50" fmla="*/ 1257738 w 1680406"/>
              <a:gd name="connsiteY50" fmla="*/ 268361 h 1045440"/>
              <a:gd name="connsiteX51" fmla="*/ 1276231 w 1680406"/>
              <a:gd name="connsiteY51" fmla="*/ 247709 h 1045440"/>
              <a:gd name="connsiteX52" fmla="*/ 1304818 w 1680406"/>
              <a:gd name="connsiteY52" fmla="*/ 263227 h 1045440"/>
              <a:gd name="connsiteX53" fmla="*/ 1328503 w 1680406"/>
              <a:gd name="connsiteY53" fmla="*/ 256635 h 1045440"/>
              <a:gd name="connsiteX54" fmla="*/ 1350322 w 1680406"/>
              <a:gd name="connsiteY54" fmla="*/ 261010 h 1045440"/>
              <a:gd name="connsiteX55" fmla="*/ 1385034 w 1680406"/>
              <a:gd name="connsiteY55" fmla="*/ 234466 h 1045440"/>
              <a:gd name="connsiteX56" fmla="*/ 1401135 w 1680406"/>
              <a:gd name="connsiteY56" fmla="*/ 232366 h 1045440"/>
              <a:gd name="connsiteX57" fmla="*/ 1423946 w 1680406"/>
              <a:gd name="connsiteY57" fmla="*/ 282304 h 1045440"/>
              <a:gd name="connsiteX58" fmla="*/ 1455449 w 1680406"/>
              <a:gd name="connsiteY58" fmla="*/ 302140 h 1045440"/>
              <a:gd name="connsiteX59" fmla="*/ 1465076 w 1680406"/>
              <a:gd name="connsiteY59" fmla="*/ 322033 h 1045440"/>
              <a:gd name="connsiteX60" fmla="*/ 1479077 w 1680406"/>
              <a:gd name="connsiteY60" fmla="*/ 308032 h 1045440"/>
              <a:gd name="connsiteX61" fmla="*/ 1515714 w 1680406"/>
              <a:gd name="connsiteY61" fmla="*/ 316082 h 1045440"/>
              <a:gd name="connsiteX62" fmla="*/ 1542958 w 1680406"/>
              <a:gd name="connsiteY62" fmla="*/ 316783 h 1045440"/>
              <a:gd name="connsiteX63" fmla="*/ 1562152 w 1680406"/>
              <a:gd name="connsiteY63" fmla="*/ 328567 h 1045440"/>
              <a:gd name="connsiteX64" fmla="*/ 1584029 w 1680406"/>
              <a:gd name="connsiteY64" fmla="*/ 324950 h 1045440"/>
              <a:gd name="connsiteX65" fmla="*/ 1610691 w 1680406"/>
              <a:gd name="connsiteY65" fmla="*/ 341052 h 1045440"/>
              <a:gd name="connsiteX66" fmla="*/ 1641552 w 1680406"/>
              <a:gd name="connsiteY66" fmla="*/ 347003 h 1045440"/>
              <a:gd name="connsiteX67" fmla="*/ 1657012 w 1680406"/>
              <a:gd name="connsiteY67" fmla="*/ 331601 h 1045440"/>
              <a:gd name="connsiteX68" fmla="*/ 1665763 w 1680406"/>
              <a:gd name="connsiteY68" fmla="*/ 355111 h 1045440"/>
              <a:gd name="connsiteX69" fmla="*/ 1679706 w 1680406"/>
              <a:gd name="connsiteY69" fmla="*/ 363221 h 1045440"/>
              <a:gd name="connsiteX70" fmla="*/ 1680406 w 1680406"/>
              <a:gd name="connsiteY70" fmla="*/ 390407 h 1045440"/>
              <a:gd name="connsiteX71" fmla="*/ 1663488 w 1680406"/>
              <a:gd name="connsiteY71" fmla="*/ 413218 h 1045440"/>
              <a:gd name="connsiteX72" fmla="*/ 1642194 w 1680406"/>
              <a:gd name="connsiteY72" fmla="*/ 417535 h 1045440"/>
              <a:gd name="connsiteX73" fmla="*/ 1635601 w 1680406"/>
              <a:gd name="connsiteY73" fmla="*/ 461698 h 1045440"/>
              <a:gd name="connsiteX74" fmla="*/ 1664946 w 1680406"/>
              <a:gd name="connsiteY74" fmla="*/ 482233 h 1045440"/>
              <a:gd name="connsiteX75" fmla="*/ 1669438 w 1680406"/>
              <a:gd name="connsiteY75" fmla="*/ 511694 h 1045440"/>
              <a:gd name="connsiteX76" fmla="*/ 1657012 w 1680406"/>
              <a:gd name="connsiteY76" fmla="*/ 549148 h 1045440"/>
              <a:gd name="connsiteX77" fmla="*/ 1660571 w 1680406"/>
              <a:gd name="connsiteY77" fmla="*/ 574818 h 1045440"/>
              <a:gd name="connsiteX78" fmla="*/ 1642194 w 1680406"/>
              <a:gd name="connsiteY78" fmla="*/ 588819 h 1045440"/>
              <a:gd name="connsiteX79" fmla="*/ 1592839 w 1680406"/>
              <a:gd name="connsiteY79" fmla="*/ 591794 h 1045440"/>
              <a:gd name="connsiteX80" fmla="*/ 1570962 w 1680406"/>
              <a:gd name="connsiteY80" fmla="*/ 627148 h 1045440"/>
              <a:gd name="connsiteX81" fmla="*/ 1557660 w 1680406"/>
              <a:gd name="connsiteY81" fmla="*/ 632982 h 1045440"/>
              <a:gd name="connsiteX82" fmla="*/ 1551651 w 1680406"/>
              <a:gd name="connsiteY82" fmla="*/ 680587 h 1045440"/>
              <a:gd name="connsiteX83" fmla="*/ 1532633 w 1680406"/>
              <a:gd name="connsiteY83" fmla="*/ 687412 h 1045440"/>
              <a:gd name="connsiteX84" fmla="*/ 1530474 w 1680406"/>
              <a:gd name="connsiteY84" fmla="*/ 676678 h 1045440"/>
              <a:gd name="connsiteX85" fmla="*/ 1519448 w 1680406"/>
              <a:gd name="connsiteY85" fmla="*/ 675103 h 1045440"/>
              <a:gd name="connsiteX86" fmla="*/ 1494012 w 1680406"/>
              <a:gd name="connsiteY86" fmla="*/ 686071 h 1045440"/>
              <a:gd name="connsiteX87" fmla="*/ 1468518 w 1680406"/>
              <a:gd name="connsiteY87" fmla="*/ 683737 h 1045440"/>
              <a:gd name="connsiteX88" fmla="*/ 1455449 w 1680406"/>
              <a:gd name="connsiteY88" fmla="*/ 693596 h 1045440"/>
              <a:gd name="connsiteX89" fmla="*/ 1446990 w 1680406"/>
              <a:gd name="connsiteY89" fmla="*/ 711390 h 1045440"/>
              <a:gd name="connsiteX90" fmla="*/ 1424588 w 1680406"/>
              <a:gd name="connsiteY90" fmla="*/ 712907 h 1045440"/>
              <a:gd name="connsiteX91" fmla="*/ 1413737 w 1680406"/>
              <a:gd name="connsiteY91" fmla="*/ 728425 h 1045440"/>
              <a:gd name="connsiteX92" fmla="*/ 1392210 w 1680406"/>
              <a:gd name="connsiteY92" fmla="*/ 751352 h 1045440"/>
              <a:gd name="connsiteX93" fmla="*/ 1384451 w 1680406"/>
              <a:gd name="connsiteY93" fmla="*/ 749136 h 1045440"/>
              <a:gd name="connsiteX94" fmla="*/ 1363623 w 1680406"/>
              <a:gd name="connsiteY94" fmla="*/ 751352 h 1045440"/>
              <a:gd name="connsiteX95" fmla="*/ 1346647 w 1680406"/>
              <a:gd name="connsiteY95" fmla="*/ 764654 h 1045440"/>
              <a:gd name="connsiteX96" fmla="*/ 1319636 w 1680406"/>
              <a:gd name="connsiteY96" fmla="*/ 758470 h 1045440"/>
              <a:gd name="connsiteX97" fmla="*/ 1298750 w 1680406"/>
              <a:gd name="connsiteY97" fmla="*/ 771538 h 1045440"/>
              <a:gd name="connsiteX98" fmla="*/ 1285682 w 1680406"/>
              <a:gd name="connsiteY98" fmla="*/ 769204 h 1045440"/>
              <a:gd name="connsiteX99" fmla="*/ 1272556 w 1680406"/>
              <a:gd name="connsiteY99" fmla="*/ 746860 h 1045440"/>
              <a:gd name="connsiteX100" fmla="*/ 1263222 w 1680406"/>
              <a:gd name="connsiteY100" fmla="*/ 747735 h 1045440"/>
              <a:gd name="connsiteX101" fmla="*/ 1269522 w 1680406"/>
              <a:gd name="connsiteY101" fmla="*/ 760045 h 1045440"/>
              <a:gd name="connsiteX102" fmla="*/ 1281015 w 1680406"/>
              <a:gd name="connsiteY102" fmla="*/ 774746 h 1045440"/>
              <a:gd name="connsiteX103" fmla="*/ 1276523 w 1680406"/>
              <a:gd name="connsiteY103" fmla="*/ 787815 h 1045440"/>
              <a:gd name="connsiteX104" fmla="*/ 1254879 w 1680406"/>
              <a:gd name="connsiteY104" fmla="*/ 818676 h 1045440"/>
              <a:gd name="connsiteX105" fmla="*/ 1242394 w 1680406"/>
              <a:gd name="connsiteY105" fmla="*/ 825560 h 1045440"/>
              <a:gd name="connsiteX106" fmla="*/ 1237961 w 1680406"/>
              <a:gd name="connsiteY106" fmla="*/ 816401 h 1045440"/>
              <a:gd name="connsiteX107" fmla="*/ 1245486 w 1680406"/>
              <a:gd name="connsiteY107" fmla="*/ 811734 h 1045440"/>
              <a:gd name="connsiteX108" fmla="*/ 1265555 w 1680406"/>
              <a:gd name="connsiteY108" fmla="*/ 787815 h 1045440"/>
              <a:gd name="connsiteX109" fmla="*/ 1262522 w 1680406"/>
              <a:gd name="connsiteY109" fmla="*/ 779297 h 1045440"/>
              <a:gd name="connsiteX110" fmla="*/ 1251729 w 1680406"/>
              <a:gd name="connsiteY110" fmla="*/ 772355 h 1045440"/>
              <a:gd name="connsiteX111" fmla="*/ 1247762 w 1680406"/>
              <a:gd name="connsiteY111" fmla="*/ 783847 h 1045440"/>
              <a:gd name="connsiteX112" fmla="*/ 1216959 w 1680406"/>
              <a:gd name="connsiteY112" fmla="*/ 816401 h 1045440"/>
              <a:gd name="connsiteX113" fmla="*/ 1198406 w 1680406"/>
              <a:gd name="connsiteY113" fmla="*/ 819318 h 1045440"/>
              <a:gd name="connsiteX114" fmla="*/ 1195431 w 1680406"/>
              <a:gd name="connsiteY114" fmla="*/ 831744 h 1045440"/>
              <a:gd name="connsiteX115" fmla="*/ 1173729 w 1680406"/>
              <a:gd name="connsiteY115" fmla="*/ 831744 h 1045440"/>
              <a:gd name="connsiteX116" fmla="*/ 1159144 w 1680406"/>
              <a:gd name="connsiteY116" fmla="*/ 820951 h 1045440"/>
              <a:gd name="connsiteX117" fmla="*/ 1146835 w 1680406"/>
              <a:gd name="connsiteY117" fmla="*/ 832444 h 1045440"/>
              <a:gd name="connsiteX118" fmla="*/ 1124374 w 1680406"/>
              <a:gd name="connsiteY118" fmla="*/ 828710 h 1045440"/>
              <a:gd name="connsiteX119" fmla="*/ 1121340 w 1680406"/>
              <a:gd name="connsiteY119" fmla="*/ 837111 h 1045440"/>
              <a:gd name="connsiteX120" fmla="*/ 1134408 w 1680406"/>
              <a:gd name="connsiteY120" fmla="*/ 845687 h 1045440"/>
              <a:gd name="connsiteX121" fmla="*/ 1166962 w 1680406"/>
              <a:gd name="connsiteY121" fmla="*/ 843295 h 1045440"/>
              <a:gd name="connsiteX122" fmla="*/ 1179154 w 1680406"/>
              <a:gd name="connsiteY122" fmla="*/ 857997 h 1045440"/>
              <a:gd name="connsiteX123" fmla="*/ 1191639 w 1680406"/>
              <a:gd name="connsiteY123" fmla="*/ 867214 h 1045440"/>
              <a:gd name="connsiteX124" fmla="*/ 1203074 w 1680406"/>
              <a:gd name="connsiteY124" fmla="*/ 861030 h 1045440"/>
              <a:gd name="connsiteX125" fmla="*/ 1210016 w 1680406"/>
              <a:gd name="connsiteY125" fmla="*/ 871123 h 1045440"/>
              <a:gd name="connsiteX126" fmla="*/ 1200040 w 1680406"/>
              <a:gd name="connsiteY126" fmla="*/ 883549 h 1045440"/>
              <a:gd name="connsiteX127" fmla="*/ 1200798 w 1680406"/>
              <a:gd name="connsiteY127" fmla="*/ 892650 h 1045440"/>
              <a:gd name="connsiteX128" fmla="*/ 1210016 w 1680406"/>
              <a:gd name="connsiteY128" fmla="*/ 886525 h 1045440"/>
              <a:gd name="connsiteX129" fmla="*/ 1219350 w 1680406"/>
              <a:gd name="connsiteY129" fmla="*/ 886525 h 1045440"/>
              <a:gd name="connsiteX130" fmla="*/ 1216258 w 1680406"/>
              <a:gd name="connsiteY130" fmla="*/ 902685 h 1045440"/>
              <a:gd name="connsiteX131" fmla="*/ 1228684 w 1680406"/>
              <a:gd name="connsiteY131" fmla="*/ 891133 h 1045440"/>
              <a:gd name="connsiteX132" fmla="*/ 1239419 w 1680406"/>
              <a:gd name="connsiteY132" fmla="*/ 898134 h 1045440"/>
              <a:gd name="connsiteX133" fmla="*/ 1243969 w 1680406"/>
              <a:gd name="connsiteY133" fmla="*/ 921353 h 1045440"/>
              <a:gd name="connsiteX134" fmla="*/ 1255637 w 1680406"/>
              <a:gd name="connsiteY134" fmla="*/ 933604 h 1045440"/>
              <a:gd name="connsiteX135" fmla="*/ 1278681 w 1680406"/>
              <a:gd name="connsiteY135" fmla="*/ 940488 h 1045440"/>
              <a:gd name="connsiteX136" fmla="*/ 1288716 w 1680406"/>
              <a:gd name="connsiteY136" fmla="*/ 935238 h 1045440"/>
              <a:gd name="connsiteX137" fmla="*/ 1254879 w 1680406"/>
              <a:gd name="connsiteY137" fmla="*/ 902685 h 1045440"/>
              <a:gd name="connsiteX138" fmla="*/ 1219350 w 1680406"/>
              <a:gd name="connsiteY138" fmla="*/ 859572 h 1045440"/>
              <a:gd name="connsiteX139" fmla="*/ 1209141 w 1680406"/>
              <a:gd name="connsiteY139" fmla="*/ 833378 h 1045440"/>
              <a:gd name="connsiteX140" fmla="*/ 1217775 w 1680406"/>
              <a:gd name="connsiteY140" fmla="*/ 827894 h 1045440"/>
              <a:gd name="connsiteX141" fmla="*/ 1233235 w 1680406"/>
              <a:gd name="connsiteY141" fmla="*/ 849537 h 1045440"/>
              <a:gd name="connsiteX142" fmla="*/ 1241052 w 1680406"/>
              <a:gd name="connsiteY142" fmla="*/ 876490 h 1045440"/>
              <a:gd name="connsiteX143" fmla="*/ 1290291 w 1680406"/>
              <a:gd name="connsiteY143" fmla="*/ 930512 h 1045440"/>
              <a:gd name="connsiteX144" fmla="*/ 1301842 w 1680406"/>
              <a:gd name="connsiteY144" fmla="*/ 935238 h 1045440"/>
              <a:gd name="connsiteX145" fmla="*/ 1318994 w 1680406"/>
              <a:gd name="connsiteY145" fmla="*/ 917444 h 1045440"/>
              <a:gd name="connsiteX146" fmla="*/ 1330487 w 1680406"/>
              <a:gd name="connsiteY146" fmla="*/ 916628 h 1045440"/>
              <a:gd name="connsiteX147" fmla="*/ 1349681 w 1680406"/>
              <a:gd name="connsiteY147" fmla="*/ 928937 h 1045440"/>
              <a:gd name="connsiteX148" fmla="*/ 1357498 w 1680406"/>
              <a:gd name="connsiteY148" fmla="*/ 908110 h 1045440"/>
              <a:gd name="connsiteX149" fmla="*/ 1389876 w 1680406"/>
              <a:gd name="connsiteY149" fmla="*/ 904260 h 1045440"/>
              <a:gd name="connsiteX150" fmla="*/ 1416946 w 1680406"/>
              <a:gd name="connsiteY150" fmla="*/ 905777 h 1045440"/>
              <a:gd name="connsiteX151" fmla="*/ 1409128 w 1680406"/>
              <a:gd name="connsiteY151" fmla="*/ 918961 h 1045440"/>
              <a:gd name="connsiteX152" fmla="*/ 1399152 w 1680406"/>
              <a:gd name="connsiteY152" fmla="*/ 927362 h 1045440"/>
              <a:gd name="connsiteX153" fmla="*/ 1408370 w 1680406"/>
              <a:gd name="connsiteY153" fmla="*/ 945972 h 1045440"/>
              <a:gd name="connsiteX154" fmla="*/ 1396002 w 1680406"/>
              <a:gd name="connsiteY154" fmla="*/ 960732 h 1045440"/>
              <a:gd name="connsiteX155" fmla="*/ 1361290 w 1680406"/>
              <a:gd name="connsiteY155" fmla="*/ 963707 h 1045440"/>
              <a:gd name="connsiteX156" fmla="*/ 1321211 w 1680406"/>
              <a:gd name="connsiteY156" fmla="*/ 956707 h 1045440"/>
              <a:gd name="connsiteX157" fmla="*/ 1297233 w 1680406"/>
              <a:gd name="connsiteY157" fmla="*/ 969891 h 1045440"/>
              <a:gd name="connsiteX158" fmla="*/ 1279615 w 1680406"/>
              <a:gd name="connsiteY158" fmla="*/ 994744 h 1045440"/>
              <a:gd name="connsiteX159" fmla="*/ 1247178 w 1680406"/>
              <a:gd name="connsiteY159" fmla="*/ 993811 h 1045440"/>
              <a:gd name="connsiteX160" fmla="*/ 1200040 w 1680406"/>
              <a:gd name="connsiteY160" fmla="*/ 1029339 h 1045440"/>
              <a:gd name="connsiteX161" fmla="*/ 1164570 w 1680406"/>
              <a:gd name="connsiteY161" fmla="*/ 1045441 h 1045440"/>
              <a:gd name="connsiteX162" fmla="*/ 1127466 w 1680406"/>
              <a:gd name="connsiteY162" fmla="*/ 1043866 h 1045440"/>
              <a:gd name="connsiteX163" fmla="*/ 1109789 w 1680406"/>
              <a:gd name="connsiteY163" fmla="*/ 1030098 h 1045440"/>
              <a:gd name="connsiteX164" fmla="*/ 1115215 w 1680406"/>
              <a:gd name="connsiteY164" fmla="*/ 1022397 h 1045440"/>
              <a:gd name="connsiteX165" fmla="*/ 1127466 w 1680406"/>
              <a:gd name="connsiteY165" fmla="*/ 985293 h 1045440"/>
              <a:gd name="connsiteX166" fmla="*/ 1125891 w 1680406"/>
              <a:gd name="connsiteY166" fmla="*/ 970708 h 1045440"/>
              <a:gd name="connsiteX167" fmla="*/ 1093512 w 1680406"/>
              <a:gd name="connsiteY167" fmla="*/ 945156 h 1045440"/>
              <a:gd name="connsiteX168" fmla="*/ 1081961 w 1680406"/>
              <a:gd name="connsiteY168" fmla="*/ 946789 h 1045440"/>
              <a:gd name="connsiteX169" fmla="*/ 1059676 w 1680406"/>
              <a:gd name="connsiteY169" fmla="*/ 935938 h 1045440"/>
              <a:gd name="connsiteX170" fmla="*/ 1045674 w 1680406"/>
              <a:gd name="connsiteY170" fmla="*/ 947431 h 1045440"/>
              <a:gd name="connsiteX171" fmla="*/ 1027939 w 1680406"/>
              <a:gd name="connsiteY171" fmla="*/ 939847 h 1045440"/>
              <a:gd name="connsiteX172" fmla="*/ 1048883 w 1680406"/>
              <a:gd name="connsiteY172" fmla="*/ 908110 h 1045440"/>
              <a:gd name="connsiteX173" fmla="*/ 1085111 w 1680406"/>
              <a:gd name="connsiteY173" fmla="*/ 886525 h 1045440"/>
              <a:gd name="connsiteX174" fmla="*/ 1115215 w 1680406"/>
              <a:gd name="connsiteY174" fmla="*/ 881157 h 1045440"/>
              <a:gd name="connsiteX175" fmla="*/ 1123616 w 1680406"/>
              <a:gd name="connsiteY175" fmla="*/ 875790 h 1045440"/>
              <a:gd name="connsiteX176" fmla="*/ 1112064 w 1680406"/>
              <a:gd name="connsiteY176" fmla="*/ 861905 h 1045440"/>
              <a:gd name="connsiteX177" fmla="*/ 1107456 w 1680406"/>
              <a:gd name="connsiteY177" fmla="*/ 836411 h 1045440"/>
              <a:gd name="connsiteX178" fmla="*/ 1097888 w 1680406"/>
              <a:gd name="connsiteY178" fmla="*/ 831919 h 1045440"/>
              <a:gd name="connsiteX179" fmla="*/ 1090304 w 1680406"/>
              <a:gd name="connsiteY179" fmla="*/ 846562 h 1045440"/>
              <a:gd name="connsiteX180" fmla="*/ 1074144 w 1680406"/>
              <a:gd name="connsiteY180" fmla="*/ 837345 h 1045440"/>
              <a:gd name="connsiteX181" fmla="*/ 1051042 w 1680406"/>
              <a:gd name="connsiteY181" fmla="*/ 827427 h 1045440"/>
              <a:gd name="connsiteX182" fmla="*/ 1026422 w 1680406"/>
              <a:gd name="connsiteY182" fmla="*/ 831627 h 1045440"/>
              <a:gd name="connsiteX183" fmla="*/ 1004895 w 1680406"/>
              <a:gd name="connsiteY183" fmla="*/ 842770 h 1045440"/>
              <a:gd name="connsiteX184" fmla="*/ 986518 w 1680406"/>
              <a:gd name="connsiteY184" fmla="*/ 831919 h 1045440"/>
              <a:gd name="connsiteX185" fmla="*/ 972108 w 1680406"/>
              <a:gd name="connsiteY185" fmla="*/ 830752 h 1045440"/>
              <a:gd name="connsiteX186" fmla="*/ 957115 w 1680406"/>
              <a:gd name="connsiteY186" fmla="*/ 817742 h 1045440"/>
              <a:gd name="connsiteX187" fmla="*/ 968491 w 1680406"/>
              <a:gd name="connsiteY187" fmla="*/ 810858 h 1045440"/>
              <a:gd name="connsiteX188" fmla="*/ 972633 w 1680406"/>
              <a:gd name="connsiteY188" fmla="*/ 803041 h 1045440"/>
              <a:gd name="connsiteX189" fmla="*/ 942530 w 1680406"/>
              <a:gd name="connsiteY189" fmla="*/ 793065 h 1045440"/>
              <a:gd name="connsiteX190" fmla="*/ 905601 w 1680406"/>
              <a:gd name="connsiteY190" fmla="*/ 793065 h 1045440"/>
              <a:gd name="connsiteX191" fmla="*/ 896676 w 1680406"/>
              <a:gd name="connsiteY191" fmla="*/ 780464 h 1045440"/>
              <a:gd name="connsiteX192" fmla="*/ 919544 w 1680406"/>
              <a:gd name="connsiteY192" fmla="*/ 780464 h 1045440"/>
              <a:gd name="connsiteX193" fmla="*/ 954782 w 1680406"/>
              <a:gd name="connsiteY193" fmla="*/ 775913 h 1045440"/>
              <a:gd name="connsiteX194" fmla="*/ 973158 w 1680406"/>
              <a:gd name="connsiteY194" fmla="*/ 781689 h 1045440"/>
              <a:gd name="connsiteX195" fmla="*/ 986518 w 1680406"/>
              <a:gd name="connsiteY195" fmla="*/ 774688 h 1045440"/>
              <a:gd name="connsiteX196" fmla="*/ 1007929 w 1680406"/>
              <a:gd name="connsiteY196" fmla="*/ 761562 h 1045440"/>
              <a:gd name="connsiteX197" fmla="*/ 977125 w 1680406"/>
              <a:gd name="connsiteY197" fmla="*/ 769204 h 1045440"/>
              <a:gd name="connsiteX198" fmla="*/ 961724 w 1680406"/>
              <a:gd name="connsiteY198" fmla="*/ 763895 h 1045440"/>
              <a:gd name="connsiteX199" fmla="*/ 949356 w 1680406"/>
              <a:gd name="connsiteY199" fmla="*/ 754619 h 1045440"/>
              <a:gd name="connsiteX200" fmla="*/ 942238 w 1680406"/>
              <a:gd name="connsiteY200" fmla="*/ 743068 h 1045440"/>
              <a:gd name="connsiteX201" fmla="*/ 933896 w 1680406"/>
              <a:gd name="connsiteY201" fmla="*/ 756953 h 1045440"/>
              <a:gd name="connsiteX202" fmla="*/ 925437 w 1680406"/>
              <a:gd name="connsiteY202" fmla="*/ 768621 h 1045440"/>
              <a:gd name="connsiteX203" fmla="*/ 906885 w 1680406"/>
              <a:gd name="connsiteY203" fmla="*/ 768621 h 1045440"/>
              <a:gd name="connsiteX204" fmla="*/ 907702 w 1680406"/>
              <a:gd name="connsiteY204" fmla="*/ 763078 h 1045440"/>
              <a:gd name="connsiteX205" fmla="*/ 896034 w 1680406"/>
              <a:gd name="connsiteY205" fmla="*/ 752227 h 1045440"/>
              <a:gd name="connsiteX206" fmla="*/ 876024 w 1680406"/>
              <a:gd name="connsiteY206" fmla="*/ 777780 h 1045440"/>
              <a:gd name="connsiteX207" fmla="*/ 852163 w 1680406"/>
              <a:gd name="connsiteY207" fmla="*/ 779297 h 1045440"/>
              <a:gd name="connsiteX208" fmla="*/ 837519 w 1680406"/>
              <a:gd name="connsiteY208" fmla="*/ 790848 h 1045440"/>
              <a:gd name="connsiteX209" fmla="*/ 837519 w 1680406"/>
              <a:gd name="connsiteY209" fmla="*/ 816401 h 1045440"/>
              <a:gd name="connsiteX210" fmla="*/ 816576 w 1680406"/>
              <a:gd name="connsiteY210" fmla="*/ 843295 h 1045440"/>
              <a:gd name="connsiteX211" fmla="*/ 805841 w 1680406"/>
              <a:gd name="connsiteY211" fmla="*/ 843295 h 1045440"/>
              <a:gd name="connsiteX212" fmla="*/ 811908 w 1680406"/>
              <a:gd name="connsiteY212" fmla="*/ 856480 h 1045440"/>
              <a:gd name="connsiteX213" fmla="*/ 773404 w 1680406"/>
              <a:gd name="connsiteY213" fmla="*/ 902685 h 1045440"/>
              <a:gd name="connsiteX214" fmla="*/ 760278 w 1680406"/>
              <a:gd name="connsiteY214" fmla="*/ 902685 h 1045440"/>
              <a:gd name="connsiteX215" fmla="*/ 751702 w 1680406"/>
              <a:gd name="connsiteY215" fmla="*/ 889616 h 1045440"/>
              <a:gd name="connsiteX216" fmla="*/ 750944 w 1680406"/>
              <a:gd name="connsiteY216" fmla="*/ 904260 h 1045440"/>
              <a:gd name="connsiteX217" fmla="*/ 748727 w 1680406"/>
              <a:gd name="connsiteY217" fmla="*/ 916628 h 1045440"/>
              <a:gd name="connsiteX218" fmla="*/ 758645 w 1680406"/>
              <a:gd name="connsiteY218" fmla="*/ 928937 h 1045440"/>
              <a:gd name="connsiteX219" fmla="*/ 754853 w 1680406"/>
              <a:gd name="connsiteY219" fmla="*/ 946789 h 1045440"/>
              <a:gd name="connsiteX220" fmla="*/ 754619 w 1680406"/>
              <a:gd name="connsiteY220" fmla="*/ 946964 h 1045440"/>
              <a:gd name="connsiteX221" fmla="*/ 737409 w 1680406"/>
              <a:gd name="connsiteY221" fmla="*/ 932962 h 1045440"/>
              <a:gd name="connsiteX222" fmla="*/ 705731 w 1680406"/>
              <a:gd name="connsiteY222" fmla="*/ 935763 h 1045440"/>
              <a:gd name="connsiteX223" fmla="*/ 689104 w 1680406"/>
              <a:gd name="connsiteY223" fmla="*/ 948014 h 1045440"/>
              <a:gd name="connsiteX224" fmla="*/ 651417 w 1680406"/>
              <a:gd name="connsiteY224" fmla="*/ 947256 h 1045440"/>
              <a:gd name="connsiteX225" fmla="*/ 623531 w 1680406"/>
              <a:gd name="connsiteY225" fmla="*/ 941247 h 1045440"/>
              <a:gd name="connsiteX226" fmla="*/ 607254 w 1680406"/>
              <a:gd name="connsiteY226" fmla="*/ 912836 h 1045440"/>
              <a:gd name="connsiteX227" fmla="*/ 622014 w 1680406"/>
              <a:gd name="connsiteY227" fmla="*/ 901984 h 1045440"/>
              <a:gd name="connsiteX228" fmla="*/ 638816 w 1680406"/>
              <a:gd name="connsiteY228" fmla="*/ 907118 h 1045440"/>
              <a:gd name="connsiteX229" fmla="*/ 639457 w 1680406"/>
              <a:gd name="connsiteY229" fmla="*/ 888800 h 1045440"/>
              <a:gd name="connsiteX230" fmla="*/ 658651 w 1680406"/>
              <a:gd name="connsiteY230" fmla="*/ 853446 h 1045440"/>
              <a:gd name="connsiteX231" fmla="*/ 668977 w 1680406"/>
              <a:gd name="connsiteY231" fmla="*/ 854963 h 1045440"/>
              <a:gd name="connsiteX232" fmla="*/ 668277 w 1680406"/>
              <a:gd name="connsiteY232" fmla="*/ 829877 h 1045440"/>
              <a:gd name="connsiteX233" fmla="*/ 671252 w 1680406"/>
              <a:gd name="connsiteY233" fmla="*/ 793182 h 1045440"/>
              <a:gd name="connsiteX234" fmla="*/ 691029 w 1680406"/>
              <a:gd name="connsiteY234" fmla="*/ 792482 h 1045440"/>
              <a:gd name="connsiteX235" fmla="*/ 717457 w 1680406"/>
              <a:gd name="connsiteY235" fmla="*/ 783614 h 1045440"/>
              <a:gd name="connsiteX236" fmla="*/ 733734 w 1680406"/>
              <a:gd name="connsiteY236" fmla="*/ 796799 h 1045440"/>
              <a:gd name="connsiteX237" fmla="*/ 763837 w 1680406"/>
              <a:gd name="connsiteY237" fmla="*/ 796099 h 1045440"/>
              <a:gd name="connsiteX238" fmla="*/ 767571 w 1680406"/>
              <a:gd name="connsiteY238" fmla="*/ 785131 h 1045440"/>
              <a:gd name="connsiteX239" fmla="*/ 755027 w 1680406"/>
              <a:gd name="connsiteY239" fmla="*/ 767454 h 1045440"/>
              <a:gd name="connsiteX240" fmla="*/ 759461 w 1680406"/>
              <a:gd name="connsiteY240" fmla="*/ 750594 h 1045440"/>
              <a:gd name="connsiteX241" fmla="*/ 755786 w 1680406"/>
              <a:gd name="connsiteY241" fmla="*/ 732159 h 1045440"/>
              <a:gd name="connsiteX242" fmla="*/ 726208 w 1680406"/>
              <a:gd name="connsiteY242" fmla="*/ 714598 h 1045440"/>
              <a:gd name="connsiteX243" fmla="*/ 701356 w 1680406"/>
              <a:gd name="connsiteY243" fmla="*/ 691730 h 1045440"/>
              <a:gd name="connsiteX244" fmla="*/ 697739 w 1680406"/>
              <a:gd name="connsiteY244" fmla="*/ 680820 h 1045440"/>
              <a:gd name="connsiteX245" fmla="*/ 674928 w 1680406"/>
              <a:gd name="connsiteY245" fmla="*/ 669035 h 1045440"/>
              <a:gd name="connsiteX246" fmla="*/ 677028 w 1680406"/>
              <a:gd name="connsiteY246" fmla="*/ 644650 h 1045440"/>
              <a:gd name="connsiteX247" fmla="*/ 670435 w 1680406"/>
              <a:gd name="connsiteY247" fmla="*/ 608771 h 1045440"/>
              <a:gd name="connsiteX248" fmla="*/ 644825 w 1680406"/>
              <a:gd name="connsiteY248" fmla="*/ 595411 h 1045440"/>
              <a:gd name="connsiteX249" fmla="*/ 613088 w 1680406"/>
              <a:gd name="connsiteY249" fmla="*/ 563850 h 1045440"/>
              <a:gd name="connsiteX250" fmla="*/ 603579 w 1680406"/>
              <a:gd name="connsiteY250" fmla="*/ 563850 h 1045440"/>
              <a:gd name="connsiteX251" fmla="*/ 598445 w 1680406"/>
              <a:gd name="connsiteY251" fmla="*/ 575576 h 1045440"/>
              <a:gd name="connsiteX252" fmla="*/ 565308 w 1680406"/>
              <a:gd name="connsiteY252" fmla="*/ 571842 h 1045440"/>
              <a:gd name="connsiteX253" fmla="*/ 533746 w 1680406"/>
              <a:gd name="connsiteY253" fmla="*/ 543314 h 1045440"/>
              <a:gd name="connsiteX254" fmla="*/ 507319 w 1680406"/>
              <a:gd name="connsiteY254" fmla="*/ 543314 h 1045440"/>
              <a:gd name="connsiteX255" fmla="*/ 492500 w 1680406"/>
              <a:gd name="connsiteY255" fmla="*/ 519745 h 1045440"/>
              <a:gd name="connsiteX256" fmla="*/ 484625 w 1680406"/>
              <a:gd name="connsiteY256" fmla="*/ 527796 h 1045440"/>
              <a:gd name="connsiteX257" fmla="*/ 462339 w 1680406"/>
              <a:gd name="connsiteY257" fmla="*/ 527796 h 1045440"/>
              <a:gd name="connsiteX258" fmla="*/ 455805 w 1680406"/>
              <a:gd name="connsiteY258" fmla="*/ 538064 h 1045440"/>
              <a:gd name="connsiteX259" fmla="*/ 435853 w 1680406"/>
              <a:gd name="connsiteY259" fmla="*/ 526279 h 1045440"/>
              <a:gd name="connsiteX260" fmla="*/ 431594 w 1680406"/>
              <a:gd name="connsiteY260" fmla="*/ 532930 h 1045440"/>
              <a:gd name="connsiteX261" fmla="*/ 415318 w 1680406"/>
              <a:gd name="connsiteY261" fmla="*/ 526279 h 1045440"/>
              <a:gd name="connsiteX262" fmla="*/ 419752 w 1680406"/>
              <a:gd name="connsiteY262" fmla="*/ 553699 h 1045440"/>
              <a:gd name="connsiteX263" fmla="*/ 416135 w 1680406"/>
              <a:gd name="connsiteY263" fmla="*/ 565191 h 1045440"/>
              <a:gd name="connsiteX264" fmla="*/ 419926 w 1680406"/>
              <a:gd name="connsiteY264" fmla="*/ 590627 h 1045440"/>
              <a:gd name="connsiteX265" fmla="*/ 396241 w 1680406"/>
              <a:gd name="connsiteY265" fmla="*/ 594711 h 1045440"/>
              <a:gd name="connsiteX266" fmla="*/ 372730 w 1680406"/>
              <a:gd name="connsiteY266" fmla="*/ 609413 h 1045440"/>
              <a:gd name="connsiteX267" fmla="*/ 304415 w 1680406"/>
              <a:gd name="connsiteY267" fmla="*/ 621255 h 1045440"/>
              <a:gd name="connsiteX268" fmla="*/ 287438 w 1680406"/>
              <a:gd name="connsiteY268" fmla="*/ 641033 h 1045440"/>
              <a:gd name="connsiteX269" fmla="*/ 266144 w 1680406"/>
              <a:gd name="connsiteY269" fmla="*/ 642491 h 1045440"/>
              <a:gd name="connsiteX270" fmla="*/ 233824 w 1680406"/>
              <a:gd name="connsiteY270" fmla="*/ 652642 h 1045440"/>
              <a:gd name="connsiteX271" fmla="*/ 212414 w 1680406"/>
              <a:gd name="connsiteY271" fmla="*/ 642491 h 1045440"/>
              <a:gd name="connsiteX272" fmla="*/ 202904 w 1680406"/>
              <a:gd name="connsiteY272" fmla="*/ 626273 h 1045440"/>
              <a:gd name="connsiteX273" fmla="*/ 175776 w 1680406"/>
              <a:gd name="connsiteY273" fmla="*/ 613905 h 1045440"/>
              <a:gd name="connsiteX274" fmla="*/ 147132 w 1680406"/>
              <a:gd name="connsiteY274" fmla="*/ 613088 h 1045440"/>
              <a:gd name="connsiteX275" fmla="*/ 110378 w 1680406"/>
              <a:gd name="connsiteY275" fmla="*/ 591794 h 1045440"/>
              <a:gd name="connsiteX276" fmla="*/ 90484 w 1680406"/>
              <a:gd name="connsiteY276" fmla="*/ 591794 h 1045440"/>
              <a:gd name="connsiteX277" fmla="*/ 77300 w 1680406"/>
              <a:gd name="connsiteY277" fmla="*/ 604221 h 1045440"/>
              <a:gd name="connsiteX278" fmla="*/ 57172 w 1680406"/>
              <a:gd name="connsiteY278" fmla="*/ 604921 h 1045440"/>
              <a:gd name="connsiteX279" fmla="*/ 50055 w 1680406"/>
              <a:gd name="connsiteY279" fmla="*/ 586544 h 1045440"/>
              <a:gd name="connsiteX280" fmla="*/ 24269 w 1680406"/>
              <a:gd name="connsiteY280" fmla="*/ 569742 h 1045440"/>
              <a:gd name="connsiteX281" fmla="*/ 0 w 1680406"/>
              <a:gd name="connsiteY281" fmla="*/ 546873 h 1045440"/>
              <a:gd name="connsiteX282" fmla="*/ 4434 w 1680406"/>
              <a:gd name="connsiteY282" fmla="*/ 543956 h 1045440"/>
              <a:gd name="connsiteX283" fmla="*/ 8868 w 1680406"/>
              <a:gd name="connsiteY283" fmla="*/ 509361 h 1045440"/>
              <a:gd name="connsiteX284" fmla="*/ 29870 w 1680406"/>
              <a:gd name="connsiteY284" fmla="*/ 464731 h 1045440"/>
              <a:gd name="connsiteX285" fmla="*/ 49355 w 1680406"/>
              <a:gd name="connsiteY285" fmla="*/ 466015 h 1045440"/>
              <a:gd name="connsiteX286" fmla="*/ 50814 w 1680406"/>
              <a:gd name="connsiteY286" fmla="*/ 435153 h 1045440"/>
              <a:gd name="connsiteX287" fmla="*/ 46380 w 1680406"/>
              <a:gd name="connsiteY287" fmla="*/ 407208 h 1045440"/>
              <a:gd name="connsiteX288" fmla="*/ 108861 w 1680406"/>
              <a:gd name="connsiteY288" fmla="*/ 337435 h 1045440"/>
              <a:gd name="connsiteX289" fmla="*/ 117670 w 1680406"/>
              <a:gd name="connsiteY289" fmla="*/ 306573 h 1045440"/>
              <a:gd name="connsiteX290" fmla="*/ 133130 w 1680406"/>
              <a:gd name="connsiteY290" fmla="*/ 290413 h 1045440"/>
              <a:gd name="connsiteX291" fmla="*/ 150049 w 1680406"/>
              <a:gd name="connsiteY291" fmla="*/ 289597 h 1045440"/>
              <a:gd name="connsiteX292" fmla="*/ 155824 w 1680406"/>
              <a:gd name="connsiteY292" fmla="*/ 259318 h 1045440"/>
              <a:gd name="connsiteX293" fmla="*/ 148240 w 1680406"/>
              <a:gd name="connsiteY293" fmla="*/ 246717 h 1045440"/>
              <a:gd name="connsiteX294" fmla="*/ 145382 w 1680406"/>
              <a:gd name="connsiteY294" fmla="*/ 230790 h 1045440"/>
              <a:gd name="connsiteX295" fmla="*/ 154249 w 1680406"/>
              <a:gd name="connsiteY295" fmla="*/ 219356 h 1045440"/>
              <a:gd name="connsiteX296" fmla="*/ 129513 w 1680406"/>
              <a:gd name="connsiteY296" fmla="*/ 204071 h 1045440"/>
              <a:gd name="connsiteX297" fmla="*/ 117670 w 1680406"/>
              <a:gd name="connsiteY297" fmla="*/ 174201 h 1045440"/>
              <a:gd name="connsiteX298" fmla="*/ 104778 w 1680406"/>
              <a:gd name="connsiteY298" fmla="*/ 160783 h 1045440"/>
              <a:gd name="connsiteX299" fmla="*/ 103552 w 1680406"/>
              <a:gd name="connsiteY299" fmla="*/ 113937 h 1045440"/>
              <a:gd name="connsiteX300" fmla="*/ 105069 w 1680406"/>
              <a:gd name="connsiteY300" fmla="*/ 96844 h 10454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</a:cxnLst>
            <a:rect l="l" t="t" r="r" b="b"/>
            <a:pathLst>
              <a:path w="1680406" h="1045440">
                <a:moveTo>
                  <a:pt x="105069" y="96844"/>
                </a:moveTo>
                <a:lnTo>
                  <a:pt x="121346" y="94743"/>
                </a:lnTo>
                <a:lnTo>
                  <a:pt x="154308" y="111720"/>
                </a:lnTo>
                <a:lnTo>
                  <a:pt x="172043" y="102211"/>
                </a:lnTo>
                <a:lnTo>
                  <a:pt x="243275" y="91884"/>
                </a:lnTo>
                <a:lnTo>
                  <a:pt x="275653" y="90484"/>
                </a:lnTo>
                <a:lnTo>
                  <a:pt x="297064" y="72749"/>
                </a:lnTo>
                <a:lnTo>
                  <a:pt x="309607" y="73566"/>
                </a:lnTo>
                <a:lnTo>
                  <a:pt x="334518" y="87567"/>
                </a:lnTo>
                <a:lnTo>
                  <a:pt x="393382" y="96318"/>
                </a:lnTo>
                <a:lnTo>
                  <a:pt x="418293" y="108861"/>
                </a:lnTo>
                <a:lnTo>
                  <a:pt x="422668" y="120646"/>
                </a:lnTo>
                <a:lnTo>
                  <a:pt x="458022" y="106644"/>
                </a:lnTo>
                <a:lnTo>
                  <a:pt x="474882" y="122046"/>
                </a:lnTo>
                <a:lnTo>
                  <a:pt x="488825" y="121229"/>
                </a:lnTo>
                <a:lnTo>
                  <a:pt x="497693" y="112537"/>
                </a:lnTo>
                <a:lnTo>
                  <a:pt x="528555" y="117029"/>
                </a:lnTo>
                <a:lnTo>
                  <a:pt x="542556" y="123621"/>
                </a:lnTo>
                <a:lnTo>
                  <a:pt x="574351" y="104136"/>
                </a:lnTo>
                <a:lnTo>
                  <a:pt x="602295" y="107753"/>
                </a:lnTo>
                <a:lnTo>
                  <a:pt x="606379" y="127238"/>
                </a:lnTo>
                <a:lnTo>
                  <a:pt x="623298" y="132722"/>
                </a:lnTo>
                <a:lnTo>
                  <a:pt x="642141" y="109445"/>
                </a:lnTo>
                <a:lnTo>
                  <a:pt x="663435" y="108395"/>
                </a:lnTo>
                <a:lnTo>
                  <a:pt x="680703" y="119946"/>
                </a:lnTo>
                <a:lnTo>
                  <a:pt x="710106" y="110962"/>
                </a:lnTo>
                <a:lnTo>
                  <a:pt x="727725" y="126480"/>
                </a:lnTo>
                <a:lnTo>
                  <a:pt x="749777" y="123621"/>
                </a:lnTo>
                <a:lnTo>
                  <a:pt x="752052" y="88967"/>
                </a:lnTo>
                <a:lnTo>
                  <a:pt x="766637" y="50172"/>
                </a:lnTo>
                <a:lnTo>
                  <a:pt x="796857" y="47080"/>
                </a:lnTo>
                <a:lnTo>
                  <a:pt x="840203" y="35995"/>
                </a:lnTo>
                <a:lnTo>
                  <a:pt x="859280" y="40488"/>
                </a:lnTo>
                <a:lnTo>
                  <a:pt x="882849" y="35412"/>
                </a:lnTo>
                <a:lnTo>
                  <a:pt x="880632" y="14060"/>
                </a:lnTo>
                <a:lnTo>
                  <a:pt x="896034" y="0"/>
                </a:lnTo>
                <a:lnTo>
                  <a:pt x="946847" y="16977"/>
                </a:lnTo>
                <a:lnTo>
                  <a:pt x="999003" y="16977"/>
                </a:lnTo>
                <a:lnTo>
                  <a:pt x="1024730" y="2975"/>
                </a:lnTo>
                <a:lnTo>
                  <a:pt x="1048241" y="4434"/>
                </a:lnTo>
                <a:lnTo>
                  <a:pt x="1063701" y="51455"/>
                </a:lnTo>
                <a:lnTo>
                  <a:pt x="1085111" y="69074"/>
                </a:lnTo>
                <a:lnTo>
                  <a:pt x="1073327" y="91884"/>
                </a:lnTo>
                <a:lnTo>
                  <a:pt x="1101155" y="128697"/>
                </a:lnTo>
                <a:lnTo>
                  <a:pt x="1157744" y="120646"/>
                </a:lnTo>
                <a:lnTo>
                  <a:pt x="1178338" y="138264"/>
                </a:lnTo>
                <a:lnTo>
                  <a:pt x="1181255" y="159500"/>
                </a:lnTo>
                <a:lnTo>
                  <a:pt x="1200507" y="162475"/>
                </a:lnTo>
                <a:lnTo>
                  <a:pt x="1200507" y="190478"/>
                </a:lnTo>
                <a:lnTo>
                  <a:pt x="1211475" y="223498"/>
                </a:lnTo>
                <a:lnTo>
                  <a:pt x="1257738" y="268361"/>
                </a:lnTo>
                <a:lnTo>
                  <a:pt x="1276231" y="247709"/>
                </a:lnTo>
                <a:lnTo>
                  <a:pt x="1304818" y="263227"/>
                </a:lnTo>
                <a:lnTo>
                  <a:pt x="1328503" y="256635"/>
                </a:lnTo>
                <a:lnTo>
                  <a:pt x="1350322" y="261010"/>
                </a:lnTo>
                <a:lnTo>
                  <a:pt x="1385034" y="234466"/>
                </a:lnTo>
                <a:lnTo>
                  <a:pt x="1401135" y="232366"/>
                </a:lnTo>
                <a:lnTo>
                  <a:pt x="1423946" y="282304"/>
                </a:lnTo>
                <a:lnTo>
                  <a:pt x="1455449" y="302140"/>
                </a:lnTo>
                <a:lnTo>
                  <a:pt x="1465076" y="322033"/>
                </a:lnTo>
                <a:lnTo>
                  <a:pt x="1479077" y="308032"/>
                </a:lnTo>
                <a:lnTo>
                  <a:pt x="1515714" y="316082"/>
                </a:lnTo>
                <a:lnTo>
                  <a:pt x="1542958" y="316783"/>
                </a:lnTo>
                <a:lnTo>
                  <a:pt x="1562152" y="328567"/>
                </a:lnTo>
                <a:lnTo>
                  <a:pt x="1584029" y="324950"/>
                </a:lnTo>
                <a:lnTo>
                  <a:pt x="1610691" y="341052"/>
                </a:lnTo>
                <a:lnTo>
                  <a:pt x="1641552" y="347003"/>
                </a:lnTo>
                <a:lnTo>
                  <a:pt x="1657012" y="331601"/>
                </a:lnTo>
                <a:lnTo>
                  <a:pt x="1665763" y="355111"/>
                </a:lnTo>
                <a:lnTo>
                  <a:pt x="1679706" y="363221"/>
                </a:lnTo>
                <a:lnTo>
                  <a:pt x="1680406" y="390407"/>
                </a:lnTo>
                <a:lnTo>
                  <a:pt x="1663488" y="413218"/>
                </a:lnTo>
                <a:lnTo>
                  <a:pt x="1642194" y="417535"/>
                </a:lnTo>
                <a:lnTo>
                  <a:pt x="1635601" y="461698"/>
                </a:lnTo>
                <a:lnTo>
                  <a:pt x="1664946" y="482233"/>
                </a:lnTo>
                <a:lnTo>
                  <a:pt x="1669438" y="511694"/>
                </a:lnTo>
                <a:lnTo>
                  <a:pt x="1657012" y="549148"/>
                </a:lnTo>
                <a:lnTo>
                  <a:pt x="1660571" y="574818"/>
                </a:lnTo>
                <a:lnTo>
                  <a:pt x="1642194" y="588819"/>
                </a:lnTo>
                <a:lnTo>
                  <a:pt x="1592839" y="591794"/>
                </a:lnTo>
                <a:lnTo>
                  <a:pt x="1570962" y="627148"/>
                </a:lnTo>
                <a:lnTo>
                  <a:pt x="1557660" y="632982"/>
                </a:lnTo>
                <a:lnTo>
                  <a:pt x="1551651" y="680587"/>
                </a:lnTo>
                <a:lnTo>
                  <a:pt x="1532633" y="687412"/>
                </a:lnTo>
                <a:lnTo>
                  <a:pt x="1530474" y="676678"/>
                </a:lnTo>
                <a:lnTo>
                  <a:pt x="1519448" y="675103"/>
                </a:lnTo>
                <a:lnTo>
                  <a:pt x="1494012" y="686071"/>
                </a:lnTo>
                <a:lnTo>
                  <a:pt x="1468518" y="683737"/>
                </a:lnTo>
                <a:lnTo>
                  <a:pt x="1455449" y="693596"/>
                </a:lnTo>
                <a:lnTo>
                  <a:pt x="1446990" y="711390"/>
                </a:lnTo>
                <a:lnTo>
                  <a:pt x="1424588" y="712907"/>
                </a:lnTo>
                <a:lnTo>
                  <a:pt x="1413737" y="728425"/>
                </a:lnTo>
                <a:lnTo>
                  <a:pt x="1392210" y="751352"/>
                </a:lnTo>
                <a:lnTo>
                  <a:pt x="1384451" y="749136"/>
                </a:lnTo>
                <a:lnTo>
                  <a:pt x="1363623" y="751352"/>
                </a:lnTo>
                <a:lnTo>
                  <a:pt x="1346647" y="764654"/>
                </a:lnTo>
                <a:lnTo>
                  <a:pt x="1319636" y="758470"/>
                </a:lnTo>
                <a:lnTo>
                  <a:pt x="1298750" y="771538"/>
                </a:lnTo>
                <a:lnTo>
                  <a:pt x="1285682" y="769204"/>
                </a:lnTo>
                <a:lnTo>
                  <a:pt x="1272556" y="746860"/>
                </a:lnTo>
                <a:lnTo>
                  <a:pt x="1263222" y="747735"/>
                </a:lnTo>
                <a:lnTo>
                  <a:pt x="1269522" y="760045"/>
                </a:lnTo>
                <a:lnTo>
                  <a:pt x="1281015" y="774746"/>
                </a:lnTo>
                <a:lnTo>
                  <a:pt x="1276523" y="787815"/>
                </a:lnTo>
                <a:lnTo>
                  <a:pt x="1254879" y="818676"/>
                </a:lnTo>
                <a:lnTo>
                  <a:pt x="1242394" y="825560"/>
                </a:lnTo>
                <a:lnTo>
                  <a:pt x="1237961" y="816401"/>
                </a:lnTo>
                <a:lnTo>
                  <a:pt x="1245486" y="811734"/>
                </a:lnTo>
                <a:lnTo>
                  <a:pt x="1265555" y="787815"/>
                </a:lnTo>
                <a:lnTo>
                  <a:pt x="1262522" y="779297"/>
                </a:lnTo>
                <a:lnTo>
                  <a:pt x="1251729" y="772355"/>
                </a:lnTo>
                <a:lnTo>
                  <a:pt x="1247762" y="783847"/>
                </a:lnTo>
                <a:lnTo>
                  <a:pt x="1216959" y="816401"/>
                </a:lnTo>
                <a:lnTo>
                  <a:pt x="1198406" y="819318"/>
                </a:lnTo>
                <a:lnTo>
                  <a:pt x="1195431" y="831744"/>
                </a:lnTo>
                <a:lnTo>
                  <a:pt x="1173729" y="831744"/>
                </a:lnTo>
                <a:lnTo>
                  <a:pt x="1159144" y="820951"/>
                </a:lnTo>
                <a:lnTo>
                  <a:pt x="1146835" y="832444"/>
                </a:lnTo>
                <a:lnTo>
                  <a:pt x="1124374" y="828710"/>
                </a:lnTo>
                <a:lnTo>
                  <a:pt x="1121340" y="837111"/>
                </a:lnTo>
                <a:lnTo>
                  <a:pt x="1134408" y="845687"/>
                </a:lnTo>
                <a:lnTo>
                  <a:pt x="1166962" y="843295"/>
                </a:lnTo>
                <a:lnTo>
                  <a:pt x="1179154" y="857997"/>
                </a:lnTo>
                <a:lnTo>
                  <a:pt x="1191639" y="867214"/>
                </a:lnTo>
                <a:lnTo>
                  <a:pt x="1203074" y="861030"/>
                </a:lnTo>
                <a:lnTo>
                  <a:pt x="1210016" y="871123"/>
                </a:lnTo>
                <a:lnTo>
                  <a:pt x="1200040" y="883549"/>
                </a:lnTo>
                <a:lnTo>
                  <a:pt x="1200798" y="892650"/>
                </a:lnTo>
                <a:lnTo>
                  <a:pt x="1210016" y="886525"/>
                </a:lnTo>
                <a:lnTo>
                  <a:pt x="1219350" y="886525"/>
                </a:lnTo>
                <a:lnTo>
                  <a:pt x="1216258" y="902685"/>
                </a:lnTo>
                <a:lnTo>
                  <a:pt x="1228684" y="891133"/>
                </a:lnTo>
                <a:lnTo>
                  <a:pt x="1239419" y="898134"/>
                </a:lnTo>
                <a:lnTo>
                  <a:pt x="1243969" y="921353"/>
                </a:lnTo>
                <a:lnTo>
                  <a:pt x="1255637" y="933604"/>
                </a:lnTo>
                <a:lnTo>
                  <a:pt x="1278681" y="940488"/>
                </a:lnTo>
                <a:lnTo>
                  <a:pt x="1288716" y="935238"/>
                </a:lnTo>
                <a:lnTo>
                  <a:pt x="1254879" y="902685"/>
                </a:lnTo>
                <a:lnTo>
                  <a:pt x="1219350" y="859572"/>
                </a:lnTo>
                <a:lnTo>
                  <a:pt x="1209141" y="833378"/>
                </a:lnTo>
                <a:lnTo>
                  <a:pt x="1217775" y="827894"/>
                </a:lnTo>
                <a:lnTo>
                  <a:pt x="1233235" y="849537"/>
                </a:lnTo>
                <a:lnTo>
                  <a:pt x="1241052" y="876490"/>
                </a:lnTo>
                <a:lnTo>
                  <a:pt x="1290291" y="930512"/>
                </a:lnTo>
                <a:lnTo>
                  <a:pt x="1301842" y="935238"/>
                </a:lnTo>
                <a:lnTo>
                  <a:pt x="1318994" y="917444"/>
                </a:lnTo>
                <a:lnTo>
                  <a:pt x="1330487" y="916628"/>
                </a:lnTo>
                <a:lnTo>
                  <a:pt x="1349681" y="928937"/>
                </a:lnTo>
                <a:lnTo>
                  <a:pt x="1357498" y="908110"/>
                </a:lnTo>
                <a:lnTo>
                  <a:pt x="1389876" y="904260"/>
                </a:lnTo>
                <a:lnTo>
                  <a:pt x="1416946" y="905777"/>
                </a:lnTo>
                <a:lnTo>
                  <a:pt x="1409128" y="918961"/>
                </a:lnTo>
                <a:lnTo>
                  <a:pt x="1399152" y="927362"/>
                </a:lnTo>
                <a:lnTo>
                  <a:pt x="1408370" y="945972"/>
                </a:lnTo>
                <a:lnTo>
                  <a:pt x="1396002" y="960732"/>
                </a:lnTo>
                <a:lnTo>
                  <a:pt x="1361290" y="963707"/>
                </a:lnTo>
                <a:lnTo>
                  <a:pt x="1321211" y="956707"/>
                </a:lnTo>
                <a:lnTo>
                  <a:pt x="1297233" y="969891"/>
                </a:lnTo>
                <a:lnTo>
                  <a:pt x="1279615" y="994744"/>
                </a:lnTo>
                <a:lnTo>
                  <a:pt x="1247178" y="993811"/>
                </a:lnTo>
                <a:lnTo>
                  <a:pt x="1200040" y="1029339"/>
                </a:lnTo>
                <a:lnTo>
                  <a:pt x="1164570" y="1045441"/>
                </a:lnTo>
                <a:lnTo>
                  <a:pt x="1127466" y="1043866"/>
                </a:lnTo>
                <a:lnTo>
                  <a:pt x="1109789" y="1030098"/>
                </a:lnTo>
                <a:lnTo>
                  <a:pt x="1115215" y="1022397"/>
                </a:lnTo>
                <a:lnTo>
                  <a:pt x="1127466" y="985293"/>
                </a:lnTo>
                <a:lnTo>
                  <a:pt x="1125891" y="970708"/>
                </a:lnTo>
                <a:lnTo>
                  <a:pt x="1093512" y="945156"/>
                </a:lnTo>
                <a:lnTo>
                  <a:pt x="1081961" y="946789"/>
                </a:lnTo>
                <a:lnTo>
                  <a:pt x="1059676" y="935938"/>
                </a:lnTo>
                <a:lnTo>
                  <a:pt x="1045674" y="947431"/>
                </a:lnTo>
                <a:lnTo>
                  <a:pt x="1027939" y="939847"/>
                </a:lnTo>
                <a:lnTo>
                  <a:pt x="1048883" y="908110"/>
                </a:lnTo>
                <a:lnTo>
                  <a:pt x="1085111" y="886525"/>
                </a:lnTo>
                <a:lnTo>
                  <a:pt x="1115215" y="881157"/>
                </a:lnTo>
                <a:lnTo>
                  <a:pt x="1123616" y="875790"/>
                </a:lnTo>
                <a:lnTo>
                  <a:pt x="1112064" y="861905"/>
                </a:lnTo>
                <a:lnTo>
                  <a:pt x="1107456" y="836411"/>
                </a:lnTo>
                <a:lnTo>
                  <a:pt x="1097888" y="831919"/>
                </a:lnTo>
                <a:lnTo>
                  <a:pt x="1090304" y="846562"/>
                </a:lnTo>
                <a:lnTo>
                  <a:pt x="1074144" y="837345"/>
                </a:lnTo>
                <a:lnTo>
                  <a:pt x="1051042" y="827427"/>
                </a:lnTo>
                <a:lnTo>
                  <a:pt x="1026422" y="831627"/>
                </a:lnTo>
                <a:lnTo>
                  <a:pt x="1004895" y="842770"/>
                </a:lnTo>
                <a:lnTo>
                  <a:pt x="986518" y="831919"/>
                </a:lnTo>
                <a:lnTo>
                  <a:pt x="972108" y="830752"/>
                </a:lnTo>
                <a:lnTo>
                  <a:pt x="957115" y="817742"/>
                </a:lnTo>
                <a:lnTo>
                  <a:pt x="968491" y="810858"/>
                </a:lnTo>
                <a:lnTo>
                  <a:pt x="972633" y="803041"/>
                </a:lnTo>
                <a:lnTo>
                  <a:pt x="942530" y="793065"/>
                </a:lnTo>
                <a:lnTo>
                  <a:pt x="905601" y="793065"/>
                </a:lnTo>
                <a:lnTo>
                  <a:pt x="896676" y="780464"/>
                </a:lnTo>
                <a:lnTo>
                  <a:pt x="919544" y="780464"/>
                </a:lnTo>
                <a:lnTo>
                  <a:pt x="954782" y="775913"/>
                </a:lnTo>
                <a:lnTo>
                  <a:pt x="973158" y="781689"/>
                </a:lnTo>
                <a:lnTo>
                  <a:pt x="986518" y="774688"/>
                </a:lnTo>
                <a:lnTo>
                  <a:pt x="1007929" y="761562"/>
                </a:lnTo>
                <a:lnTo>
                  <a:pt x="977125" y="769204"/>
                </a:lnTo>
                <a:lnTo>
                  <a:pt x="961724" y="763895"/>
                </a:lnTo>
                <a:lnTo>
                  <a:pt x="949356" y="754619"/>
                </a:lnTo>
                <a:lnTo>
                  <a:pt x="942238" y="743068"/>
                </a:lnTo>
                <a:lnTo>
                  <a:pt x="933896" y="756953"/>
                </a:lnTo>
                <a:lnTo>
                  <a:pt x="925437" y="768621"/>
                </a:lnTo>
                <a:lnTo>
                  <a:pt x="906885" y="768621"/>
                </a:lnTo>
                <a:lnTo>
                  <a:pt x="907702" y="763078"/>
                </a:lnTo>
                <a:lnTo>
                  <a:pt x="896034" y="752227"/>
                </a:lnTo>
                <a:lnTo>
                  <a:pt x="876024" y="777780"/>
                </a:lnTo>
                <a:lnTo>
                  <a:pt x="852163" y="779297"/>
                </a:lnTo>
                <a:lnTo>
                  <a:pt x="837519" y="790848"/>
                </a:lnTo>
                <a:lnTo>
                  <a:pt x="837519" y="816401"/>
                </a:lnTo>
                <a:lnTo>
                  <a:pt x="816576" y="843295"/>
                </a:lnTo>
                <a:lnTo>
                  <a:pt x="805841" y="843295"/>
                </a:lnTo>
                <a:lnTo>
                  <a:pt x="811908" y="856480"/>
                </a:lnTo>
                <a:lnTo>
                  <a:pt x="773404" y="902685"/>
                </a:lnTo>
                <a:lnTo>
                  <a:pt x="760278" y="902685"/>
                </a:lnTo>
                <a:lnTo>
                  <a:pt x="751702" y="889616"/>
                </a:lnTo>
                <a:lnTo>
                  <a:pt x="750944" y="904260"/>
                </a:lnTo>
                <a:lnTo>
                  <a:pt x="748727" y="916628"/>
                </a:lnTo>
                <a:lnTo>
                  <a:pt x="758645" y="928937"/>
                </a:lnTo>
                <a:lnTo>
                  <a:pt x="754853" y="946789"/>
                </a:lnTo>
                <a:lnTo>
                  <a:pt x="754619" y="946964"/>
                </a:lnTo>
                <a:lnTo>
                  <a:pt x="737409" y="932962"/>
                </a:lnTo>
                <a:lnTo>
                  <a:pt x="705731" y="935763"/>
                </a:lnTo>
                <a:lnTo>
                  <a:pt x="689104" y="948014"/>
                </a:lnTo>
                <a:lnTo>
                  <a:pt x="651417" y="947256"/>
                </a:lnTo>
                <a:lnTo>
                  <a:pt x="623531" y="941247"/>
                </a:lnTo>
                <a:lnTo>
                  <a:pt x="607254" y="912836"/>
                </a:lnTo>
                <a:lnTo>
                  <a:pt x="622014" y="901984"/>
                </a:lnTo>
                <a:lnTo>
                  <a:pt x="638816" y="907118"/>
                </a:lnTo>
                <a:lnTo>
                  <a:pt x="639457" y="888800"/>
                </a:lnTo>
                <a:lnTo>
                  <a:pt x="658651" y="853446"/>
                </a:lnTo>
                <a:lnTo>
                  <a:pt x="668977" y="854963"/>
                </a:lnTo>
                <a:lnTo>
                  <a:pt x="668277" y="829877"/>
                </a:lnTo>
                <a:lnTo>
                  <a:pt x="671252" y="793182"/>
                </a:lnTo>
                <a:lnTo>
                  <a:pt x="691029" y="792482"/>
                </a:lnTo>
                <a:lnTo>
                  <a:pt x="717457" y="783614"/>
                </a:lnTo>
                <a:lnTo>
                  <a:pt x="733734" y="796799"/>
                </a:lnTo>
                <a:lnTo>
                  <a:pt x="763837" y="796099"/>
                </a:lnTo>
                <a:lnTo>
                  <a:pt x="767571" y="785131"/>
                </a:lnTo>
                <a:lnTo>
                  <a:pt x="755027" y="767454"/>
                </a:lnTo>
                <a:lnTo>
                  <a:pt x="759461" y="750594"/>
                </a:lnTo>
                <a:lnTo>
                  <a:pt x="755786" y="732159"/>
                </a:lnTo>
                <a:lnTo>
                  <a:pt x="726208" y="714598"/>
                </a:lnTo>
                <a:lnTo>
                  <a:pt x="701356" y="691730"/>
                </a:lnTo>
                <a:lnTo>
                  <a:pt x="697739" y="680820"/>
                </a:lnTo>
                <a:lnTo>
                  <a:pt x="674928" y="669035"/>
                </a:lnTo>
                <a:lnTo>
                  <a:pt x="677028" y="644650"/>
                </a:lnTo>
                <a:lnTo>
                  <a:pt x="670435" y="608771"/>
                </a:lnTo>
                <a:lnTo>
                  <a:pt x="644825" y="595411"/>
                </a:lnTo>
                <a:lnTo>
                  <a:pt x="613088" y="563850"/>
                </a:lnTo>
                <a:lnTo>
                  <a:pt x="603579" y="563850"/>
                </a:lnTo>
                <a:lnTo>
                  <a:pt x="598445" y="575576"/>
                </a:lnTo>
                <a:lnTo>
                  <a:pt x="565308" y="571842"/>
                </a:lnTo>
                <a:lnTo>
                  <a:pt x="533746" y="543314"/>
                </a:lnTo>
                <a:lnTo>
                  <a:pt x="507319" y="543314"/>
                </a:lnTo>
                <a:lnTo>
                  <a:pt x="492500" y="519745"/>
                </a:lnTo>
                <a:lnTo>
                  <a:pt x="484625" y="527796"/>
                </a:lnTo>
                <a:lnTo>
                  <a:pt x="462339" y="527796"/>
                </a:lnTo>
                <a:lnTo>
                  <a:pt x="455805" y="538064"/>
                </a:lnTo>
                <a:lnTo>
                  <a:pt x="435853" y="526279"/>
                </a:lnTo>
                <a:lnTo>
                  <a:pt x="431594" y="532930"/>
                </a:lnTo>
                <a:lnTo>
                  <a:pt x="415318" y="526279"/>
                </a:lnTo>
                <a:lnTo>
                  <a:pt x="419752" y="553699"/>
                </a:lnTo>
                <a:lnTo>
                  <a:pt x="416135" y="565191"/>
                </a:lnTo>
                <a:lnTo>
                  <a:pt x="419926" y="590627"/>
                </a:lnTo>
                <a:lnTo>
                  <a:pt x="396241" y="594711"/>
                </a:lnTo>
                <a:lnTo>
                  <a:pt x="372730" y="609413"/>
                </a:lnTo>
                <a:lnTo>
                  <a:pt x="304415" y="621255"/>
                </a:lnTo>
                <a:lnTo>
                  <a:pt x="287438" y="641033"/>
                </a:lnTo>
                <a:lnTo>
                  <a:pt x="266144" y="642491"/>
                </a:lnTo>
                <a:lnTo>
                  <a:pt x="233824" y="652642"/>
                </a:lnTo>
                <a:lnTo>
                  <a:pt x="212414" y="642491"/>
                </a:lnTo>
                <a:lnTo>
                  <a:pt x="202904" y="626273"/>
                </a:lnTo>
                <a:lnTo>
                  <a:pt x="175776" y="613905"/>
                </a:lnTo>
                <a:lnTo>
                  <a:pt x="147132" y="613088"/>
                </a:lnTo>
                <a:lnTo>
                  <a:pt x="110378" y="591794"/>
                </a:lnTo>
                <a:lnTo>
                  <a:pt x="90484" y="591794"/>
                </a:lnTo>
                <a:lnTo>
                  <a:pt x="77300" y="604221"/>
                </a:lnTo>
                <a:lnTo>
                  <a:pt x="57172" y="604921"/>
                </a:lnTo>
                <a:lnTo>
                  <a:pt x="50055" y="586544"/>
                </a:lnTo>
                <a:lnTo>
                  <a:pt x="24269" y="569742"/>
                </a:lnTo>
                <a:lnTo>
                  <a:pt x="0" y="546873"/>
                </a:lnTo>
                <a:lnTo>
                  <a:pt x="4434" y="543956"/>
                </a:lnTo>
                <a:lnTo>
                  <a:pt x="8868" y="509361"/>
                </a:lnTo>
                <a:lnTo>
                  <a:pt x="29870" y="464731"/>
                </a:lnTo>
                <a:lnTo>
                  <a:pt x="49355" y="466015"/>
                </a:lnTo>
                <a:lnTo>
                  <a:pt x="50814" y="435153"/>
                </a:lnTo>
                <a:lnTo>
                  <a:pt x="46380" y="407208"/>
                </a:lnTo>
                <a:lnTo>
                  <a:pt x="108861" y="337435"/>
                </a:lnTo>
                <a:lnTo>
                  <a:pt x="117670" y="306573"/>
                </a:lnTo>
                <a:lnTo>
                  <a:pt x="133130" y="290413"/>
                </a:lnTo>
                <a:lnTo>
                  <a:pt x="150049" y="289597"/>
                </a:lnTo>
                <a:lnTo>
                  <a:pt x="155824" y="259318"/>
                </a:lnTo>
                <a:lnTo>
                  <a:pt x="148240" y="246717"/>
                </a:lnTo>
                <a:lnTo>
                  <a:pt x="145382" y="230790"/>
                </a:lnTo>
                <a:lnTo>
                  <a:pt x="154249" y="219356"/>
                </a:lnTo>
                <a:lnTo>
                  <a:pt x="129513" y="204071"/>
                </a:lnTo>
                <a:lnTo>
                  <a:pt x="117670" y="174201"/>
                </a:lnTo>
                <a:lnTo>
                  <a:pt x="104778" y="160783"/>
                </a:lnTo>
                <a:lnTo>
                  <a:pt x="103552" y="113937"/>
                </a:lnTo>
                <a:lnTo>
                  <a:pt x="105069" y="96844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38" name="Freeform: Shape 532">
            <a:extLst>
              <a:ext uri="{FF2B5EF4-FFF2-40B4-BE49-F238E27FC236}">
                <a16:creationId xmlns:a16="http://schemas.microsoft.com/office/drawing/2014/main" id="{14A61DA5-96DF-8E29-8000-7E819D5D0134}"/>
              </a:ext>
            </a:extLst>
          </p:cNvPr>
          <p:cNvSpPr/>
          <p:nvPr/>
        </p:nvSpPr>
        <p:spPr>
          <a:xfrm>
            <a:off x="9040718" y="3453096"/>
            <a:ext cx="854437" cy="659351"/>
          </a:xfrm>
          <a:custGeom>
            <a:avLst/>
            <a:gdLst>
              <a:gd name="connsiteX0" fmla="*/ 0 w 854437"/>
              <a:gd name="connsiteY0" fmla="*/ 342569 h 659351"/>
              <a:gd name="connsiteX1" fmla="*/ 22519 w 854437"/>
              <a:gd name="connsiteY1" fmla="*/ 326817 h 659351"/>
              <a:gd name="connsiteX2" fmla="*/ 59273 w 854437"/>
              <a:gd name="connsiteY2" fmla="*/ 315032 h 659351"/>
              <a:gd name="connsiteX3" fmla="*/ 85759 w 854437"/>
              <a:gd name="connsiteY3" fmla="*/ 328392 h 659351"/>
              <a:gd name="connsiteX4" fmla="*/ 112186 w 854437"/>
              <a:gd name="connsiteY4" fmla="*/ 315032 h 659351"/>
              <a:gd name="connsiteX5" fmla="*/ 129921 w 854437"/>
              <a:gd name="connsiteY5" fmla="*/ 313691 h 659351"/>
              <a:gd name="connsiteX6" fmla="*/ 119770 w 854437"/>
              <a:gd name="connsiteY6" fmla="*/ 284346 h 659351"/>
              <a:gd name="connsiteX7" fmla="*/ 149057 w 854437"/>
              <a:gd name="connsiteY7" fmla="*/ 282712 h 659351"/>
              <a:gd name="connsiteX8" fmla="*/ 159325 w 854437"/>
              <a:gd name="connsiteY8" fmla="*/ 256226 h 659351"/>
              <a:gd name="connsiteX9" fmla="*/ 177001 w 854437"/>
              <a:gd name="connsiteY9" fmla="*/ 250217 h 659351"/>
              <a:gd name="connsiteX10" fmla="*/ 184527 w 854437"/>
              <a:gd name="connsiteY10" fmla="*/ 262060 h 659351"/>
              <a:gd name="connsiteX11" fmla="*/ 206521 w 854437"/>
              <a:gd name="connsiteY11" fmla="*/ 262060 h 659351"/>
              <a:gd name="connsiteX12" fmla="*/ 206521 w 854437"/>
              <a:gd name="connsiteY12" fmla="*/ 240066 h 659351"/>
              <a:gd name="connsiteX13" fmla="*/ 180093 w 854437"/>
              <a:gd name="connsiteY13" fmla="*/ 226765 h 659351"/>
              <a:gd name="connsiteX14" fmla="*/ 185869 w 854437"/>
              <a:gd name="connsiteY14" fmla="*/ 195903 h 659351"/>
              <a:gd name="connsiteX15" fmla="*/ 200629 w 854437"/>
              <a:gd name="connsiteY15" fmla="*/ 192870 h 659351"/>
              <a:gd name="connsiteX16" fmla="*/ 219706 w 854437"/>
              <a:gd name="connsiteY16" fmla="*/ 159033 h 659351"/>
              <a:gd name="connsiteX17" fmla="*/ 255118 w 854437"/>
              <a:gd name="connsiteY17" fmla="*/ 142931 h 659351"/>
              <a:gd name="connsiteX18" fmla="*/ 255118 w 854437"/>
              <a:gd name="connsiteY18" fmla="*/ 122221 h 659351"/>
              <a:gd name="connsiteX19" fmla="*/ 238841 w 854437"/>
              <a:gd name="connsiteY19" fmla="*/ 114870 h 659351"/>
              <a:gd name="connsiteX20" fmla="*/ 262410 w 854437"/>
              <a:gd name="connsiteY20" fmla="*/ 83834 h 659351"/>
              <a:gd name="connsiteX21" fmla="*/ 294905 w 854437"/>
              <a:gd name="connsiteY21" fmla="*/ 69249 h 659351"/>
              <a:gd name="connsiteX22" fmla="*/ 337493 w 854437"/>
              <a:gd name="connsiteY22" fmla="*/ 63415 h 659351"/>
              <a:gd name="connsiteX23" fmla="*/ 341927 w 854437"/>
              <a:gd name="connsiteY23" fmla="*/ 36871 h 659351"/>
              <a:gd name="connsiteX24" fmla="*/ 359662 w 854437"/>
              <a:gd name="connsiteY24" fmla="*/ 28120 h 659351"/>
              <a:gd name="connsiteX25" fmla="*/ 366954 w 854437"/>
              <a:gd name="connsiteY25" fmla="*/ 7351 h 659351"/>
              <a:gd name="connsiteX26" fmla="*/ 391982 w 854437"/>
              <a:gd name="connsiteY26" fmla="*/ 1633 h 659351"/>
              <a:gd name="connsiteX27" fmla="*/ 409717 w 854437"/>
              <a:gd name="connsiteY27" fmla="*/ 13476 h 659351"/>
              <a:gd name="connsiteX28" fmla="*/ 431769 w 854437"/>
              <a:gd name="connsiteY28" fmla="*/ 0 h 659351"/>
              <a:gd name="connsiteX29" fmla="*/ 452480 w 854437"/>
              <a:gd name="connsiteY29" fmla="*/ 32378 h 659351"/>
              <a:gd name="connsiteX30" fmla="*/ 477507 w 854437"/>
              <a:gd name="connsiteY30" fmla="*/ 20594 h 659351"/>
              <a:gd name="connsiteX31" fmla="*/ 499501 w 854437"/>
              <a:gd name="connsiteY31" fmla="*/ 23627 h 659351"/>
              <a:gd name="connsiteX32" fmla="*/ 518636 w 854437"/>
              <a:gd name="connsiteY32" fmla="*/ 57523 h 659351"/>
              <a:gd name="connsiteX33" fmla="*/ 545181 w 854437"/>
              <a:gd name="connsiteY33" fmla="*/ 36871 h 659351"/>
              <a:gd name="connsiteX34" fmla="*/ 574700 w 854437"/>
              <a:gd name="connsiteY34" fmla="*/ 28120 h 659351"/>
              <a:gd name="connsiteX35" fmla="*/ 586310 w 854437"/>
              <a:gd name="connsiteY35" fmla="*/ 42821 h 659351"/>
              <a:gd name="connsiteX36" fmla="*/ 601187 w 854437"/>
              <a:gd name="connsiteY36" fmla="*/ 42821 h 659351"/>
              <a:gd name="connsiteX37" fmla="*/ 645291 w 854437"/>
              <a:gd name="connsiteY37" fmla="*/ 58864 h 659351"/>
              <a:gd name="connsiteX38" fmla="*/ 651067 w 854437"/>
              <a:gd name="connsiteY38" fmla="*/ 82492 h 659351"/>
              <a:gd name="connsiteX39" fmla="*/ 643833 w 854437"/>
              <a:gd name="connsiteY39" fmla="*/ 108861 h 659351"/>
              <a:gd name="connsiteX40" fmla="*/ 661509 w 854437"/>
              <a:gd name="connsiteY40" fmla="*/ 129630 h 659351"/>
              <a:gd name="connsiteX41" fmla="*/ 661509 w 854437"/>
              <a:gd name="connsiteY41" fmla="*/ 160492 h 659351"/>
              <a:gd name="connsiteX42" fmla="*/ 684962 w 854437"/>
              <a:gd name="connsiteY42" fmla="*/ 185519 h 659351"/>
              <a:gd name="connsiteX43" fmla="*/ 696805 w 854437"/>
              <a:gd name="connsiteY43" fmla="*/ 213464 h 659351"/>
              <a:gd name="connsiteX44" fmla="*/ 723466 w 854437"/>
              <a:gd name="connsiteY44" fmla="*/ 250217 h 659351"/>
              <a:gd name="connsiteX45" fmla="*/ 743884 w 854437"/>
              <a:gd name="connsiteY45" fmla="*/ 264977 h 659351"/>
              <a:gd name="connsiteX46" fmla="*/ 752752 w 854437"/>
              <a:gd name="connsiteY46" fmla="*/ 298931 h 659351"/>
              <a:gd name="connsiteX47" fmla="*/ 786706 w 854437"/>
              <a:gd name="connsiteY47" fmla="*/ 307682 h 659351"/>
              <a:gd name="connsiteX48" fmla="*/ 824976 w 854437"/>
              <a:gd name="connsiteY48" fmla="*/ 341635 h 659351"/>
              <a:gd name="connsiteX49" fmla="*/ 827776 w 854437"/>
              <a:gd name="connsiteY49" fmla="*/ 360770 h 659351"/>
              <a:gd name="connsiteX50" fmla="*/ 854438 w 854437"/>
              <a:gd name="connsiteY50" fmla="*/ 378331 h 659351"/>
              <a:gd name="connsiteX51" fmla="*/ 842595 w 854437"/>
              <a:gd name="connsiteY51" fmla="*/ 388773 h 659351"/>
              <a:gd name="connsiteX52" fmla="*/ 822001 w 854437"/>
              <a:gd name="connsiteY52" fmla="*/ 422552 h 659351"/>
              <a:gd name="connsiteX53" fmla="*/ 768971 w 854437"/>
              <a:gd name="connsiteY53" fmla="*/ 429902 h 659351"/>
              <a:gd name="connsiteX54" fmla="*/ 746801 w 854437"/>
              <a:gd name="connsiteY54" fmla="*/ 409367 h 659351"/>
              <a:gd name="connsiteX55" fmla="*/ 738109 w 854437"/>
              <a:gd name="connsiteY55" fmla="*/ 425644 h 659351"/>
              <a:gd name="connsiteX56" fmla="*/ 739509 w 854437"/>
              <a:gd name="connsiteY56" fmla="*/ 450613 h 659351"/>
              <a:gd name="connsiteX57" fmla="*/ 760161 w 854437"/>
              <a:gd name="connsiteY57" fmla="*/ 482933 h 659351"/>
              <a:gd name="connsiteX58" fmla="*/ 757244 w 854437"/>
              <a:gd name="connsiteY58" fmla="*/ 511053 h 659351"/>
              <a:gd name="connsiteX59" fmla="*/ 780697 w 854437"/>
              <a:gd name="connsiteY59" fmla="*/ 537422 h 659351"/>
              <a:gd name="connsiteX60" fmla="*/ 780697 w 854437"/>
              <a:gd name="connsiteY60" fmla="*/ 563383 h 659351"/>
              <a:gd name="connsiteX61" fmla="*/ 778013 w 854437"/>
              <a:gd name="connsiteY61" fmla="*/ 562624 h 659351"/>
              <a:gd name="connsiteX62" fmla="*/ 734667 w 854437"/>
              <a:gd name="connsiteY62" fmla="*/ 573709 h 659351"/>
              <a:gd name="connsiteX63" fmla="*/ 704447 w 854437"/>
              <a:gd name="connsiteY63" fmla="*/ 576801 h 659351"/>
              <a:gd name="connsiteX64" fmla="*/ 689863 w 854437"/>
              <a:gd name="connsiteY64" fmla="*/ 615597 h 659351"/>
              <a:gd name="connsiteX65" fmla="*/ 687587 w 854437"/>
              <a:gd name="connsiteY65" fmla="*/ 650250 h 659351"/>
              <a:gd name="connsiteX66" fmla="*/ 665535 w 854437"/>
              <a:gd name="connsiteY66" fmla="*/ 653109 h 659351"/>
              <a:gd name="connsiteX67" fmla="*/ 647917 w 854437"/>
              <a:gd name="connsiteY67" fmla="*/ 637591 h 659351"/>
              <a:gd name="connsiteX68" fmla="*/ 618513 w 854437"/>
              <a:gd name="connsiteY68" fmla="*/ 646575 h 659351"/>
              <a:gd name="connsiteX69" fmla="*/ 601245 w 854437"/>
              <a:gd name="connsiteY69" fmla="*/ 635024 h 659351"/>
              <a:gd name="connsiteX70" fmla="*/ 579951 w 854437"/>
              <a:gd name="connsiteY70" fmla="*/ 636074 h 659351"/>
              <a:gd name="connsiteX71" fmla="*/ 561108 w 854437"/>
              <a:gd name="connsiteY71" fmla="*/ 659351 h 659351"/>
              <a:gd name="connsiteX72" fmla="*/ 544189 w 854437"/>
              <a:gd name="connsiteY72" fmla="*/ 653867 h 659351"/>
              <a:gd name="connsiteX73" fmla="*/ 540105 w 854437"/>
              <a:gd name="connsiteY73" fmla="*/ 634382 h 659351"/>
              <a:gd name="connsiteX74" fmla="*/ 512161 w 854437"/>
              <a:gd name="connsiteY74" fmla="*/ 630765 h 659351"/>
              <a:gd name="connsiteX75" fmla="*/ 480366 w 854437"/>
              <a:gd name="connsiteY75" fmla="*/ 650250 h 659351"/>
              <a:gd name="connsiteX76" fmla="*/ 466365 w 854437"/>
              <a:gd name="connsiteY76" fmla="*/ 643658 h 659351"/>
              <a:gd name="connsiteX77" fmla="*/ 435503 w 854437"/>
              <a:gd name="connsiteY77" fmla="*/ 639166 h 659351"/>
              <a:gd name="connsiteX78" fmla="*/ 426636 w 854437"/>
              <a:gd name="connsiteY78" fmla="*/ 647858 h 659351"/>
              <a:gd name="connsiteX79" fmla="*/ 412692 w 854437"/>
              <a:gd name="connsiteY79" fmla="*/ 648675 h 659351"/>
              <a:gd name="connsiteX80" fmla="*/ 395832 w 854437"/>
              <a:gd name="connsiteY80" fmla="*/ 633274 h 659351"/>
              <a:gd name="connsiteX81" fmla="*/ 360479 w 854437"/>
              <a:gd name="connsiteY81" fmla="*/ 647275 h 659351"/>
              <a:gd name="connsiteX82" fmla="*/ 356103 w 854437"/>
              <a:gd name="connsiteY82" fmla="*/ 635490 h 659351"/>
              <a:gd name="connsiteX83" fmla="*/ 331192 w 854437"/>
              <a:gd name="connsiteY83" fmla="*/ 622947 h 659351"/>
              <a:gd name="connsiteX84" fmla="*/ 272328 w 854437"/>
              <a:gd name="connsiteY84" fmla="*/ 614196 h 659351"/>
              <a:gd name="connsiteX85" fmla="*/ 247417 w 854437"/>
              <a:gd name="connsiteY85" fmla="*/ 600195 h 659351"/>
              <a:gd name="connsiteX86" fmla="*/ 234874 w 854437"/>
              <a:gd name="connsiteY86" fmla="*/ 599378 h 659351"/>
              <a:gd name="connsiteX87" fmla="*/ 213463 w 854437"/>
              <a:gd name="connsiteY87" fmla="*/ 617113 h 659351"/>
              <a:gd name="connsiteX88" fmla="*/ 181085 w 854437"/>
              <a:gd name="connsiteY88" fmla="*/ 618514 h 659351"/>
              <a:gd name="connsiteX89" fmla="*/ 109853 w 854437"/>
              <a:gd name="connsiteY89" fmla="*/ 628840 h 659351"/>
              <a:gd name="connsiteX90" fmla="*/ 92118 w 854437"/>
              <a:gd name="connsiteY90" fmla="*/ 638349 h 659351"/>
              <a:gd name="connsiteX91" fmla="*/ 59156 w 854437"/>
              <a:gd name="connsiteY91" fmla="*/ 621372 h 659351"/>
              <a:gd name="connsiteX92" fmla="*/ 42879 w 854437"/>
              <a:gd name="connsiteY92" fmla="*/ 623473 h 659351"/>
              <a:gd name="connsiteX93" fmla="*/ 43754 w 854437"/>
              <a:gd name="connsiteY93" fmla="*/ 613263 h 659351"/>
              <a:gd name="connsiteX94" fmla="*/ 23044 w 854437"/>
              <a:gd name="connsiteY94" fmla="*/ 580360 h 659351"/>
              <a:gd name="connsiteX95" fmla="*/ 15110 w 854437"/>
              <a:gd name="connsiteY95" fmla="*/ 550256 h 659351"/>
              <a:gd name="connsiteX96" fmla="*/ 30395 w 854437"/>
              <a:gd name="connsiteY96" fmla="*/ 525054 h 659351"/>
              <a:gd name="connsiteX97" fmla="*/ 51047 w 854437"/>
              <a:gd name="connsiteY97" fmla="*/ 517820 h 659351"/>
              <a:gd name="connsiteX98" fmla="*/ 50172 w 854437"/>
              <a:gd name="connsiteY98" fmla="*/ 453997 h 659351"/>
              <a:gd name="connsiteX99" fmla="*/ 38504 w 854437"/>
              <a:gd name="connsiteY99" fmla="*/ 443612 h 659351"/>
              <a:gd name="connsiteX100" fmla="*/ 34070 w 854437"/>
              <a:gd name="connsiteY100" fmla="*/ 418760 h 659351"/>
              <a:gd name="connsiteX101" fmla="*/ 20127 w 854437"/>
              <a:gd name="connsiteY101" fmla="*/ 397466 h 659351"/>
              <a:gd name="connsiteX102" fmla="*/ 4609 w 854437"/>
              <a:gd name="connsiteY102" fmla="*/ 350153 h 659351"/>
              <a:gd name="connsiteX103" fmla="*/ 0 w 854437"/>
              <a:gd name="connsiteY103" fmla="*/ 342569 h 659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854437" h="659351">
                <a:moveTo>
                  <a:pt x="0" y="342569"/>
                </a:moveTo>
                <a:lnTo>
                  <a:pt x="22519" y="326817"/>
                </a:lnTo>
                <a:lnTo>
                  <a:pt x="59273" y="315032"/>
                </a:lnTo>
                <a:lnTo>
                  <a:pt x="85759" y="328392"/>
                </a:lnTo>
                <a:lnTo>
                  <a:pt x="112186" y="315032"/>
                </a:lnTo>
                <a:lnTo>
                  <a:pt x="129921" y="313691"/>
                </a:lnTo>
                <a:lnTo>
                  <a:pt x="119770" y="284346"/>
                </a:lnTo>
                <a:lnTo>
                  <a:pt x="149057" y="282712"/>
                </a:lnTo>
                <a:lnTo>
                  <a:pt x="159325" y="256226"/>
                </a:lnTo>
                <a:lnTo>
                  <a:pt x="177001" y="250217"/>
                </a:lnTo>
                <a:lnTo>
                  <a:pt x="184527" y="262060"/>
                </a:lnTo>
                <a:lnTo>
                  <a:pt x="206521" y="262060"/>
                </a:lnTo>
                <a:lnTo>
                  <a:pt x="206521" y="240066"/>
                </a:lnTo>
                <a:lnTo>
                  <a:pt x="180093" y="226765"/>
                </a:lnTo>
                <a:lnTo>
                  <a:pt x="185869" y="195903"/>
                </a:lnTo>
                <a:lnTo>
                  <a:pt x="200629" y="192870"/>
                </a:lnTo>
                <a:lnTo>
                  <a:pt x="219706" y="159033"/>
                </a:lnTo>
                <a:lnTo>
                  <a:pt x="255118" y="142931"/>
                </a:lnTo>
                <a:lnTo>
                  <a:pt x="255118" y="122221"/>
                </a:lnTo>
                <a:lnTo>
                  <a:pt x="238841" y="114870"/>
                </a:lnTo>
                <a:lnTo>
                  <a:pt x="262410" y="83834"/>
                </a:lnTo>
                <a:lnTo>
                  <a:pt x="294905" y="69249"/>
                </a:lnTo>
                <a:lnTo>
                  <a:pt x="337493" y="63415"/>
                </a:lnTo>
                <a:lnTo>
                  <a:pt x="341927" y="36871"/>
                </a:lnTo>
                <a:lnTo>
                  <a:pt x="359662" y="28120"/>
                </a:lnTo>
                <a:lnTo>
                  <a:pt x="366954" y="7351"/>
                </a:lnTo>
                <a:lnTo>
                  <a:pt x="391982" y="1633"/>
                </a:lnTo>
                <a:lnTo>
                  <a:pt x="409717" y="13476"/>
                </a:lnTo>
                <a:lnTo>
                  <a:pt x="431769" y="0"/>
                </a:lnTo>
                <a:lnTo>
                  <a:pt x="452480" y="32378"/>
                </a:lnTo>
                <a:lnTo>
                  <a:pt x="477507" y="20594"/>
                </a:lnTo>
                <a:lnTo>
                  <a:pt x="499501" y="23627"/>
                </a:lnTo>
                <a:lnTo>
                  <a:pt x="518636" y="57523"/>
                </a:lnTo>
                <a:lnTo>
                  <a:pt x="545181" y="36871"/>
                </a:lnTo>
                <a:lnTo>
                  <a:pt x="574700" y="28120"/>
                </a:lnTo>
                <a:lnTo>
                  <a:pt x="586310" y="42821"/>
                </a:lnTo>
                <a:lnTo>
                  <a:pt x="601187" y="42821"/>
                </a:lnTo>
                <a:lnTo>
                  <a:pt x="645291" y="58864"/>
                </a:lnTo>
                <a:lnTo>
                  <a:pt x="651067" y="82492"/>
                </a:lnTo>
                <a:lnTo>
                  <a:pt x="643833" y="108861"/>
                </a:lnTo>
                <a:lnTo>
                  <a:pt x="661509" y="129630"/>
                </a:lnTo>
                <a:lnTo>
                  <a:pt x="661509" y="160492"/>
                </a:lnTo>
                <a:lnTo>
                  <a:pt x="684962" y="185519"/>
                </a:lnTo>
                <a:lnTo>
                  <a:pt x="696805" y="213464"/>
                </a:lnTo>
                <a:lnTo>
                  <a:pt x="723466" y="250217"/>
                </a:lnTo>
                <a:lnTo>
                  <a:pt x="743884" y="264977"/>
                </a:lnTo>
                <a:lnTo>
                  <a:pt x="752752" y="298931"/>
                </a:lnTo>
                <a:lnTo>
                  <a:pt x="786706" y="307682"/>
                </a:lnTo>
                <a:lnTo>
                  <a:pt x="824976" y="341635"/>
                </a:lnTo>
                <a:lnTo>
                  <a:pt x="827776" y="360770"/>
                </a:lnTo>
                <a:lnTo>
                  <a:pt x="854438" y="378331"/>
                </a:lnTo>
                <a:lnTo>
                  <a:pt x="842595" y="388773"/>
                </a:lnTo>
                <a:lnTo>
                  <a:pt x="822001" y="422552"/>
                </a:lnTo>
                <a:lnTo>
                  <a:pt x="768971" y="429902"/>
                </a:lnTo>
                <a:lnTo>
                  <a:pt x="746801" y="409367"/>
                </a:lnTo>
                <a:lnTo>
                  <a:pt x="738109" y="425644"/>
                </a:lnTo>
                <a:lnTo>
                  <a:pt x="739509" y="450613"/>
                </a:lnTo>
                <a:lnTo>
                  <a:pt x="760161" y="482933"/>
                </a:lnTo>
                <a:lnTo>
                  <a:pt x="757244" y="511053"/>
                </a:lnTo>
                <a:lnTo>
                  <a:pt x="780697" y="537422"/>
                </a:lnTo>
                <a:lnTo>
                  <a:pt x="780697" y="563383"/>
                </a:lnTo>
                <a:lnTo>
                  <a:pt x="778013" y="562624"/>
                </a:lnTo>
                <a:lnTo>
                  <a:pt x="734667" y="573709"/>
                </a:lnTo>
                <a:lnTo>
                  <a:pt x="704447" y="576801"/>
                </a:lnTo>
                <a:lnTo>
                  <a:pt x="689863" y="615597"/>
                </a:lnTo>
                <a:lnTo>
                  <a:pt x="687587" y="650250"/>
                </a:lnTo>
                <a:lnTo>
                  <a:pt x="665535" y="653109"/>
                </a:lnTo>
                <a:lnTo>
                  <a:pt x="647917" y="637591"/>
                </a:lnTo>
                <a:lnTo>
                  <a:pt x="618513" y="646575"/>
                </a:lnTo>
                <a:lnTo>
                  <a:pt x="601245" y="635024"/>
                </a:lnTo>
                <a:lnTo>
                  <a:pt x="579951" y="636074"/>
                </a:lnTo>
                <a:lnTo>
                  <a:pt x="561108" y="659351"/>
                </a:lnTo>
                <a:lnTo>
                  <a:pt x="544189" y="653867"/>
                </a:lnTo>
                <a:lnTo>
                  <a:pt x="540105" y="634382"/>
                </a:lnTo>
                <a:lnTo>
                  <a:pt x="512161" y="630765"/>
                </a:lnTo>
                <a:lnTo>
                  <a:pt x="480366" y="650250"/>
                </a:lnTo>
                <a:lnTo>
                  <a:pt x="466365" y="643658"/>
                </a:lnTo>
                <a:lnTo>
                  <a:pt x="435503" y="639166"/>
                </a:lnTo>
                <a:lnTo>
                  <a:pt x="426636" y="647858"/>
                </a:lnTo>
                <a:lnTo>
                  <a:pt x="412692" y="648675"/>
                </a:lnTo>
                <a:lnTo>
                  <a:pt x="395832" y="633274"/>
                </a:lnTo>
                <a:lnTo>
                  <a:pt x="360479" y="647275"/>
                </a:lnTo>
                <a:lnTo>
                  <a:pt x="356103" y="635490"/>
                </a:lnTo>
                <a:lnTo>
                  <a:pt x="331192" y="622947"/>
                </a:lnTo>
                <a:lnTo>
                  <a:pt x="272328" y="614196"/>
                </a:lnTo>
                <a:lnTo>
                  <a:pt x="247417" y="600195"/>
                </a:lnTo>
                <a:lnTo>
                  <a:pt x="234874" y="599378"/>
                </a:lnTo>
                <a:lnTo>
                  <a:pt x="213463" y="617113"/>
                </a:lnTo>
                <a:lnTo>
                  <a:pt x="181085" y="618514"/>
                </a:lnTo>
                <a:lnTo>
                  <a:pt x="109853" y="628840"/>
                </a:lnTo>
                <a:lnTo>
                  <a:pt x="92118" y="638349"/>
                </a:lnTo>
                <a:lnTo>
                  <a:pt x="59156" y="621372"/>
                </a:lnTo>
                <a:lnTo>
                  <a:pt x="42879" y="623473"/>
                </a:lnTo>
                <a:lnTo>
                  <a:pt x="43754" y="613263"/>
                </a:lnTo>
                <a:lnTo>
                  <a:pt x="23044" y="580360"/>
                </a:lnTo>
                <a:lnTo>
                  <a:pt x="15110" y="550256"/>
                </a:lnTo>
                <a:lnTo>
                  <a:pt x="30395" y="525054"/>
                </a:lnTo>
                <a:lnTo>
                  <a:pt x="51047" y="517820"/>
                </a:lnTo>
                <a:lnTo>
                  <a:pt x="50172" y="453997"/>
                </a:lnTo>
                <a:lnTo>
                  <a:pt x="38504" y="443612"/>
                </a:lnTo>
                <a:lnTo>
                  <a:pt x="34070" y="418760"/>
                </a:lnTo>
                <a:lnTo>
                  <a:pt x="20127" y="397466"/>
                </a:lnTo>
                <a:lnTo>
                  <a:pt x="4609" y="350153"/>
                </a:lnTo>
                <a:lnTo>
                  <a:pt x="0" y="342569"/>
                </a:lnTo>
                <a:close/>
              </a:path>
            </a:pathLst>
          </a:custGeom>
          <a:solidFill>
            <a:schemeClr val="accent4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39" name="Freeform: Shape 547">
            <a:extLst>
              <a:ext uri="{FF2B5EF4-FFF2-40B4-BE49-F238E27FC236}">
                <a16:creationId xmlns:a16="http://schemas.microsoft.com/office/drawing/2014/main" id="{8A155F65-ED27-3A5D-7978-A7B1EC52B694}"/>
              </a:ext>
            </a:extLst>
          </p:cNvPr>
          <p:cNvSpPr/>
          <p:nvPr/>
        </p:nvSpPr>
        <p:spPr>
          <a:xfrm>
            <a:off x="8796859" y="3424860"/>
            <a:ext cx="506268" cy="370804"/>
          </a:xfrm>
          <a:custGeom>
            <a:avLst/>
            <a:gdLst>
              <a:gd name="connsiteX0" fmla="*/ 164400 w 506268"/>
              <a:gd name="connsiteY0" fmla="*/ 270053 h 370804"/>
              <a:gd name="connsiteX1" fmla="*/ 161133 w 506268"/>
              <a:gd name="connsiteY1" fmla="*/ 234349 h 370804"/>
              <a:gd name="connsiteX2" fmla="*/ 172976 w 506268"/>
              <a:gd name="connsiteY2" fmla="*/ 218189 h 370804"/>
              <a:gd name="connsiteX3" fmla="*/ 162650 w 506268"/>
              <a:gd name="connsiteY3" fmla="*/ 207280 h 370804"/>
              <a:gd name="connsiteX4" fmla="*/ 149990 w 506268"/>
              <a:gd name="connsiteY4" fmla="*/ 204363 h 370804"/>
              <a:gd name="connsiteX5" fmla="*/ 146373 w 506268"/>
              <a:gd name="connsiteY5" fmla="*/ 184411 h 370804"/>
              <a:gd name="connsiteX6" fmla="*/ 132489 w 506268"/>
              <a:gd name="connsiteY6" fmla="*/ 177060 h 370804"/>
              <a:gd name="connsiteX7" fmla="*/ 94860 w 506268"/>
              <a:gd name="connsiteY7" fmla="*/ 185927 h 370804"/>
              <a:gd name="connsiteX8" fmla="*/ 68549 w 506268"/>
              <a:gd name="connsiteY8" fmla="*/ 172626 h 370804"/>
              <a:gd name="connsiteX9" fmla="*/ 40488 w 506268"/>
              <a:gd name="connsiteY9" fmla="*/ 134472 h 370804"/>
              <a:gd name="connsiteX10" fmla="*/ 21060 w 506268"/>
              <a:gd name="connsiteY10" fmla="*/ 135289 h 370804"/>
              <a:gd name="connsiteX11" fmla="*/ 15752 w 506268"/>
              <a:gd name="connsiteY11" fmla="*/ 132430 h 370804"/>
              <a:gd name="connsiteX12" fmla="*/ 9101 w 506268"/>
              <a:gd name="connsiteY12" fmla="*/ 124321 h 370804"/>
              <a:gd name="connsiteX13" fmla="*/ 2217 w 506268"/>
              <a:gd name="connsiteY13" fmla="*/ 98827 h 370804"/>
              <a:gd name="connsiteX14" fmla="*/ 0 w 506268"/>
              <a:gd name="connsiteY14" fmla="*/ 68490 h 370804"/>
              <a:gd name="connsiteX15" fmla="*/ 17968 w 506268"/>
              <a:gd name="connsiteY15" fmla="*/ 63123 h 370804"/>
              <a:gd name="connsiteX16" fmla="*/ 25786 w 506268"/>
              <a:gd name="connsiteY16" fmla="*/ 42413 h 370804"/>
              <a:gd name="connsiteX17" fmla="*/ 54489 w 506268"/>
              <a:gd name="connsiteY17" fmla="*/ 16335 h 370804"/>
              <a:gd name="connsiteX18" fmla="*/ 100519 w 506268"/>
              <a:gd name="connsiteY18" fmla="*/ 5309 h 370804"/>
              <a:gd name="connsiteX19" fmla="*/ 136047 w 506268"/>
              <a:gd name="connsiteY19" fmla="*/ 8634 h 370804"/>
              <a:gd name="connsiteX20" fmla="*/ 160317 w 506268"/>
              <a:gd name="connsiteY20" fmla="*/ 7351 h 370804"/>
              <a:gd name="connsiteX21" fmla="*/ 173676 w 506268"/>
              <a:gd name="connsiteY21" fmla="*/ 18260 h 370804"/>
              <a:gd name="connsiteX22" fmla="*/ 193336 w 506268"/>
              <a:gd name="connsiteY22" fmla="*/ 2800 h 370804"/>
              <a:gd name="connsiteX23" fmla="*/ 214105 w 506268"/>
              <a:gd name="connsiteY23" fmla="*/ 0 h 370804"/>
              <a:gd name="connsiteX24" fmla="*/ 218422 w 506268"/>
              <a:gd name="connsiteY24" fmla="*/ 12310 h 370804"/>
              <a:gd name="connsiteX25" fmla="*/ 236216 w 506268"/>
              <a:gd name="connsiteY25" fmla="*/ 13185 h 370804"/>
              <a:gd name="connsiteX26" fmla="*/ 253017 w 506268"/>
              <a:gd name="connsiteY26" fmla="*/ 32320 h 370804"/>
              <a:gd name="connsiteX27" fmla="*/ 284638 w 506268"/>
              <a:gd name="connsiteY27" fmla="*/ 31503 h 370804"/>
              <a:gd name="connsiteX28" fmla="*/ 294030 w 506268"/>
              <a:gd name="connsiteY28" fmla="*/ 35937 h 370804"/>
              <a:gd name="connsiteX29" fmla="*/ 327225 w 506268"/>
              <a:gd name="connsiteY29" fmla="*/ 14526 h 370804"/>
              <a:gd name="connsiteX30" fmla="*/ 363279 w 506268"/>
              <a:gd name="connsiteY30" fmla="*/ 31503 h 370804"/>
              <a:gd name="connsiteX31" fmla="*/ 394782 w 506268"/>
              <a:gd name="connsiteY31" fmla="*/ 36637 h 370804"/>
              <a:gd name="connsiteX32" fmla="*/ 421385 w 506268"/>
              <a:gd name="connsiteY32" fmla="*/ 66857 h 370804"/>
              <a:gd name="connsiteX33" fmla="*/ 443379 w 506268"/>
              <a:gd name="connsiteY33" fmla="*/ 70532 h 370804"/>
              <a:gd name="connsiteX34" fmla="*/ 467006 w 506268"/>
              <a:gd name="connsiteY34" fmla="*/ 102094 h 370804"/>
              <a:gd name="connsiteX35" fmla="*/ 496293 w 506268"/>
              <a:gd name="connsiteY35" fmla="*/ 103552 h 370804"/>
              <a:gd name="connsiteX36" fmla="*/ 506269 w 506268"/>
              <a:gd name="connsiteY36" fmla="*/ 112187 h 370804"/>
              <a:gd name="connsiteX37" fmla="*/ 482700 w 506268"/>
              <a:gd name="connsiteY37" fmla="*/ 143106 h 370804"/>
              <a:gd name="connsiteX38" fmla="*/ 498976 w 506268"/>
              <a:gd name="connsiteY38" fmla="*/ 150457 h 370804"/>
              <a:gd name="connsiteX39" fmla="*/ 498976 w 506268"/>
              <a:gd name="connsiteY39" fmla="*/ 171168 h 370804"/>
              <a:gd name="connsiteX40" fmla="*/ 463564 w 506268"/>
              <a:gd name="connsiteY40" fmla="*/ 187269 h 370804"/>
              <a:gd name="connsiteX41" fmla="*/ 444487 w 506268"/>
              <a:gd name="connsiteY41" fmla="*/ 221106 h 370804"/>
              <a:gd name="connsiteX42" fmla="*/ 429727 w 506268"/>
              <a:gd name="connsiteY42" fmla="*/ 224140 h 370804"/>
              <a:gd name="connsiteX43" fmla="*/ 423952 w 506268"/>
              <a:gd name="connsiteY43" fmla="*/ 255001 h 370804"/>
              <a:gd name="connsiteX44" fmla="*/ 450379 w 506268"/>
              <a:gd name="connsiteY44" fmla="*/ 268303 h 370804"/>
              <a:gd name="connsiteX45" fmla="*/ 450379 w 506268"/>
              <a:gd name="connsiteY45" fmla="*/ 290297 h 370804"/>
              <a:gd name="connsiteX46" fmla="*/ 428386 w 506268"/>
              <a:gd name="connsiteY46" fmla="*/ 290297 h 370804"/>
              <a:gd name="connsiteX47" fmla="*/ 420860 w 506268"/>
              <a:gd name="connsiteY47" fmla="*/ 278454 h 370804"/>
              <a:gd name="connsiteX48" fmla="*/ 403183 w 506268"/>
              <a:gd name="connsiteY48" fmla="*/ 284463 h 370804"/>
              <a:gd name="connsiteX49" fmla="*/ 392915 w 506268"/>
              <a:gd name="connsiteY49" fmla="*/ 310949 h 370804"/>
              <a:gd name="connsiteX50" fmla="*/ 363629 w 506268"/>
              <a:gd name="connsiteY50" fmla="*/ 312582 h 370804"/>
              <a:gd name="connsiteX51" fmla="*/ 373780 w 506268"/>
              <a:gd name="connsiteY51" fmla="*/ 341927 h 370804"/>
              <a:gd name="connsiteX52" fmla="*/ 356045 w 506268"/>
              <a:gd name="connsiteY52" fmla="*/ 343269 h 370804"/>
              <a:gd name="connsiteX53" fmla="*/ 329617 w 506268"/>
              <a:gd name="connsiteY53" fmla="*/ 356628 h 370804"/>
              <a:gd name="connsiteX54" fmla="*/ 303131 w 506268"/>
              <a:gd name="connsiteY54" fmla="*/ 343269 h 370804"/>
              <a:gd name="connsiteX55" fmla="*/ 266377 w 506268"/>
              <a:gd name="connsiteY55" fmla="*/ 355053 h 370804"/>
              <a:gd name="connsiteX56" fmla="*/ 243858 w 506268"/>
              <a:gd name="connsiteY56" fmla="*/ 370805 h 370804"/>
              <a:gd name="connsiteX57" fmla="*/ 231024 w 506268"/>
              <a:gd name="connsiteY57" fmla="*/ 349744 h 370804"/>
              <a:gd name="connsiteX58" fmla="*/ 232482 w 506268"/>
              <a:gd name="connsiteY58" fmla="*/ 325592 h 370804"/>
              <a:gd name="connsiteX59" fmla="*/ 221456 w 506268"/>
              <a:gd name="connsiteY59" fmla="*/ 288021 h 370804"/>
              <a:gd name="connsiteX60" fmla="*/ 207396 w 506268"/>
              <a:gd name="connsiteY60" fmla="*/ 286563 h 370804"/>
              <a:gd name="connsiteX61" fmla="*/ 184819 w 506268"/>
              <a:gd name="connsiteY61" fmla="*/ 268244 h 370804"/>
              <a:gd name="connsiteX62" fmla="*/ 164400 w 506268"/>
              <a:gd name="connsiteY62" fmla="*/ 270053 h 3708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</a:cxnLst>
            <a:rect l="l" t="t" r="r" b="b"/>
            <a:pathLst>
              <a:path w="506268" h="370804">
                <a:moveTo>
                  <a:pt x="164400" y="270053"/>
                </a:moveTo>
                <a:lnTo>
                  <a:pt x="161133" y="234349"/>
                </a:lnTo>
                <a:lnTo>
                  <a:pt x="172976" y="218189"/>
                </a:lnTo>
                <a:lnTo>
                  <a:pt x="162650" y="207280"/>
                </a:lnTo>
                <a:lnTo>
                  <a:pt x="149990" y="204363"/>
                </a:lnTo>
                <a:lnTo>
                  <a:pt x="146373" y="184411"/>
                </a:lnTo>
                <a:lnTo>
                  <a:pt x="132489" y="177060"/>
                </a:lnTo>
                <a:lnTo>
                  <a:pt x="94860" y="185927"/>
                </a:lnTo>
                <a:lnTo>
                  <a:pt x="68549" y="172626"/>
                </a:lnTo>
                <a:lnTo>
                  <a:pt x="40488" y="134472"/>
                </a:lnTo>
                <a:lnTo>
                  <a:pt x="21060" y="135289"/>
                </a:lnTo>
                <a:lnTo>
                  <a:pt x="15752" y="132430"/>
                </a:lnTo>
                <a:lnTo>
                  <a:pt x="9101" y="124321"/>
                </a:lnTo>
                <a:lnTo>
                  <a:pt x="2217" y="98827"/>
                </a:lnTo>
                <a:lnTo>
                  <a:pt x="0" y="68490"/>
                </a:lnTo>
                <a:lnTo>
                  <a:pt x="17968" y="63123"/>
                </a:lnTo>
                <a:lnTo>
                  <a:pt x="25786" y="42413"/>
                </a:lnTo>
                <a:lnTo>
                  <a:pt x="54489" y="16335"/>
                </a:lnTo>
                <a:lnTo>
                  <a:pt x="100519" y="5309"/>
                </a:lnTo>
                <a:lnTo>
                  <a:pt x="136047" y="8634"/>
                </a:lnTo>
                <a:lnTo>
                  <a:pt x="160317" y="7351"/>
                </a:lnTo>
                <a:lnTo>
                  <a:pt x="173676" y="18260"/>
                </a:lnTo>
                <a:lnTo>
                  <a:pt x="193336" y="2800"/>
                </a:lnTo>
                <a:lnTo>
                  <a:pt x="214105" y="0"/>
                </a:lnTo>
                <a:lnTo>
                  <a:pt x="218422" y="12310"/>
                </a:lnTo>
                <a:lnTo>
                  <a:pt x="236216" y="13185"/>
                </a:lnTo>
                <a:lnTo>
                  <a:pt x="253017" y="32320"/>
                </a:lnTo>
                <a:lnTo>
                  <a:pt x="284638" y="31503"/>
                </a:lnTo>
                <a:lnTo>
                  <a:pt x="294030" y="35937"/>
                </a:lnTo>
                <a:lnTo>
                  <a:pt x="327225" y="14526"/>
                </a:lnTo>
                <a:lnTo>
                  <a:pt x="363279" y="31503"/>
                </a:lnTo>
                <a:lnTo>
                  <a:pt x="394782" y="36637"/>
                </a:lnTo>
                <a:lnTo>
                  <a:pt x="421385" y="66857"/>
                </a:lnTo>
                <a:lnTo>
                  <a:pt x="443379" y="70532"/>
                </a:lnTo>
                <a:lnTo>
                  <a:pt x="467006" y="102094"/>
                </a:lnTo>
                <a:lnTo>
                  <a:pt x="496293" y="103552"/>
                </a:lnTo>
                <a:lnTo>
                  <a:pt x="506269" y="112187"/>
                </a:lnTo>
                <a:lnTo>
                  <a:pt x="482700" y="143106"/>
                </a:lnTo>
                <a:lnTo>
                  <a:pt x="498976" y="150457"/>
                </a:lnTo>
                <a:lnTo>
                  <a:pt x="498976" y="171168"/>
                </a:lnTo>
                <a:lnTo>
                  <a:pt x="463564" y="187269"/>
                </a:lnTo>
                <a:lnTo>
                  <a:pt x="444487" y="221106"/>
                </a:lnTo>
                <a:lnTo>
                  <a:pt x="429727" y="224140"/>
                </a:lnTo>
                <a:lnTo>
                  <a:pt x="423952" y="255001"/>
                </a:lnTo>
                <a:lnTo>
                  <a:pt x="450379" y="268303"/>
                </a:lnTo>
                <a:lnTo>
                  <a:pt x="450379" y="290297"/>
                </a:lnTo>
                <a:lnTo>
                  <a:pt x="428386" y="290297"/>
                </a:lnTo>
                <a:lnTo>
                  <a:pt x="420860" y="278454"/>
                </a:lnTo>
                <a:lnTo>
                  <a:pt x="403183" y="284463"/>
                </a:lnTo>
                <a:lnTo>
                  <a:pt x="392915" y="310949"/>
                </a:lnTo>
                <a:lnTo>
                  <a:pt x="363629" y="312582"/>
                </a:lnTo>
                <a:lnTo>
                  <a:pt x="373780" y="341927"/>
                </a:lnTo>
                <a:lnTo>
                  <a:pt x="356045" y="343269"/>
                </a:lnTo>
                <a:lnTo>
                  <a:pt x="329617" y="356628"/>
                </a:lnTo>
                <a:lnTo>
                  <a:pt x="303131" y="343269"/>
                </a:lnTo>
                <a:lnTo>
                  <a:pt x="266377" y="355053"/>
                </a:lnTo>
                <a:lnTo>
                  <a:pt x="243858" y="370805"/>
                </a:lnTo>
                <a:lnTo>
                  <a:pt x="231024" y="349744"/>
                </a:lnTo>
                <a:lnTo>
                  <a:pt x="232482" y="325592"/>
                </a:lnTo>
                <a:lnTo>
                  <a:pt x="221456" y="288021"/>
                </a:lnTo>
                <a:lnTo>
                  <a:pt x="207396" y="286563"/>
                </a:lnTo>
                <a:lnTo>
                  <a:pt x="184819" y="268244"/>
                </a:lnTo>
                <a:lnTo>
                  <a:pt x="164400" y="270053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0" name="Freeform: Shape 554">
            <a:extLst>
              <a:ext uri="{FF2B5EF4-FFF2-40B4-BE49-F238E27FC236}">
                <a16:creationId xmlns:a16="http://schemas.microsoft.com/office/drawing/2014/main" id="{E249E277-559D-C142-94E6-A4A3BA54B7B9}"/>
              </a:ext>
            </a:extLst>
          </p:cNvPr>
          <p:cNvSpPr/>
          <p:nvPr/>
        </p:nvSpPr>
        <p:spPr>
          <a:xfrm>
            <a:off x="8773523" y="3185143"/>
            <a:ext cx="651066" cy="351902"/>
          </a:xfrm>
          <a:custGeom>
            <a:avLst/>
            <a:gdLst>
              <a:gd name="connsiteX0" fmla="*/ 651067 w 651066"/>
              <a:gd name="connsiteY0" fmla="*/ 271453 h 351902"/>
              <a:gd name="connsiteX1" fmla="*/ 647625 w 651066"/>
              <a:gd name="connsiteY1" fmla="*/ 242517 h 351902"/>
              <a:gd name="connsiteX2" fmla="*/ 633624 w 651066"/>
              <a:gd name="connsiteY2" fmla="*/ 223381 h 351902"/>
              <a:gd name="connsiteX3" fmla="*/ 622597 w 651066"/>
              <a:gd name="connsiteY3" fmla="*/ 194036 h 351902"/>
              <a:gd name="connsiteX4" fmla="*/ 615947 w 651066"/>
              <a:gd name="connsiteY4" fmla="*/ 184527 h 351902"/>
              <a:gd name="connsiteX5" fmla="*/ 602762 w 651066"/>
              <a:gd name="connsiteY5" fmla="*/ 159383 h 351902"/>
              <a:gd name="connsiteX6" fmla="*/ 605737 w 651066"/>
              <a:gd name="connsiteY6" fmla="*/ 146373 h 351902"/>
              <a:gd name="connsiteX7" fmla="*/ 599845 w 651066"/>
              <a:gd name="connsiteY7" fmla="*/ 129338 h 351902"/>
              <a:gd name="connsiteX8" fmla="*/ 591036 w 651066"/>
              <a:gd name="connsiteY8" fmla="*/ 121346 h 351902"/>
              <a:gd name="connsiteX9" fmla="*/ 595411 w 651066"/>
              <a:gd name="connsiteY9" fmla="*/ 111778 h 351902"/>
              <a:gd name="connsiteX10" fmla="*/ 592436 w 651066"/>
              <a:gd name="connsiteY10" fmla="*/ 94043 h 351902"/>
              <a:gd name="connsiteX11" fmla="*/ 541797 w 651066"/>
              <a:gd name="connsiteY11" fmla="*/ 86751 h 351902"/>
              <a:gd name="connsiteX12" fmla="*/ 505685 w 651066"/>
              <a:gd name="connsiteY12" fmla="*/ 101510 h 351902"/>
              <a:gd name="connsiteX13" fmla="*/ 490342 w 651066"/>
              <a:gd name="connsiteY13" fmla="*/ 79458 h 351902"/>
              <a:gd name="connsiteX14" fmla="*/ 471148 w 651066"/>
              <a:gd name="connsiteY14" fmla="*/ 69832 h 351902"/>
              <a:gd name="connsiteX15" fmla="*/ 460822 w 651066"/>
              <a:gd name="connsiteY15" fmla="*/ 46380 h 351902"/>
              <a:gd name="connsiteX16" fmla="*/ 429202 w 651066"/>
              <a:gd name="connsiteY16" fmla="*/ 26369 h 351902"/>
              <a:gd name="connsiteX17" fmla="*/ 416018 w 651066"/>
              <a:gd name="connsiteY17" fmla="*/ 25728 h 351902"/>
              <a:gd name="connsiteX18" fmla="*/ 408609 w 651066"/>
              <a:gd name="connsiteY18" fmla="*/ 11026 h 351902"/>
              <a:gd name="connsiteX19" fmla="*/ 394082 w 651066"/>
              <a:gd name="connsiteY19" fmla="*/ 0 h 351902"/>
              <a:gd name="connsiteX20" fmla="*/ 389590 w 651066"/>
              <a:gd name="connsiteY20" fmla="*/ 17677 h 351902"/>
              <a:gd name="connsiteX21" fmla="*/ 376405 w 651066"/>
              <a:gd name="connsiteY21" fmla="*/ 19077 h 351902"/>
              <a:gd name="connsiteX22" fmla="*/ 350561 w 651066"/>
              <a:gd name="connsiteY22" fmla="*/ 0 h 351902"/>
              <a:gd name="connsiteX23" fmla="*/ 326350 w 651066"/>
              <a:gd name="connsiteY23" fmla="*/ 5834 h 351902"/>
              <a:gd name="connsiteX24" fmla="*/ 294613 w 651066"/>
              <a:gd name="connsiteY24" fmla="*/ 24444 h 351902"/>
              <a:gd name="connsiteX25" fmla="*/ 283996 w 651066"/>
              <a:gd name="connsiteY25" fmla="*/ 28295 h 351902"/>
              <a:gd name="connsiteX26" fmla="*/ 283996 w 651066"/>
              <a:gd name="connsiteY26" fmla="*/ 53847 h 351902"/>
              <a:gd name="connsiteX27" fmla="*/ 293213 w 651066"/>
              <a:gd name="connsiteY27" fmla="*/ 98652 h 351902"/>
              <a:gd name="connsiteX28" fmla="*/ 281604 w 651066"/>
              <a:gd name="connsiteY28" fmla="*/ 134122 h 351902"/>
              <a:gd name="connsiteX29" fmla="*/ 249342 w 651066"/>
              <a:gd name="connsiteY29" fmla="*/ 168834 h 351902"/>
              <a:gd name="connsiteX30" fmla="*/ 225365 w 651066"/>
              <a:gd name="connsiteY30" fmla="*/ 168834 h 351902"/>
              <a:gd name="connsiteX31" fmla="*/ 201329 w 651066"/>
              <a:gd name="connsiteY31" fmla="*/ 145790 h 351902"/>
              <a:gd name="connsiteX32" fmla="*/ 198295 w 651066"/>
              <a:gd name="connsiteY32" fmla="*/ 127997 h 351902"/>
              <a:gd name="connsiteX33" fmla="*/ 150399 w 651066"/>
              <a:gd name="connsiteY33" fmla="*/ 77066 h 351902"/>
              <a:gd name="connsiteX34" fmla="*/ 148882 w 651066"/>
              <a:gd name="connsiteY34" fmla="*/ 46963 h 351902"/>
              <a:gd name="connsiteX35" fmla="*/ 140364 w 651066"/>
              <a:gd name="connsiteY35" fmla="*/ 47722 h 351902"/>
              <a:gd name="connsiteX36" fmla="*/ 122688 w 651066"/>
              <a:gd name="connsiteY36" fmla="*/ 65457 h 351902"/>
              <a:gd name="connsiteX37" fmla="*/ 94218 w 651066"/>
              <a:gd name="connsiteY37" fmla="*/ 72457 h 351902"/>
              <a:gd name="connsiteX38" fmla="*/ 84067 w 651066"/>
              <a:gd name="connsiteY38" fmla="*/ 81733 h 351902"/>
              <a:gd name="connsiteX39" fmla="*/ 63298 w 651066"/>
              <a:gd name="connsiteY39" fmla="*/ 83250 h 351902"/>
              <a:gd name="connsiteX40" fmla="*/ 47955 w 651066"/>
              <a:gd name="connsiteY40" fmla="*/ 106352 h 351902"/>
              <a:gd name="connsiteX41" fmla="*/ 50172 w 651066"/>
              <a:gd name="connsiteY41" fmla="*/ 127180 h 351902"/>
              <a:gd name="connsiteX42" fmla="*/ 41654 w 651066"/>
              <a:gd name="connsiteY42" fmla="*/ 124088 h 351902"/>
              <a:gd name="connsiteX43" fmla="*/ 42413 w 651066"/>
              <a:gd name="connsiteY43" fmla="*/ 159558 h 351902"/>
              <a:gd name="connsiteX44" fmla="*/ 15401 w 651066"/>
              <a:gd name="connsiteY44" fmla="*/ 191236 h 351902"/>
              <a:gd name="connsiteX45" fmla="*/ 13068 w 651066"/>
              <a:gd name="connsiteY45" fmla="*/ 211363 h 351902"/>
              <a:gd name="connsiteX46" fmla="*/ 14760 w 651066"/>
              <a:gd name="connsiteY46" fmla="*/ 230732 h 351902"/>
              <a:gd name="connsiteX47" fmla="*/ 0 w 651066"/>
              <a:gd name="connsiteY47" fmla="*/ 244442 h 351902"/>
              <a:gd name="connsiteX48" fmla="*/ 11609 w 651066"/>
              <a:gd name="connsiteY48" fmla="*/ 293097 h 351902"/>
              <a:gd name="connsiteX49" fmla="*/ 23219 w 651066"/>
              <a:gd name="connsiteY49" fmla="*/ 304706 h 351902"/>
              <a:gd name="connsiteX50" fmla="*/ 23336 w 651066"/>
              <a:gd name="connsiteY50" fmla="*/ 308207 h 351902"/>
              <a:gd name="connsiteX51" fmla="*/ 41304 w 651066"/>
              <a:gd name="connsiteY51" fmla="*/ 302839 h 351902"/>
              <a:gd name="connsiteX52" fmla="*/ 49122 w 651066"/>
              <a:gd name="connsiteY52" fmla="*/ 282129 h 351902"/>
              <a:gd name="connsiteX53" fmla="*/ 77825 w 651066"/>
              <a:gd name="connsiteY53" fmla="*/ 256051 h 351902"/>
              <a:gd name="connsiteX54" fmla="*/ 123854 w 651066"/>
              <a:gd name="connsiteY54" fmla="*/ 245025 h 351902"/>
              <a:gd name="connsiteX55" fmla="*/ 159383 w 651066"/>
              <a:gd name="connsiteY55" fmla="*/ 248351 h 351902"/>
              <a:gd name="connsiteX56" fmla="*/ 183652 w 651066"/>
              <a:gd name="connsiteY56" fmla="*/ 247067 h 351902"/>
              <a:gd name="connsiteX57" fmla="*/ 197012 w 651066"/>
              <a:gd name="connsiteY57" fmla="*/ 257977 h 351902"/>
              <a:gd name="connsiteX58" fmla="*/ 216672 w 651066"/>
              <a:gd name="connsiteY58" fmla="*/ 242517 h 351902"/>
              <a:gd name="connsiteX59" fmla="*/ 237441 w 651066"/>
              <a:gd name="connsiteY59" fmla="*/ 239716 h 351902"/>
              <a:gd name="connsiteX60" fmla="*/ 241758 w 651066"/>
              <a:gd name="connsiteY60" fmla="*/ 252026 h 351902"/>
              <a:gd name="connsiteX61" fmla="*/ 259552 w 651066"/>
              <a:gd name="connsiteY61" fmla="*/ 252901 h 351902"/>
              <a:gd name="connsiteX62" fmla="*/ 276353 w 651066"/>
              <a:gd name="connsiteY62" fmla="*/ 272036 h 351902"/>
              <a:gd name="connsiteX63" fmla="*/ 307973 w 651066"/>
              <a:gd name="connsiteY63" fmla="*/ 271220 h 351902"/>
              <a:gd name="connsiteX64" fmla="*/ 317366 w 651066"/>
              <a:gd name="connsiteY64" fmla="*/ 275653 h 351902"/>
              <a:gd name="connsiteX65" fmla="*/ 350561 w 651066"/>
              <a:gd name="connsiteY65" fmla="*/ 254243 h 351902"/>
              <a:gd name="connsiteX66" fmla="*/ 386615 w 651066"/>
              <a:gd name="connsiteY66" fmla="*/ 271220 h 351902"/>
              <a:gd name="connsiteX67" fmla="*/ 418118 w 651066"/>
              <a:gd name="connsiteY67" fmla="*/ 276353 h 351902"/>
              <a:gd name="connsiteX68" fmla="*/ 444721 w 651066"/>
              <a:gd name="connsiteY68" fmla="*/ 306573 h 351902"/>
              <a:gd name="connsiteX69" fmla="*/ 466714 w 651066"/>
              <a:gd name="connsiteY69" fmla="*/ 310249 h 351902"/>
              <a:gd name="connsiteX70" fmla="*/ 490342 w 651066"/>
              <a:gd name="connsiteY70" fmla="*/ 341810 h 351902"/>
              <a:gd name="connsiteX71" fmla="*/ 519628 w 651066"/>
              <a:gd name="connsiteY71" fmla="*/ 343269 h 351902"/>
              <a:gd name="connsiteX72" fmla="*/ 529604 w 651066"/>
              <a:gd name="connsiteY72" fmla="*/ 351903 h 351902"/>
              <a:gd name="connsiteX73" fmla="*/ 529604 w 651066"/>
              <a:gd name="connsiteY73" fmla="*/ 351786 h 351902"/>
              <a:gd name="connsiteX74" fmla="*/ 562099 w 651066"/>
              <a:gd name="connsiteY74" fmla="*/ 337201 h 351902"/>
              <a:gd name="connsiteX75" fmla="*/ 604687 w 651066"/>
              <a:gd name="connsiteY75" fmla="*/ 331367 h 351902"/>
              <a:gd name="connsiteX76" fmla="*/ 609121 w 651066"/>
              <a:gd name="connsiteY76" fmla="*/ 304823 h 351902"/>
              <a:gd name="connsiteX77" fmla="*/ 626856 w 651066"/>
              <a:gd name="connsiteY77" fmla="*/ 296072 h 351902"/>
              <a:gd name="connsiteX78" fmla="*/ 634148 w 651066"/>
              <a:gd name="connsiteY78" fmla="*/ 275303 h 351902"/>
              <a:gd name="connsiteX79" fmla="*/ 651067 w 651066"/>
              <a:gd name="connsiteY79" fmla="*/ 271453 h 3519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</a:cxnLst>
            <a:rect l="l" t="t" r="r" b="b"/>
            <a:pathLst>
              <a:path w="651066" h="351902">
                <a:moveTo>
                  <a:pt x="651067" y="271453"/>
                </a:moveTo>
                <a:lnTo>
                  <a:pt x="647625" y="242517"/>
                </a:lnTo>
                <a:lnTo>
                  <a:pt x="633624" y="223381"/>
                </a:lnTo>
                <a:lnTo>
                  <a:pt x="622597" y="194036"/>
                </a:lnTo>
                <a:lnTo>
                  <a:pt x="615947" y="184527"/>
                </a:lnTo>
                <a:lnTo>
                  <a:pt x="602762" y="159383"/>
                </a:lnTo>
                <a:lnTo>
                  <a:pt x="605737" y="146373"/>
                </a:lnTo>
                <a:lnTo>
                  <a:pt x="599845" y="129338"/>
                </a:lnTo>
                <a:lnTo>
                  <a:pt x="591036" y="121346"/>
                </a:lnTo>
                <a:lnTo>
                  <a:pt x="595411" y="111778"/>
                </a:lnTo>
                <a:lnTo>
                  <a:pt x="592436" y="94043"/>
                </a:lnTo>
                <a:lnTo>
                  <a:pt x="541797" y="86751"/>
                </a:lnTo>
                <a:lnTo>
                  <a:pt x="505685" y="101510"/>
                </a:lnTo>
                <a:lnTo>
                  <a:pt x="490342" y="79458"/>
                </a:lnTo>
                <a:lnTo>
                  <a:pt x="471148" y="69832"/>
                </a:lnTo>
                <a:lnTo>
                  <a:pt x="460822" y="46380"/>
                </a:lnTo>
                <a:lnTo>
                  <a:pt x="429202" y="26369"/>
                </a:lnTo>
                <a:lnTo>
                  <a:pt x="416018" y="25728"/>
                </a:lnTo>
                <a:lnTo>
                  <a:pt x="408609" y="11026"/>
                </a:lnTo>
                <a:lnTo>
                  <a:pt x="394082" y="0"/>
                </a:lnTo>
                <a:lnTo>
                  <a:pt x="389590" y="17677"/>
                </a:lnTo>
                <a:lnTo>
                  <a:pt x="376405" y="19077"/>
                </a:lnTo>
                <a:lnTo>
                  <a:pt x="350561" y="0"/>
                </a:lnTo>
                <a:lnTo>
                  <a:pt x="326350" y="5834"/>
                </a:lnTo>
                <a:lnTo>
                  <a:pt x="294613" y="24444"/>
                </a:lnTo>
                <a:lnTo>
                  <a:pt x="283996" y="28295"/>
                </a:lnTo>
                <a:lnTo>
                  <a:pt x="283996" y="53847"/>
                </a:lnTo>
                <a:lnTo>
                  <a:pt x="293213" y="98652"/>
                </a:lnTo>
                <a:lnTo>
                  <a:pt x="281604" y="134122"/>
                </a:lnTo>
                <a:lnTo>
                  <a:pt x="249342" y="168834"/>
                </a:lnTo>
                <a:lnTo>
                  <a:pt x="225365" y="168834"/>
                </a:lnTo>
                <a:lnTo>
                  <a:pt x="201329" y="145790"/>
                </a:lnTo>
                <a:lnTo>
                  <a:pt x="198295" y="127997"/>
                </a:lnTo>
                <a:lnTo>
                  <a:pt x="150399" y="77066"/>
                </a:lnTo>
                <a:lnTo>
                  <a:pt x="148882" y="46963"/>
                </a:lnTo>
                <a:lnTo>
                  <a:pt x="140364" y="47722"/>
                </a:lnTo>
                <a:lnTo>
                  <a:pt x="122688" y="65457"/>
                </a:lnTo>
                <a:lnTo>
                  <a:pt x="94218" y="72457"/>
                </a:lnTo>
                <a:lnTo>
                  <a:pt x="84067" y="81733"/>
                </a:lnTo>
                <a:lnTo>
                  <a:pt x="63298" y="83250"/>
                </a:lnTo>
                <a:lnTo>
                  <a:pt x="47955" y="106352"/>
                </a:lnTo>
                <a:lnTo>
                  <a:pt x="50172" y="127180"/>
                </a:lnTo>
                <a:lnTo>
                  <a:pt x="41654" y="124088"/>
                </a:lnTo>
                <a:lnTo>
                  <a:pt x="42413" y="159558"/>
                </a:lnTo>
                <a:lnTo>
                  <a:pt x="15401" y="191236"/>
                </a:lnTo>
                <a:lnTo>
                  <a:pt x="13068" y="211363"/>
                </a:lnTo>
                <a:lnTo>
                  <a:pt x="14760" y="230732"/>
                </a:lnTo>
                <a:lnTo>
                  <a:pt x="0" y="244442"/>
                </a:lnTo>
                <a:lnTo>
                  <a:pt x="11609" y="293097"/>
                </a:lnTo>
                <a:lnTo>
                  <a:pt x="23219" y="304706"/>
                </a:lnTo>
                <a:lnTo>
                  <a:pt x="23336" y="308207"/>
                </a:lnTo>
                <a:lnTo>
                  <a:pt x="41304" y="302839"/>
                </a:lnTo>
                <a:lnTo>
                  <a:pt x="49122" y="282129"/>
                </a:lnTo>
                <a:lnTo>
                  <a:pt x="77825" y="256051"/>
                </a:lnTo>
                <a:lnTo>
                  <a:pt x="123854" y="245025"/>
                </a:lnTo>
                <a:lnTo>
                  <a:pt x="159383" y="248351"/>
                </a:lnTo>
                <a:lnTo>
                  <a:pt x="183652" y="247067"/>
                </a:lnTo>
                <a:lnTo>
                  <a:pt x="197012" y="257977"/>
                </a:lnTo>
                <a:lnTo>
                  <a:pt x="216672" y="242517"/>
                </a:lnTo>
                <a:lnTo>
                  <a:pt x="237441" y="239716"/>
                </a:lnTo>
                <a:lnTo>
                  <a:pt x="241758" y="252026"/>
                </a:lnTo>
                <a:lnTo>
                  <a:pt x="259552" y="252901"/>
                </a:lnTo>
                <a:lnTo>
                  <a:pt x="276353" y="272036"/>
                </a:lnTo>
                <a:lnTo>
                  <a:pt x="307973" y="271220"/>
                </a:lnTo>
                <a:lnTo>
                  <a:pt x="317366" y="275653"/>
                </a:lnTo>
                <a:lnTo>
                  <a:pt x="350561" y="254243"/>
                </a:lnTo>
                <a:lnTo>
                  <a:pt x="386615" y="271220"/>
                </a:lnTo>
                <a:lnTo>
                  <a:pt x="418118" y="276353"/>
                </a:lnTo>
                <a:lnTo>
                  <a:pt x="444721" y="306573"/>
                </a:lnTo>
                <a:lnTo>
                  <a:pt x="466714" y="310249"/>
                </a:lnTo>
                <a:lnTo>
                  <a:pt x="490342" y="341810"/>
                </a:lnTo>
                <a:lnTo>
                  <a:pt x="519628" y="343269"/>
                </a:lnTo>
                <a:lnTo>
                  <a:pt x="529604" y="351903"/>
                </a:lnTo>
                <a:lnTo>
                  <a:pt x="529604" y="351786"/>
                </a:lnTo>
                <a:lnTo>
                  <a:pt x="562099" y="337201"/>
                </a:lnTo>
                <a:lnTo>
                  <a:pt x="604687" y="331367"/>
                </a:lnTo>
                <a:lnTo>
                  <a:pt x="609121" y="304823"/>
                </a:lnTo>
                <a:lnTo>
                  <a:pt x="626856" y="296072"/>
                </a:lnTo>
                <a:lnTo>
                  <a:pt x="634148" y="275303"/>
                </a:lnTo>
                <a:lnTo>
                  <a:pt x="651067" y="271453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1" name="Freeform: Shape 555">
            <a:extLst>
              <a:ext uri="{FF2B5EF4-FFF2-40B4-BE49-F238E27FC236}">
                <a16:creationId xmlns:a16="http://schemas.microsoft.com/office/drawing/2014/main" id="{E3F999D6-4019-7309-2466-8CB8C00E6651}"/>
              </a:ext>
            </a:extLst>
          </p:cNvPr>
          <p:cNvSpPr/>
          <p:nvPr/>
        </p:nvSpPr>
        <p:spPr>
          <a:xfrm>
            <a:off x="8008695" y="4203223"/>
            <a:ext cx="750768" cy="324133"/>
          </a:xfrm>
          <a:custGeom>
            <a:avLst/>
            <a:gdLst>
              <a:gd name="connsiteX0" fmla="*/ 270928 w 750768"/>
              <a:gd name="connsiteY0" fmla="*/ 1225 h 324133"/>
              <a:gd name="connsiteX1" fmla="*/ 278454 w 750768"/>
              <a:gd name="connsiteY1" fmla="*/ 17269 h 324133"/>
              <a:gd name="connsiteX2" fmla="*/ 287321 w 750768"/>
              <a:gd name="connsiteY2" fmla="*/ 7059 h 324133"/>
              <a:gd name="connsiteX3" fmla="*/ 304998 w 750768"/>
              <a:gd name="connsiteY3" fmla="*/ 10268 h 324133"/>
              <a:gd name="connsiteX4" fmla="*/ 314916 w 750768"/>
              <a:gd name="connsiteY4" fmla="*/ 5075 h 324133"/>
              <a:gd name="connsiteX5" fmla="*/ 356512 w 750768"/>
              <a:gd name="connsiteY5" fmla="*/ 11551 h 324133"/>
              <a:gd name="connsiteX6" fmla="*/ 355053 w 750768"/>
              <a:gd name="connsiteY6" fmla="*/ 23219 h 324133"/>
              <a:gd name="connsiteX7" fmla="*/ 372672 w 750768"/>
              <a:gd name="connsiteY7" fmla="*/ 41363 h 324133"/>
              <a:gd name="connsiteX8" fmla="*/ 389298 w 750768"/>
              <a:gd name="connsiteY8" fmla="*/ 39087 h 324133"/>
              <a:gd name="connsiteX9" fmla="*/ 404350 w 750768"/>
              <a:gd name="connsiteY9" fmla="*/ 52039 h 324133"/>
              <a:gd name="connsiteX10" fmla="*/ 394374 w 750768"/>
              <a:gd name="connsiteY10" fmla="*/ 74499 h 324133"/>
              <a:gd name="connsiteX11" fmla="*/ 402658 w 750768"/>
              <a:gd name="connsiteY11" fmla="*/ 86692 h 324133"/>
              <a:gd name="connsiteX12" fmla="*/ 409950 w 750768"/>
              <a:gd name="connsiteY12" fmla="*/ 90718 h 324133"/>
              <a:gd name="connsiteX13" fmla="*/ 408959 w 750768"/>
              <a:gd name="connsiteY13" fmla="*/ 110261 h 324133"/>
              <a:gd name="connsiteX14" fmla="*/ 423019 w 750768"/>
              <a:gd name="connsiteY14" fmla="*/ 116095 h 324133"/>
              <a:gd name="connsiteX15" fmla="*/ 432528 w 750768"/>
              <a:gd name="connsiteY15" fmla="*/ 105769 h 324133"/>
              <a:gd name="connsiteX16" fmla="*/ 445829 w 750768"/>
              <a:gd name="connsiteY16" fmla="*/ 105769 h 324133"/>
              <a:gd name="connsiteX17" fmla="*/ 422085 w 750768"/>
              <a:gd name="connsiteY17" fmla="*/ 74908 h 324133"/>
              <a:gd name="connsiteX18" fmla="*/ 431769 w 750768"/>
              <a:gd name="connsiteY18" fmla="*/ 68374 h 324133"/>
              <a:gd name="connsiteX19" fmla="*/ 479608 w 750768"/>
              <a:gd name="connsiteY19" fmla="*/ 94801 h 324133"/>
              <a:gd name="connsiteX20" fmla="*/ 509711 w 750768"/>
              <a:gd name="connsiteY20" fmla="*/ 91184 h 324133"/>
              <a:gd name="connsiteX21" fmla="*/ 504577 w 750768"/>
              <a:gd name="connsiteY21" fmla="*/ 108803 h 324133"/>
              <a:gd name="connsiteX22" fmla="*/ 526687 w 750768"/>
              <a:gd name="connsiteY22" fmla="*/ 126422 h 324133"/>
              <a:gd name="connsiteX23" fmla="*/ 564900 w 750768"/>
              <a:gd name="connsiteY23" fmla="*/ 117554 h 324133"/>
              <a:gd name="connsiteX24" fmla="*/ 595003 w 750768"/>
              <a:gd name="connsiteY24" fmla="*/ 127180 h 324133"/>
              <a:gd name="connsiteX25" fmla="*/ 656667 w 750768"/>
              <a:gd name="connsiteY25" fmla="*/ 171985 h 324133"/>
              <a:gd name="connsiteX26" fmla="*/ 675803 w 750768"/>
              <a:gd name="connsiteY26" fmla="*/ 205063 h 324133"/>
              <a:gd name="connsiteX27" fmla="*/ 693538 w 750768"/>
              <a:gd name="connsiteY27" fmla="*/ 205938 h 324133"/>
              <a:gd name="connsiteX28" fmla="*/ 702347 w 750768"/>
              <a:gd name="connsiteY28" fmla="*/ 195437 h 324133"/>
              <a:gd name="connsiteX29" fmla="*/ 729475 w 750768"/>
              <a:gd name="connsiteY29" fmla="*/ 196370 h 324133"/>
              <a:gd name="connsiteX30" fmla="*/ 744876 w 750768"/>
              <a:gd name="connsiteY30" fmla="*/ 212414 h 324133"/>
              <a:gd name="connsiteX31" fmla="*/ 750769 w 750768"/>
              <a:gd name="connsiteY31" fmla="*/ 239658 h 324133"/>
              <a:gd name="connsiteX32" fmla="*/ 703689 w 750768"/>
              <a:gd name="connsiteY32" fmla="*/ 235224 h 324133"/>
              <a:gd name="connsiteX33" fmla="*/ 681812 w 750768"/>
              <a:gd name="connsiteY33" fmla="*/ 255118 h 324133"/>
              <a:gd name="connsiteX34" fmla="*/ 656084 w 750768"/>
              <a:gd name="connsiteY34" fmla="*/ 257277 h 324133"/>
              <a:gd name="connsiteX35" fmla="*/ 627264 w 750768"/>
              <a:gd name="connsiteY35" fmla="*/ 285863 h 324133"/>
              <a:gd name="connsiteX36" fmla="*/ 589811 w 750768"/>
              <a:gd name="connsiteY36" fmla="*/ 291172 h 324133"/>
              <a:gd name="connsiteX37" fmla="*/ 550723 w 750768"/>
              <a:gd name="connsiteY37" fmla="*/ 305057 h 324133"/>
              <a:gd name="connsiteX38" fmla="*/ 541272 w 750768"/>
              <a:gd name="connsiteY38" fmla="*/ 297122 h 324133"/>
              <a:gd name="connsiteX39" fmla="*/ 517820 w 750768"/>
              <a:gd name="connsiteY39" fmla="*/ 297764 h 324133"/>
              <a:gd name="connsiteX40" fmla="*/ 493551 w 750768"/>
              <a:gd name="connsiteY40" fmla="*/ 313924 h 324133"/>
              <a:gd name="connsiteX41" fmla="*/ 448746 w 750768"/>
              <a:gd name="connsiteY41" fmla="*/ 303598 h 324133"/>
              <a:gd name="connsiteX42" fmla="*/ 431069 w 750768"/>
              <a:gd name="connsiteY42" fmla="*/ 290297 h 324133"/>
              <a:gd name="connsiteX43" fmla="*/ 403883 w 750768"/>
              <a:gd name="connsiteY43" fmla="*/ 296247 h 324133"/>
              <a:gd name="connsiteX44" fmla="*/ 375239 w 750768"/>
              <a:gd name="connsiteY44" fmla="*/ 294730 h 324133"/>
              <a:gd name="connsiteX45" fmla="*/ 350269 w 750768"/>
              <a:gd name="connsiteY45" fmla="*/ 277170 h 324133"/>
              <a:gd name="connsiteX46" fmla="*/ 312640 w 750768"/>
              <a:gd name="connsiteY46" fmla="*/ 275653 h 324133"/>
              <a:gd name="connsiteX47" fmla="*/ 292163 w 750768"/>
              <a:gd name="connsiteY47" fmla="*/ 267602 h 324133"/>
              <a:gd name="connsiteX48" fmla="*/ 283938 w 750768"/>
              <a:gd name="connsiteY48" fmla="*/ 286621 h 324133"/>
              <a:gd name="connsiteX49" fmla="*/ 273728 w 750768"/>
              <a:gd name="connsiteY49" fmla="*/ 296247 h 324133"/>
              <a:gd name="connsiteX50" fmla="*/ 272328 w 750768"/>
              <a:gd name="connsiteY50" fmla="*/ 311591 h 324133"/>
              <a:gd name="connsiteX51" fmla="*/ 244384 w 750768"/>
              <a:gd name="connsiteY51" fmla="*/ 313107 h 324133"/>
              <a:gd name="connsiteX52" fmla="*/ 234757 w 750768"/>
              <a:gd name="connsiteY52" fmla="*/ 324133 h 324133"/>
              <a:gd name="connsiteX53" fmla="*/ 183419 w 750768"/>
              <a:gd name="connsiteY53" fmla="*/ 294730 h 324133"/>
              <a:gd name="connsiteX54" fmla="*/ 169009 w 750768"/>
              <a:gd name="connsiteY54" fmla="*/ 293272 h 324133"/>
              <a:gd name="connsiteX55" fmla="*/ 169126 w 750768"/>
              <a:gd name="connsiteY55" fmla="*/ 292572 h 324133"/>
              <a:gd name="connsiteX56" fmla="*/ 128288 w 750768"/>
              <a:gd name="connsiteY56" fmla="*/ 245375 h 324133"/>
              <a:gd name="connsiteX57" fmla="*/ 108336 w 750768"/>
              <a:gd name="connsiteY57" fmla="*/ 231957 h 324133"/>
              <a:gd name="connsiteX58" fmla="*/ 73216 w 750768"/>
              <a:gd name="connsiteY58" fmla="*/ 208097 h 324133"/>
              <a:gd name="connsiteX59" fmla="*/ 53497 w 750768"/>
              <a:gd name="connsiteY59" fmla="*/ 196954 h 324133"/>
              <a:gd name="connsiteX60" fmla="*/ 47955 w 750768"/>
              <a:gd name="connsiteY60" fmla="*/ 181844 h 324133"/>
              <a:gd name="connsiteX61" fmla="*/ 49472 w 750768"/>
              <a:gd name="connsiteY61" fmla="*/ 157108 h 324133"/>
              <a:gd name="connsiteX62" fmla="*/ 28120 w 750768"/>
              <a:gd name="connsiteY62" fmla="*/ 123913 h 324133"/>
              <a:gd name="connsiteX63" fmla="*/ 1167 w 750768"/>
              <a:gd name="connsiteY63" fmla="*/ 107753 h 324133"/>
              <a:gd name="connsiteX64" fmla="*/ 0 w 750768"/>
              <a:gd name="connsiteY64" fmla="*/ 92584 h 324133"/>
              <a:gd name="connsiteX65" fmla="*/ 8984 w 750768"/>
              <a:gd name="connsiteY65" fmla="*/ 85992 h 324133"/>
              <a:gd name="connsiteX66" fmla="*/ 18610 w 750768"/>
              <a:gd name="connsiteY66" fmla="*/ 94043 h 324133"/>
              <a:gd name="connsiteX67" fmla="*/ 35645 w 750768"/>
              <a:gd name="connsiteY67" fmla="*/ 102035 h 324133"/>
              <a:gd name="connsiteX68" fmla="*/ 71641 w 750768"/>
              <a:gd name="connsiteY68" fmla="*/ 69132 h 324133"/>
              <a:gd name="connsiteX69" fmla="*/ 89259 w 750768"/>
              <a:gd name="connsiteY69" fmla="*/ 67615 h 324133"/>
              <a:gd name="connsiteX70" fmla="*/ 109095 w 750768"/>
              <a:gd name="connsiteY70" fmla="*/ 44863 h 324133"/>
              <a:gd name="connsiteX71" fmla="*/ 131205 w 750768"/>
              <a:gd name="connsiteY71" fmla="*/ 44046 h 324133"/>
              <a:gd name="connsiteX72" fmla="*/ 142115 w 750768"/>
              <a:gd name="connsiteY72" fmla="*/ 27186 h 324133"/>
              <a:gd name="connsiteX73" fmla="*/ 176068 w 750768"/>
              <a:gd name="connsiteY73" fmla="*/ 26428 h 324133"/>
              <a:gd name="connsiteX74" fmla="*/ 190711 w 750768"/>
              <a:gd name="connsiteY74" fmla="*/ 30162 h 324133"/>
              <a:gd name="connsiteX75" fmla="*/ 207688 w 750768"/>
              <a:gd name="connsiteY75" fmla="*/ 19894 h 324133"/>
              <a:gd name="connsiteX76" fmla="*/ 207688 w 750768"/>
              <a:gd name="connsiteY76" fmla="*/ 1517 h 324133"/>
              <a:gd name="connsiteX77" fmla="*/ 239250 w 750768"/>
              <a:gd name="connsiteY77" fmla="*/ 8868 h 324133"/>
              <a:gd name="connsiteX78" fmla="*/ 252376 w 750768"/>
              <a:gd name="connsiteY78" fmla="*/ 0 h 324133"/>
              <a:gd name="connsiteX79" fmla="*/ 267252 w 750768"/>
              <a:gd name="connsiteY79" fmla="*/ 7292 h 324133"/>
              <a:gd name="connsiteX80" fmla="*/ 270928 w 750768"/>
              <a:gd name="connsiteY80" fmla="*/ 1225 h 3241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</a:cxnLst>
            <a:rect l="l" t="t" r="r" b="b"/>
            <a:pathLst>
              <a:path w="750768" h="324133">
                <a:moveTo>
                  <a:pt x="270928" y="1225"/>
                </a:moveTo>
                <a:lnTo>
                  <a:pt x="278454" y="17269"/>
                </a:lnTo>
                <a:lnTo>
                  <a:pt x="287321" y="7059"/>
                </a:lnTo>
                <a:lnTo>
                  <a:pt x="304998" y="10268"/>
                </a:lnTo>
                <a:lnTo>
                  <a:pt x="314916" y="5075"/>
                </a:lnTo>
                <a:lnTo>
                  <a:pt x="356512" y="11551"/>
                </a:lnTo>
                <a:lnTo>
                  <a:pt x="355053" y="23219"/>
                </a:lnTo>
                <a:lnTo>
                  <a:pt x="372672" y="41363"/>
                </a:lnTo>
                <a:lnTo>
                  <a:pt x="389298" y="39087"/>
                </a:lnTo>
                <a:lnTo>
                  <a:pt x="404350" y="52039"/>
                </a:lnTo>
                <a:lnTo>
                  <a:pt x="394374" y="74499"/>
                </a:lnTo>
                <a:lnTo>
                  <a:pt x="402658" y="86692"/>
                </a:lnTo>
                <a:lnTo>
                  <a:pt x="409950" y="90718"/>
                </a:lnTo>
                <a:lnTo>
                  <a:pt x="408959" y="110261"/>
                </a:lnTo>
                <a:lnTo>
                  <a:pt x="423019" y="116095"/>
                </a:lnTo>
                <a:lnTo>
                  <a:pt x="432528" y="105769"/>
                </a:lnTo>
                <a:lnTo>
                  <a:pt x="445829" y="105769"/>
                </a:lnTo>
                <a:lnTo>
                  <a:pt x="422085" y="74908"/>
                </a:lnTo>
                <a:lnTo>
                  <a:pt x="431769" y="68374"/>
                </a:lnTo>
                <a:lnTo>
                  <a:pt x="479608" y="94801"/>
                </a:lnTo>
                <a:lnTo>
                  <a:pt x="509711" y="91184"/>
                </a:lnTo>
                <a:lnTo>
                  <a:pt x="504577" y="108803"/>
                </a:lnTo>
                <a:lnTo>
                  <a:pt x="526687" y="126422"/>
                </a:lnTo>
                <a:lnTo>
                  <a:pt x="564900" y="117554"/>
                </a:lnTo>
                <a:lnTo>
                  <a:pt x="595003" y="127180"/>
                </a:lnTo>
                <a:lnTo>
                  <a:pt x="656667" y="171985"/>
                </a:lnTo>
                <a:lnTo>
                  <a:pt x="675803" y="205063"/>
                </a:lnTo>
                <a:lnTo>
                  <a:pt x="693538" y="205938"/>
                </a:lnTo>
                <a:lnTo>
                  <a:pt x="702347" y="195437"/>
                </a:lnTo>
                <a:lnTo>
                  <a:pt x="729475" y="196370"/>
                </a:lnTo>
                <a:lnTo>
                  <a:pt x="744876" y="212414"/>
                </a:lnTo>
                <a:lnTo>
                  <a:pt x="750769" y="239658"/>
                </a:lnTo>
                <a:lnTo>
                  <a:pt x="703689" y="235224"/>
                </a:lnTo>
                <a:lnTo>
                  <a:pt x="681812" y="255118"/>
                </a:lnTo>
                <a:lnTo>
                  <a:pt x="656084" y="257277"/>
                </a:lnTo>
                <a:lnTo>
                  <a:pt x="627264" y="285863"/>
                </a:lnTo>
                <a:lnTo>
                  <a:pt x="589811" y="291172"/>
                </a:lnTo>
                <a:lnTo>
                  <a:pt x="550723" y="305057"/>
                </a:lnTo>
                <a:lnTo>
                  <a:pt x="541272" y="297122"/>
                </a:lnTo>
                <a:lnTo>
                  <a:pt x="517820" y="297764"/>
                </a:lnTo>
                <a:lnTo>
                  <a:pt x="493551" y="313924"/>
                </a:lnTo>
                <a:lnTo>
                  <a:pt x="448746" y="303598"/>
                </a:lnTo>
                <a:lnTo>
                  <a:pt x="431069" y="290297"/>
                </a:lnTo>
                <a:lnTo>
                  <a:pt x="403883" y="296247"/>
                </a:lnTo>
                <a:lnTo>
                  <a:pt x="375239" y="294730"/>
                </a:lnTo>
                <a:lnTo>
                  <a:pt x="350269" y="277170"/>
                </a:lnTo>
                <a:lnTo>
                  <a:pt x="312640" y="275653"/>
                </a:lnTo>
                <a:lnTo>
                  <a:pt x="292163" y="267602"/>
                </a:lnTo>
                <a:lnTo>
                  <a:pt x="283938" y="286621"/>
                </a:lnTo>
                <a:lnTo>
                  <a:pt x="273728" y="296247"/>
                </a:lnTo>
                <a:lnTo>
                  <a:pt x="272328" y="311591"/>
                </a:lnTo>
                <a:lnTo>
                  <a:pt x="244384" y="313107"/>
                </a:lnTo>
                <a:lnTo>
                  <a:pt x="234757" y="324133"/>
                </a:lnTo>
                <a:lnTo>
                  <a:pt x="183419" y="294730"/>
                </a:lnTo>
                <a:lnTo>
                  <a:pt x="169009" y="293272"/>
                </a:lnTo>
                <a:lnTo>
                  <a:pt x="169126" y="292572"/>
                </a:lnTo>
                <a:lnTo>
                  <a:pt x="128288" y="245375"/>
                </a:lnTo>
                <a:lnTo>
                  <a:pt x="108336" y="231957"/>
                </a:lnTo>
                <a:lnTo>
                  <a:pt x="73216" y="208097"/>
                </a:lnTo>
                <a:lnTo>
                  <a:pt x="53497" y="196954"/>
                </a:lnTo>
                <a:lnTo>
                  <a:pt x="47955" y="181844"/>
                </a:lnTo>
                <a:lnTo>
                  <a:pt x="49472" y="157108"/>
                </a:lnTo>
                <a:lnTo>
                  <a:pt x="28120" y="123913"/>
                </a:lnTo>
                <a:lnTo>
                  <a:pt x="1167" y="107753"/>
                </a:lnTo>
                <a:lnTo>
                  <a:pt x="0" y="92584"/>
                </a:lnTo>
                <a:lnTo>
                  <a:pt x="8984" y="85992"/>
                </a:lnTo>
                <a:lnTo>
                  <a:pt x="18610" y="94043"/>
                </a:lnTo>
                <a:lnTo>
                  <a:pt x="35645" y="102035"/>
                </a:lnTo>
                <a:lnTo>
                  <a:pt x="71641" y="69132"/>
                </a:lnTo>
                <a:lnTo>
                  <a:pt x="89259" y="67615"/>
                </a:lnTo>
                <a:lnTo>
                  <a:pt x="109095" y="44863"/>
                </a:lnTo>
                <a:lnTo>
                  <a:pt x="131205" y="44046"/>
                </a:lnTo>
                <a:lnTo>
                  <a:pt x="142115" y="27186"/>
                </a:lnTo>
                <a:lnTo>
                  <a:pt x="176068" y="26428"/>
                </a:lnTo>
                <a:lnTo>
                  <a:pt x="190711" y="30162"/>
                </a:lnTo>
                <a:lnTo>
                  <a:pt x="207688" y="19894"/>
                </a:lnTo>
                <a:lnTo>
                  <a:pt x="207688" y="1517"/>
                </a:lnTo>
                <a:lnTo>
                  <a:pt x="239250" y="8868"/>
                </a:lnTo>
                <a:lnTo>
                  <a:pt x="252376" y="0"/>
                </a:lnTo>
                <a:lnTo>
                  <a:pt x="267252" y="7292"/>
                </a:lnTo>
                <a:lnTo>
                  <a:pt x="270928" y="1225"/>
                </a:lnTo>
                <a:close/>
              </a:path>
            </a:pathLst>
          </a:custGeom>
          <a:solidFill>
            <a:srgbClr val="B3D1E2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2" name="Freeform: Shape 558">
            <a:extLst>
              <a:ext uri="{FF2B5EF4-FFF2-40B4-BE49-F238E27FC236}">
                <a16:creationId xmlns:a16="http://schemas.microsoft.com/office/drawing/2014/main" id="{EFA3F3D2-CEBB-2CF6-086F-B4B2F2AD7629}"/>
              </a:ext>
            </a:extLst>
          </p:cNvPr>
          <p:cNvSpPr/>
          <p:nvPr/>
        </p:nvSpPr>
        <p:spPr>
          <a:xfrm>
            <a:off x="8494836" y="4416337"/>
            <a:ext cx="513561" cy="221397"/>
          </a:xfrm>
          <a:custGeom>
            <a:avLst/>
            <a:gdLst>
              <a:gd name="connsiteX0" fmla="*/ 6301 w 513561"/>
              <a:gd name="connsiteY0" fmla="*/ 175193 h 221397"/>
              <a:gd name="connsiteX1" fmla="*/ 74324 w 513561"/>
              <a:gd name="connsiteY1" fmla="*/ 214805 h 221397"/>
              <a:gd name="connsiteX2" fmla="*/ 110320 w 513561"/>
              <a:gd name="connsiteY2" fmla="*/ 221398 h 221397"/>
              <a:gd name="connsiteX3" fmla="*/ 144798 w 513561"/>
              <a:gd name="connsiteY3" fmla="*/ 209496 h 221397"/>
              <a:gd name="connsiteX4" fmla="*/ 199171 w 513561"/>
              <a:gd name="connsiteY4" fmla="*/ 204421 h 221397"/>
              <a:gd name="connsiteX5" fmla="*/ 202088 w 513561"/>
              <a:gd name="connsiteY5" fmla="*/ 185227 h 221397"/>
              <a:gd name="connsiteX6" fmla="*/ 230849 w 513561"/>
              <a:gd name="connsiteY6" fmla="*/ 175835 h 221397"/>
              <a:gd name="connsiteX7" fmla="*/ 263869 w 513561"/>
              <a:gd name="connsiteY7" fmla="*/ 147890 h 221397"/>
              <a:gd name="connsiteX8" fmla="*/ 292572 w 513561"/>
              <a:gd name="connsiteY8" fmla="*/ 177818 h 221397"/>
              <a:gd name="connsiteX9" fmla="*/ 294905 w 513561"/>
              <a:gd name="connsiteY9" fmla="*/ 158799 h 221397"/>
              <a:gd name="connsiteX10" fmla="*/ 313166 w 513561"/>
              <a:gd name="connsiteY10" fmla="*/ 144098 h 221397"/>
              <a:gd name="connsiteX11" fmla="*/ 330842 w 513561"/>
              <a:gd name="connsiteY11" fmla="*/ 117087 h 221397"/>
              <a:gd name="connsiteX12" fmla="*/ 364679 w 513561"/>
              <a:gd name="connsiteY12" fmla="*/ 114053 h 221397"/>
              <a:gd name="connsiteX13" fmla="*/ 388248 w 513561"/>
              <a:gd name="connsiteY13" fmla="*/ 120646 h 221397"/>
              <a:gd name="connsiteX14" fmla="*/ 429377 w 513561"/>
              <a:gd name="connsiteY14" fmla="*/ 117612 h 221397"/>
              <a:gd name="connsiteX15" fmla="*/ 460822 w 513561"/>
              <a:gd name="connsiteY15" fmla="*/ 125021 h 221397"/>
              <a:gd name="connsiteX16" fmla="*/ 488125 w 513561"/>
              <a:gd name="connsiteY16" fmla="*/ 107344 h 221397"/>
              <a:gd name="connsiteX17" fmla="*/ 492559 w 513561"/>
              <a:gd name="connsiteY17" fmla="*/ 72749 h 221397"/>
              <a:gd name="connsiteX18" fmla="*/ 513561 w 513561"/>
              <a:gd name="connsiteY18" fmla="*/ 28120 h 221397"/>
              <a:gd name="connsiteX19" fmla="*/ 510994 w 513561"/>
              <a:gd name="connsiteY19" fmla="*/ 27944 h 221397"/>
              <a:gd name="connsiteX20" fmla="*/ 468523 w 513561"/>
              <a:gd name="connsiteY20" fmla="*/ 2975 h 221397"/>
              <a:gd name="connsiteX21" fmla="*/ 430136 w 513561"/>
              <a:gd name="connsiteY21" fmla="*/ 1575 h 221397"/>
              <a:gd name="connsiteX22" fmla="*/ 417243 w 513561"/>
              <a:gd name="connsiteY22" fmla="*/ 7409 h 221397"/>
              <a:gd name="connsiteX23" fmla="*/ 401375 w 513561"/>
              <a:gd name="connsiteY23" fmla="*/ 0 h 221397"/>
              <a:gd name="connsiteX24" fmla="*/ 384865 w 513561"/>
              <a:gd name="connsiteY24" fmla="*/ 2217 h 221397"/>
              <a:gd name="connsiteX25" fmla="*/ 371855 w 513561"/>
              <a:gd name="connsiteY25" fmla="*/ 15577 h 221397"/>
              <a:gd name="connsiteX26" fmla="*/ 357503 w 513561"/>
              <a:gd name="connsiteY26" fmla="*/ 5659 h 221397"/>
              <a:gd name="connsiteX27" fmla="*/ 333293 w 513561"/>
              <a:gd name="connsiteY27" fmla="*/ 5659 h 221397"/>
              <a:gd name="connsiteX28" fmla="*/ 317483 w 513561"/>
              <a:gd name="connsiteY28" fmla="*/ 3792 h 221397"/>
              <a:gd name="connsiteX29" fmla="*/ 301264 w 513561"/>
              <a:gd name="connsiteY29" fmla="*/ 9393 h 221397"/>
              <a:gd name="connsiteX30" fmla="*/ 289071 w 513561"/>
              <a:gd name="connsiteY30" fmla="*/ 27828 h 221397"/>
              <a:gd name="connsiteX31" fmla="*/ 270053 w 513561"/>
              <a:gd name="connsiteY31" fmla="*/ 28470 h 221397"/>
              <a:gd name="connsiteX32" fmla="*/ 264452 w 513561"/>
              <a:gd name="connsiteY32" fmla="*/ 25494 h 221397"/>
              <a:gd name="connsiteX33" fmla="*/ 264627 w 513561"/>
              <a:gd name="connsiteY33" fmla="*/ 26544 h 221397"/>
              <a:gd name="connsiteX34" fmla="*/ 217547 w 513561"/>
              <a:gd name="connsiteY34" fmla="*/ 22110 h 221397"/>
              <a:gd name="connsiteX35" fmla="*/ 195670 w 513561"/>
              <a:gd name="connsiteY35" fmla="*/ 42004 h 221397"/>
              <a:gd name="connsiteX36" fmla="*/ 169942 w 513561"/>
              <a:gd name="connsiteY36" fmla="*/ 44163 h 221397"/>
              <a:gd name="connsiteX37" fmla="*/ 141123 w 513561"/>
              <a:gd name="connsiteY37" fmla="*/ 72749 h 221397"/>
              <a:gd name="connsiteX38" fmla="*/ 103669 w 513561"/>
              <a:gd name="connsiteY38" fmla="*/ 78058 h 221397"/>
              <a:gd name="connsiteX39" fmla="*/ 64582 w 513561"/>
              <a:gd name="connsiteY39" fmla="*/ 91943 h 221397"/>
              <a:gd name="connsiteX40" fmla="*/ 55131 w 513561"/>
              <a:gd name="connsiteY40" fmla="*/ 84008 h 221397"/>
              <a:gd name="connsiteX41" fmla="*/ 31678 w 513561"/>
              <a:gd name="connsiteY41" fmla="*/ 84650 h 221397"/>
              <a:gd name="connsiteX42" fmla="*/ 7409 w 513561"/>
              <a:gd name="connsiteY42" fmla="*/ 100810 h 221397"/>
              <a:gd name="connsiteX43" fmla="*/ 2275 w 513561"/>
              <a:gd name="connsiteY43" fmla="*/ 99643 h 221397"/>
              <a:gd name="connsiteX44" fmla="*/ 0 w 513561"/>
              <a:gd name="connsiteY44" fmla="*/ 132255 h 221397"/>
              <a:gd name="connsiteX45" fmla="*/ 6301 w 513561"/>
              <a:gd name="connsiteY45" fmla="*/ 175193 h 22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</a:cxnLst>
            <a:rect l="l" t="t" r="r" b="b"/>
            <a:pathLst>
              <a:path w="513561" h="221397">
                <a:moveTo>
                  <a:pt x="6301" y="175193"/>
                </a:moveTo>
                <a:lnTo>
                  <a:pt x="74324" y="214805"/>
                </a:lnTo>
                <a:lnTo>
                  <a:pt x="110320" y="221398"/>
                </a:lnTo>
                <a:lnTo>
                  <a:pt x="144798" y="209496"/>
                </a:lnTo>
                <a:lnTo>
                  <a:pt x="199171" y="204421"/>
                </a:lnTo>
                <a:lnTo>
                  <a:pt x="202088" y="185227"/>
                </a:lnTo>
                <a:lnTo>
                  <a:pt x="230849" y="175835"/>
                </a:lnTo>
                <a:lnTo>
                  <a:pt x="263869" y="147890"/>
                </a:lnTo>
                <a:lnTo>
                  <a:pt x="292572" y="177818"/>
                </a:lnTo>
                <a:lnTo>
                  <a:pt x="294905" y="158799"/>
                </a:lnTo>
                <a:lnTo>
                  <a:pt x="313166" y="144098"/>
                </a:lnTo>
                <a:lnTo>
                  <a:pt x="330842" y="117087"/>
                </a:lnTo>
                <a:lnTo>
                  <a:pt x="364679" y="114053"/>
                </a:lnTo>
                <a:lnTo>
                  <a:pt x="388248" y="120646"/>
                </a:lnTo>
                <a:lnTo>
                  <a:pt x="429377" y="117612"/>
                </a:lnTo>
                <a:lnTo>
                  <a:pt x="460822" y="125021"/>
                </a:lnTo>
                <a:lnTo>
                  <a:pt x="488125" y="107344"/>
                </a:lnTo>
                <a:lnTo>
                  <a:pt x="492559" y="72749"/>
                </a:lnTo>
                <a:lnTo>
                  <a:pt x="513561" y="28120"/>
                </a:lnTo>
                <a:lnTo>
                  <a:pt x="510994" y="27944"/>
                </a:lnTo>
                <a:lnTo>
                  <a:pt x="468523" y="2975"/>
                </a:lnTo>
                <a:lnTo>
                  <a:pt x="430136" y="1575"/>
                </a:lnTo>
                <a:lnTo>
                  <a:pt x="417243" y="7409"/>
                </a:lnTo>
                <a:lnTo>
                  <a:pt x="401375" y="0"/>
                </a:lnTo>
                <a:lnTo>
                  <a:pt x="384865" y="2217"/>
                </a:lnTo>
                <a:lnTo>
                  <a:pt x="371855" y="15577"/>
                </a:lnTo>
                <a:lnTo>
                  <a:pt x="357503" y="5659"/>
                </a:lnTo>
                <a:lnTo>
                  <a:pt x="333293" y="5659"/>
                </a:lnTo>
                <a:lnTo>
                  <a:pt x="317483" y="3792"/>
                </a:lnTo>
                <a:lnTo>
                  <a:pt x="301264" y="9393"/>
                </a:lnTo>
                <a:lnTo>
                  <a:pt x="289071" y="27828"/>
                </a:lnTo>
                <a:lnTo>
                  <a:pt x="270053" y="28470"/>
                </a:lnTo>
                <a:lnTo>
                  <a:pt x="264452" y="25494"/>
                </a:lnTo>
                <a:lnTo>
                  <a:pt x="264627" y="26544"/>
                </a:lnTo>
                <a:lnTo>
                  <a:pt x="217547" y="22110"/>
                </a:lnTo>
                <a:lnTo>
                  <a:pt x="195670" y="42004"/>
                </a:lnTo>
                <a:lnTo>
                  <a:pt x="169942" y="44163"/>
                </a:lnTo>
                <a:lnTo>
                  <a:pt x="141123" y="72749"/>
                </a:lnTo>
                <a:lnTo>
                  <a:pt x="103669" y="78058"/>
                </a:lnTo>
                <a:lnTo>
                  <a:pt x="64582" y="91943"/>
                </a:lnTo>
                <a:lnTo>
                  <a:pt x="55131" y="84008"/>
                </a:lnTo>
                <a:lnTo>
                  <a:pt x="31678" y="84650"/>
                </a:lnTo>
                <a:lnTo>
                  <a:pt x="7409" y="100810"/>
                </a:lnTo>
                <a:lnTo>
                  <a:pt x="2275" y="99643"/>
                </a:lnTo>
                <a:lnTo>
                  <a:pt x="0" y="132255"/>
                </a:lnTo>
                <a:lnTo>
                  <a:pt x="6301" y="175193"/>
                </a:lnTo>
                <a:close/>
              </a:path>
            </a:pathLst>
          </a:custGeom>
          <a:solidFill>
            <a:srgbClr val="B3D1E2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3" name="Freeform: Shape 560">
            <a:extLst>
              <a:ext uri="{FF2B5EF4-FFF2-40B4-BE49-F238E27FC236}">
                <a16:creationId xmlns:a16="http://schemas.microsoft.com/office/drawing/2014/main" id="{B6D904A1-162F-B41D-456C-16CBB2158408}"/>
              </a:ext>
            </a:extLst>
          </p:cNvPr>
          <p:cNvSpPr/>
          <p:nvPr/>
        </p:nvSpPr>
        <p:spPr>
          <a:xfrm>
            <a:off x="6028250" y="5344749"/>
            <a:ext cx="317074" cy="633273"/>
          </a:xfrm>
          <a:custGeom>
            <a:avLst/>
            <a:gdLst>
              <a:gd name="connsiteX0" fmla="*/ 206054 w 317074"/>
              <a:gd name="connsiteY0" fmla="*/ 605795 h 633273"/>
              <a:gd name="connsiteX1" fmla="*/ 205238 w 317074"/>
              <a:gd name="connsiteY1" fmla="*/ 581935 h 633273"/>
              <a:gd name="connsiteX2" fmla="*/ 190420 w 317074"/>
              <a:gd name="connsiteY2" fmla="*/ 558307 h 633273"/>
              <a:gd name="connsiteX3" fmla="*/ 213989 w 317074"/>
              <a:gd name="connsiteY3" fmla="*/ 514144 h 633273"/>
              <a:gd name="connsiteX4" fmla="*/ 239133 w 317074"/>
              <a:gd name="connsiteY4" fmla="*/ 493492 h 633273"/>
              <a:gd name="connsiteX5" fmla="*/ 241992 w 317074"/>
              <a:gd name="connsiteY5" fmla="*/ 474474 h 633273"/>
              <a:gd name="connsiteX6" fmla="*/ 219881 w 317074"/>
              <a:gd name="connsiteY6" fmla="*/ 472899 h 633273"/>
              <a:gd name="connsiteX7" fmla="*/ 205238 w 317074"/>
              <a:gd name="connsiteY7" fmla="*/ 443495 h 633273"/>
              <a:gd name="connsiteX8" fmla="*/ 237558 w 317074"/>
              <a:gd name="connsiteY8" fmla="*/ 411117 h 633273"/>
              <a:gd name="connsiteX9" fmla="*/ 236158 w 317074"/>
              <a:gd name="connsiteY9" fmla="*/ 369871 h 633273"/>
              <a:gd name="connsiteX10" fmla="*/ 212530 w 317074"/>
              <a:gd name="connsiteY10" fmla="*/ 355053 h 633273"/>
              <a:gd name="connsiteX11" fmla="*/ 186044 w 317074"/>
              <a:gd name="connsiteY11" fmla="*/ 304998 h 633273"/>
              <a:gd name="connsiteX12" fmla="*/ 211130 w 317074"/>
              <a:gd name="connsiteY12" fmla="*/ 299222 h 633273"/>
              <a:gd name="connsiteX13" fmla="*/ 228749 w 317074"/>
              <a:gd name="connsiteY13" fmla="*/ 302139 h 633273"/>
              <a:gd name="connsiteX14" fmla="*/ 255176 w 317074"/>
              <a:gd name="connsiteY14" fmla="*/ 265386 h 633273"/>
              <a:gd name="connsiteX15" fmla="*/ 237558 w 317074"/>
              <a:gd name="connsiteY15" fmla="*/ 247534 h 633273"/>
              <a:gd name="connsiteX16" fmla="*/ 259668 w 317074"/>
              <a:gd name="connsiteY16" fmla="*/ 225540 h 633273"/>
              <a:gd name="connsiteX17" fmla="*/ 262527 w 317074"/>
              <a:gd name="connsiteY17" fmla="*/ 160725 h 633273"/>
              <a:gd name="connsiteX18" fmla="*/ 258152 w 317074"/>
              <a:gd name="connsiteY18" fmla="*/ 134297 h 633273"/>
              <a:gd name="connsiteX19" fmla="*/ 296422 w 317074"/>
              <a:gd name="connsiteY19" fmla="*/ 97543 h 633273"/>
              <a:gd name="connsiteX20" fmla="*/ 311124 w 317074"/>
              <a:gd name="connsiteY20" fmla="*/ 97543 h 633273"/>
              <a:gd name="connsiteX21" fmla="*/ 317074 w 317074"/>
              <a:gd name="connsiteY21" fmla="*/ 76949 h 633273"/>
              <a:gd name="connsiteX22" fmla="*/ 296422 w 317074"/>
              <a:gd name="connsiteY22" fmla="*/ 47488 h 633273"/>
              <a:gd name="connsiteX23" fmla="*/ 293563 w 317074"/>
              <a:gd name="connsiteY23" fmla="*/ 22402 h 633273"/>
              <a:gd name="connsiteX24" fmla="*/ 244850 w 317074"/>
              <a:gd name="connsiteY24" fmla="*/ 16393 h 633273"/>
              <a:gd name="connsiteX25" fmla="*/ 225715 w 317074"/>
              <a:gd name="connsiteY25" fmla="*/ 35645 h 633273"/>
              <a:gd name="connsiteX26" fmla="*/ 169767 w 317074"/>
              <a:gd name="connsiteY26" fmla="*/ 23919 h 633273"/>
              <a:gd name="connsiteX27" fmla="*/ 135872 w 317074"/>
              <a:gd name="connsiteY27" fmla="*/ 41479 h 633273"/>
              <a:gd name="connsiteX28" fmla="*/ 127121 w 317074"/>
              <a:gd name="connsiteY28" fmla="*/ 26894 h 633273"/>
              <a:gd name="connsiteX29" fmla="*/ 130038 w 317074"/>
              <a:gd name="connsiteY29" fmla="*/ 4784 h 633273"/>
              <a:gd name="connsiteX30" fmla="*/ 112945 w 317074"/>
              <a:gd name="connsiteY30" fmla="*/ 0 h 633273"/>
              <a:gd name="connsiteX31" fmla="*/ 67615 w 317074"/>
              <a:gd name="connsiteY31" fmla="*/ 7117 h 633273"/>
              <a:gd name="connsiteX32" fmla="*/ 69482 w 317074"/>
              <a:gd name="connsiteY32" fmla="*/ 28586 h 633273"/>
              <a:gd name="connsiteX33" fmla="*/ 84942 w 317074"/>
              <a:gd name="connsiteY33" fmla="*/ 63181 h 633273"/>
              <a:gd name="connsiteX34" fmla="*/ 77941 w 317074"/>
              <a:gd name="connsiteY34" fmla="*/ 127121 h 633273"/>
              <a:gd name="connsiteX35" fmla="*/ 81908 w 317074"/>
              <a:gd name="connsiteY35" fmla="*/ 137214 h 633273"/>
              <a:gd name="connsiteX36" fmla="*/ 74091 w 317074"/>
              <a:gd name="connsiteY36" fmla="*/ 165742 h 633273"/>
              <a:gd name="connsiteX37" fmla="*/ 88734 w 317074"/>
              <a:gd name="connsiteY37" fmla="*/ 182718 h 633273"/>
              <a:gd name="connsiteX38" fmla="*/ 77941 w 317074"/>
              <a:gd name="connsiteY38" fmla="*/ 197478 h 633273"/>
              <a:gd name="connsiteX39" fmla="*/ 65632 w 317074"/>
              <a:gd name="connsiteY39" fmla="*/ 223673 h 633273"/>
              <a:gd name="connsiteX40" fmla="*/ 64057 w 317074"/>
              <a:gd name="connsiteY40" fmla="*/ 256809 h 633273"/>
              <a:gd name="connsiteX41" fmla="*/ 40954 w 317074"/>
              <a:gd name="connsiteY41" fmla="*/ 290063 h 633273"/>
              <a:gd name="connsiteX42" fmla="*/ 40954 w 317074"/>
              <a:gd name="connsiteY42" fmla="*/ 309373 h 633273"/>
              <a:gd name="connsiteX43" fmla="*/ 13943 w 317074"/>
              <a:gd name="connsiteY43" fmla="*/ 347994 h 633273"/>
              <a:gd name="connsiteX44" fmla="*/ 0 w 317074"/>
              <a:gd name="connsiteY44" fmla="*/ 407267 h 633273"/>
              <a:gd name="connsiteX45" fmla="*/ 758 w 317074"/>
              <a:gd name="connsiteY45" fmla="*/ 421852 h 633273"/>
              <a:gd name="connsiteX46" fmla="*/ 21586 w 317074"/>
              <a:gd name="connsiteY46" fmla="*/ 421852 h 633273"/>
              <a:gd name="connsiteX47" fmla="*/ 31678 w 317074"/>
              <a:gd name="connsiteY47" fmla="*/ 407267 h 633273"/>
              <a:gd name="connsiteX48" fmla="*/ 52622 w 317074"/>
              <a:gd name="connsiteY48" fmla="*/ 394082 h 633273"/>
              <a:gd name="connsiteX49" fmla="*/ 49413 w 317074"/>
              <a:gd name="connsiteY49" fmla="*/ 407267 h 633273"/>
              <a:gd name="connsiteX50" fmla="*/ 54781 w 317074"/>
              <a:gd name="connsiteY50" fmla="*/ 418118 h 633273"/>
              <a:gd name="connsiteX51" fmla="*/ 24736 w 317074"/>
              <a:gd name="connsiteY51" fmla="*/ 432761 h 633273"/>
              <a:gd name="connsiteX52" fmla="*/ 23219 w 317074"/>
              <a:gd name="connsiteY52" fmla="*/ 454463 h 633273"/>
              <a:gd name="connsiteX53" fmla="*/ 32495 w 317074"/>
              <a:gd name="connsiteY53" fmla="*/ 464439 h 633273"/>
              <a:gd name="connsiteX54" fmla="*/ 47780 w 317074"/>
              <a:gd name="connsiteY54" fmla="*/ 449679 h 633273"/>
              <a:gd name="connsiteX55" fmla="*/ 74091 w 317074"/>
              <a:gd name="connsiteY55" fmla="*/ 450438 h 633273"/>
              <a:gd name="connsiteX56" fmla="*/ 63298 w 317074"/>
              <a:gd name="connsiteY56" fmla="*/ 464439 h 633273"/>
              <a:gd name="connsiteX57" fmla="*/ 70299 w 317074"/>
              <a:gd name="connsiteY57" fmla="*/ 491450 h 633273"/>
              <a:gd name="connsiteX58" fmla="*/ 60265 w 317074"/>
              <a:gd name="connsiteY58" fmla="*/ 515253 h 633273"/>
              <a:gd name="connsiteX59" fmla="*/ 61840 w 317074"/>
              <a:gd name="connsiteY59" fmla="*/ 569333 h 633273"/>
              <a:gd name="connsiteX60" fmla="*/ 51689 w 317074"/>
              <a:gd name="connsiteY60" fmla="*/ 607896 h 633273"/>
              <a:gd name="connsiteX61" fmla="*/ 44046 w 317074"/>
              <a:gd name="connsiteY61" fmla="*/ 619447 h 633273"/>
              <a:gd name="connsiteX62" fmla="*/ 51689 w 317074"/>
              <a:gd name="connsiteY62" fmla="*/ 625631 h 633273"/>
              <a:gd name="connsiteX63" fmla="*/ 81908 w 317074"/>
              <a:gd name="connsiteY63" fmla="*/ 604804 h 633273"/>
              <a:gd name="connsiteX64" fmla="*/ 124263 w 317074"/>
              <a:gd name="connsiteY64" fmla="*/ 621722 h 633273"/>
              <a:gd name="connsiteX65" fmla="*/ 143573 w 317074"/>
              <a:gd name="connsiteY65" fmla="*/ 633273 h 633273"/>
              <a:gd name="connsiteX66" fmla="*/ 173676 w 317074"/>
              <a:gd name="connsiteY66" fmla="*/ 616296 h 633273"/>
              <a:gd name="connsiteX67" fmla="*/ 200629 w 317074"/>
              <a:gd name="connsiteY67" fmla="*/ 614021 h 633273"/>
              <a:gd name="connsiteX68" fmla="*/ 205413 w 317074"/>
              <a:gd name="connsiteY68" fmla="*/ 605562 h 633273"/>
              <a:gd name="connsiteX69" fmla="*/ 206054 w 317074"/>
              <a:gd name="connsiteY69" fmla="*/ 605795 h 63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</a:cxnLst>
            <a:rect l="l" t="t" r="r" b="b"/>
            <a:pathLst>
              <a:path w="317074" h="633273">
                <a:moveTo>
                  <a:pt x="206054" y="605795"/>
                </a:moveTo>
                <a:lnTo>
                  <a:pt x="205238" y="581935"/>
                </a:lnTo>
                <a:lnTo>
                  <a:pt x="190420" y="558307"/>
                </a:lnTo>
                <a:lnTo>
                  <a:pt x="213989" y="514144"/>
                </a:lnTo>
                <a:lnTo>
                  <a:pt x="239133" y="493492"/>
                </a:lnTo>
                <a:lnTo>
                  <a:pt x="241992" y="474474"/>
                </a:lnTo>
                <a:lnTo>
                  <a:pt x="219881" y="472899"/>
                </a:lnTo>
                <a:lnTo>
                  <a:pt x="205238" y="443495"/>
                </a:lnTo>
                <a:lnTo>
                  <a:pt x="237558" y="411117"/>
                </a:lnTo>
                <a:lnTo>
                  <a:pt x="236158" y="369871"/>
                </a:lnTo>
                <a:lnTo>
                  <a:pt x="212530" y="355053"/>
                </a:lnTo>
                <a:lnTo>
                  <a:pt x="186044" y="304998"/>
                </a:lnTo>
                <a:lnTo>
                  <a:pt x="211130" y="299222"/>
                </a:lnTo>
                <a:lnTo>
                  <a:pt x="228749" y="302139"/>
                </a:lnTo>
                <a:lnTo>
                  <a:pt x="255176" y="265386"/>
                </a:lnTo>
                <a:lnTo>
                  <a:pt x="237558" y="247534"/>
                </a:lnTo>
                <a:lnTo>
                  <a:pt x="259668" y="225540"/>
                </a:lnTo>
                <a:lnTo>
                  <a:pt x="262527" y="160725"/>
                </a:lnTo>
                <a:lnTo>
                  <a:pt x="258152" y="134297"/>
                </a:lnTo>
                <a:lnTo>
                  <a:pt x="296422" y="97543"/>
                </a:lnTo>
                <a:lnTo>
                  <a:pt x="311124" y="97543"/>
                </a:lnTo>
                <a:lnTo>
                  <a:pt x="317074" y="76949"/>
                </a:lnTo>
                <a:lnTo>
                  <a:pt x="296422" y="47488"/>
                </a:lnTo>
                <a:lnTo>
                  <a:pt x="293563" y="22402"/>
                </a:lnTo>
                <a:lnTo>
                  <a:pt x="244850" y="16393"/>
                </a:lnTo>
                <a:lnTo>
                  <a:pt x="225715" y="35645"/>
                </a:lnTo>
                <a:lnTo>
                  <a:pt x="169767" y="23919"/>
                </a:lnTo>
                <a:lnTo>
                  <a:pt x="135872" y="41479"/>
                </a:lnTo>
                <a:lnTo>
                  <a:pt x="127121" y="26894"/>
                </a:lnTo>
                <a:lnTo>
                  <a:pt x="130038" y="4784"/>
                </a:lnTo>
                <a:lnTo>
                  <a:pt x="112945" y="0"/>
                </a:lnTo>
                <a:lnTo>
                  <a:pt x="67615" y="7117"/>
                </a:lnTo>
                <a:lnTo>
                  <a:pt x="69482" y="28586"/>
                </a:lnTo>
                <a:lnTo>
                  <a:pt x="84942" y="63181"/>
                </a:lnTo>
                <a:lnTo>
                  <a:pt x="77941" y="127121"/>
                </a:lnTo>
                <a:lnTo>
                  <a:pt x="81908" y="137214"/>
                </a:lnTo>
                <a:lnTo>
                  <a:pt x="74091" y="165742"/>
                </a:lnTo>
                <a:lnTo>
                  <a:pt x="88734" y="182718"/>
                </a:lnTo>
                <a:lnTo>
                  <a:pt x="77941" y="197478"/>
                </a:lnTo>
                <a:lnTo>
                  <a:pt x="65632" y="223673"/>
                </a:lnTo>
                <a:lnTo>
                  <a:pt x="64057" y="256809"/>
                </a:lnTo>
                <a:lnTo>
                  <a:pt x="40954" y="290063"/>
                </a:lnTo>
                <a:lnTo>
                  <a:pt x="40954" y="309373"/>
                </a:lnTo>
                <a:lnTo>
                  <a:pt x="13943" y="347994"/>
                </a:lnTo>
                <a:lnTo>
                  <a:pt x="0" y="407267"/>
                </a:lnTo>
                <a:lnTo>
                  <a:pt x="758" y="421852"/>
                </a:lnTo>
                <a:lnTo>
                  <a:pt x="21586" y="421852"/>
                </a:lnTo>
                <a:lnTo>
                  <a:pt x="31678" y="407267"/>
                </a:lnTo>
                <a:lnTo>
                  <a:pt x="52622" y="394082"/>
                </a:lnTo>
                <a:lnTo>
                  <a:pt x="49413" y="407267"/>
                </a:lnTo>
                <a:lnTo>
                  <a:pt x="54781" y="418118"/>
                </a:lnTo>
                <a:lnTo>
                  <a:pt x="24736" y="432761"/>
                </a:lnTo>
                <a:lnTo>
                  <a:pt x="23219" y="454463"/>
                </a:lnTo>
                <a:lnTo>
                  <a:pt x="32495" y="464439"/>
                </a:lnTo>
                <a:lnTo>
                  <a:pt x="47780" y="449679"/>
                </a:lnTo>
                <a:lnTo>
                  <a:pt x="74091" y="450438"/>
                </a:lnTo>
                <a:lnTo>
                  <a:pt x="63298" y="464439"/>
                </a:lnTo>
                <a:lnTo>
                  <a:pt x="70299" y="491450"/>
                </a:lnTo>
                <a:lnTo>
                  <a:pt x="60265" y="515253"/>
                </a:lnTo>
                <a:lnTo>
                  <a:pt x="61840" y="569333"/>
                </a:lnTo>
                <a:lnTo>
                  <a:pt x="51689" y="607896"/>
                </a:lnTo>
                <a:lnTo>
                  <a:pt x="44046" y="619447"/>
                </a:lnTo>
                <a:lnTo>
                  <a:pt x="51689" y="625631"/>
                </a:lnTo>
                <a:lnTo>
                  <a:pt x="81908" y="604804"/>
                </a:lnTo>
                <a:lnTo>
                  <a:pt x="124263" y="621722"/>
                </a:lnTo>
                <a:lnTo>
                  <a:pt x="143573" y="633273"/>
                </a:lnTo>
                <a:lnTo>
                  <a:pt x="173676" y="616296"/>
                </a:lnTo>
                <a:lnTo>
                  <a:pt x="200629" y="614021"/>
                </a:lnTo>
                <a:lnTo>
                  <a:pt x="205413" y="605562"/>
                </a:lnTo>
                <a:lnTo>
                  <a:pt x="206054" y="605795"/>
                </a:lnTo>
                <a:close/>
              </a:path>
            </a:pathLst>
          </a:custGeom>
          <a:solidFill>
            <a:srgbClr val="B3D1E2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4" name="Freeform: Shape 561">
            <a:extLst>
              <a:ext uri="{FF2B5EF4-FFF2-40B4-BE49-F238E27FC236}">
                <a16:creationId xmlns:a16="http://schemas.microsoft.com/office/drawing/2014/main" id="{7FB9CBD0-426D-4AF6-DA9E-B6CB677FD1DE}"/>
              </a:ext>
            </a:extLst>
          </p:cNvPr>
          <p:cNvSpPr/>
          <p:nvPr/>
        </p:nvSpPr>
        <p:spPr>
          <a:xfrm>
            <a:off x="7617063" y="3252409"/>
            <a:ext cx="644299" cy="503701"/>
          </a:xfrm>
          <a:custGeom>
            <a:avLst/>
            <a:gdLst>
              <a:gd name="connsiteX0" fmla="*/ 461639 w 644299"/>
              <a:gd name="connsiteY0" fmla="*/ 489759 h 503701"/>
              <a:gd name="connsiteX1" fmla="*/ 467590 w 644299"/>
              <a:gd name="connsiteY1" fmla="*/ 496701 h 503701"/>
              <a:gd name="connsiteX2" fmla="*/ 488008 w 644299"/>
              <a:gd name="connsiteY2" fmla="*/ 503702 h 503701"/>
              <a:gd name="connsiteX3" fmla="*/ 501543 w 644299"/>
              <a:gd name="connsiteY3" fmla="*/ 485617 h 503701"/>
              <a:gd name="connsiteX4" fmla="*/ 513619 w 644299"/>
              <a:gd name="connsiteY4" fmla="*/ 489292 h 503701"/>
              <a:gd name="connsiteX5" fmla="*/ 515020 w 644299"/>
              <a:gd name="connsiteY5" fmla="*/ 480133 h 503701"/>
              <a:gd name="connsiteX6" fmla="*/ 506152 w 644299"/>
              <a:gd name="connsiteY6" fmla="*/ 464673 h 503701"/>
              <a:gd name="connsiteX7" fmla="*/ 510586 w 644299"/>
              <a:gd name="connsiteY7" fmla="*/ 447696 h 503701"/>
              <a:gd name="connsiteX8" fmla="*/ 495534 w 644299"/>
              <a:gd name="connsiteY8" fmla="*/ 444662 h 503701"/>
              <a:gd name="connsiteX9" fmla="*/ 488533 w 644299"/>
              <a:gd name="connsiteY9" fmla="*/ 448396 h 503701"/>
              <a:gd name="connsiteX10" fmla="*/ 481883 w 644299"/>
              <a:gd name="connsiteY10" fmla="*/ 444312 h 503701"/>
              <a:gd name="connsiteX11" fmla="*/ 466423 w 644299"/>
              <a:gd name="connsiteY11" fmla="*/ 448396 h 503701"/>
              <a:gd name="connsiteX12" fmla="*/ 467590 w 644299"/>
              <a:gd name="connsiteY12" fmla="*/ 460881 h 503701"/>
              <a:gd name="connsiteX13" fmla="*/ 483341 w 644299"/>
              <a:gd name="connsiteY13" fmla="*/ 462456 h 503701"/>
              <a:gd name="connsiteX14" fmla="*/ 478966 w 644299"/>
              <a:gd name="connsiteY14" fmla="*/ 467590 h 503701"/>
              <a:gd name="connsiteX15" fmla="*/ 466423 w 644299"/>
              <a:gd name="connsiteY15" fmla="*/ 475057 h 503701"/>
              <a:gd name="connsiteX16" fmla="*/ 461639 w 644299"/>
              <a:gd name="connsiteY16" fmla="*/ 489700 h 503701"/>
              <a:gd name="connsiteX17" fmla="*/ 608246 w 644299"/>
              <a:gd name="connsiteY17" fmla="*/ 348052 h 503701"/>
              <a:gd name="connsiteX18" fmla="*/ 603054 w 644299"/>
              <a:gd name="connsiteY18" fmla="*/ 375064 h 503701"/>
              <a:gd name="connsiteX19" fmla="*/ 608246 w 644299"/>
              <a:gd name="connsiteY19" fmla="*/ 393790 h 503701"/>
              <a:gd name="connsiteX20" fmla="*/ 640624 w 644299"/>
              <a:gd name="connsiteY20" fmla="*/ 404933 h 503701"/>
              <a:gd name="connsiteX21" fmla="*/ 644300 w 644299"/>
              <a:gd name="connsiteY21" fmla="*/ 387490 h 503701"/>
              <a:gd name="connsiteX22" fmla="*/ 626739 w 644299"/>
              <a:gd name="connsiteY22" fmla="*/ 359195 h 503701"/>
              <a:gd name="connsiteX23" fmla="*/ 608304 w 644299"/>
              <a:gd name="connsiteY23" fmla="*/ 348111 h 503701"/>
              <a:gd name="connsiteX24" fmla="*/ 408667 w 644299"/>
              <a:gd name="connsiteY24" fmla="*/ 302139 h 503701"/>
              <a:gd name="connsiteX25" fmla="*/ 401141 w 644299"/>
              <a:gd name="connsiteY25" fmla="*/ 323491 h 503701"/>
              <a:gd name="connsiteX26" fmla="*/ 415259 w 644299"/>
              <a:gd name="connsiteY26" fmla="*/ 327925 h 503701"/>
              <a:gd name="connsiteX27" fmla="*/ 408667 w 644299"/>
              <a:gd name="connsiteY27" fmla="*/ 302198 h 503701"/>
              <a:gd name="connsiteX28" fmla="*/ 358087 w 644299"/>
              <a:gd name="connsiteY28" fmla="*/ 402716 h 503701"/>
              <a:gd name="connsiteX29" fmla="*/ 342744 w 644299"/>
              <a:gd name="connsiteY29" fmla="*/ 403475 h 503701"/>
              <a:gd name="connsiteX30" fmla="*/ 334926 w 644299"/>
              <a:gd name="connsiteY30" fmla="*/ 392799 h 503701"/>
              <a:gd name="connsiteX31" fmla="*/ 343852 w 644299"/>
              <a:gd name="connsiteY31" fmla="*/ 382064 h 503701"/>
              <a:gd name="connsiteX32" fmla="*/ 340235 w 644299"/>
              <a:gd name="connsiteY32" fmla="*/ 372730 h 503701"/>
              <a:gd name="connsiteX33" fmla="*/ 316549 w 644299"/>
              <a:gd name="connsiteY33" fmla="*/ 366488 h 503701"/>
              <a:gd name="connsiteX34" fmla="*/ 303715 w 644299"/>
              <a:gd name="connsiteY34" fmla="*/ 366488 h 503701"/>
              <a:gd name="connsiteX35" fmla="*/ 291930 w 644299"/>
              <a:gd name="connsiteY35" fmla="*/ 352136 h 503701"/>
              <a:gd name="connsiteX36" fmla="*/ 293039 w 644299"/>
              <a:gd name="connsiteY36" fmla="*/ 331192 h 503701"/>
              <a:gd name="connsiteX37" fmla="*/ 284988 w 644299"/>
              <a:gd name="connsiteY37" fmla="*/ 318649 h 503701"/>
              <a:gd name="connsiteX38" fmla="*/ 282304 w 644299"/>
              <a:gd name="connsiteY38" fmla="*/ 303890 h 503701"/>
              <a:gd name="connsiteX39" fmla="*/ 294614 w 644299"/>
              <a:gd name="connsiteY39" fmla="*/ 300156 h 503701"/>
              <a:gd name="connsiteX40" fmla="*/ 302548 w 644299"/>
              <a:gd name="connsiteY40" fmla="*/ 284696 h 503701"/>
              <a:gd name="connsiteX41" fmla="*/ 312174 w 644299"/>
              <a:gd name="connsiteY41" fmla="*/ 277987 h 503701"/>
              <a:gd name="connsiteX42" fmla="*/ 321741 w 644299"/>
              <a:gd name="connsiteY42" fmla="*/ 290238 h 503701"/>
              <a:gd name="connsiteX43" fmla="*/ 322442 w 644299"/>
              <a:gd name="connsiteY43" fmla="*/ 299806 h 503701"/>
              <a:gd name="connsiteX44" fmla="*/ 340877 w 644299"/>
              <a:gd name="connsiteY44" fmla="*/ 312290 h 503701"/>
              <a:gd name="connsiteX45" fmla="*/ 345252 w 644299"/>
              <a:gd name="connsiteY45" fmla="*/ 307273 h 503701"/>
              <a:gd name="connsiteX46" fmla="*/ 355928 w 644299"/>
              <a:gd name="connsiteY46" fmla="*/ 309665 h 503701"/>
              <a:gd name="connsiteX47" fmla="*/ 357387 w 644299"/>
              <a:gd name="connsiteY47" fmla="*/ 299106 h 503701"/>
              <a:gd name="connsiteX48" fmla="*/ 341518 w 644299"/>
              <a:gd name="connsiteY48" fmla="*/ 288313 h 503701"/>
              <a:gd name="connsiteX49" fmla="*/ 334576 w 644299"/>
              <a:gd name="connsiteY49" fmla="*/ 279562 h 503701"/>
              <a:gd name="connsiteX50" fmla="*/ 344202 w 644299"/>
              <a:gd name="connsiteY50" fmla="*/ 261477 h 503701"/>
              <a:gd name="connsiteX51" fmla="*/ 371038 w 644299"/>
              <a:gd name="connsiteY51" fmla="*/ 254826 h 503701"/>
              <a:gd name="connsiteX52" fmla="*/ 394490 w 644299"/>
              <a:gd name="connsiteY52" fmla="*/ 253834 h 503701"/>
              <a:gd name="connsiteX53" fmla="*/ 400499 w 644299"/>
              <a:gd name="connsiteY53" fmla="*/ 270636 h 503701"/>
              <a:gd name="connsiteX54" fmla="*/ 402600 w 644299"/>
              <a:gd name="connsiteY54" fmla="*/ 292747 h 503701"/>
              <a:gd name="connsiteX55" fmla="*/ 396066 w 644299"/>
              <a:gd name="connsiteY55" fmla="*/ 316958 h 503701"/>
              <a:gd name="connsiteX56" fmla="*/ 374772 w 644299"/>
              <a:gd name="connsiteY56" fmla="*/ 327225 h 503701"/>
              <a:gd name="connsiteX57" fmla="*/ 374772 w 644299"/>
              <a:gd name="connsiteY57" fmla="*/ 334518 h 503701"/>
              <a:gd name="connsiteX58" fmla="*/ 393090 w 644299"/>
              <a:gd name="connsiteY58" fmla="*/ 347177 h 503701"/>
              <a:gd name="connsiteX59" fmla="*/ 396766 w 644299"/>
              <a:gd name="connsiteY59" fmla="*/ 359604 h 503701"/>
              <a:gd name="connsiteX60" fmla="*/ 386556 w 644299"/>
              <a:gd name="connsiteY60" fmla="*/ 369171 h 503701"/>
              <a:gd name="connsiteX61" fmla="*/ 365204 w 644299"/>
              <a:gd name="connsiteY61" fmla="*/ 377981 h 503701"/>
              <a:gd name="connsiteX62" fmla="*/ 365904 w 644299"/>
              <a:gd name="connsiteY62" fmla="*/ 391982 h 503701"/>
              <a:gd name="connsiteX63" fmla="*/ 358028 w 644299"/>
              <a:gd name="connsiteY63" fmla="*/ 402775 h 503701"/>
              <a:gd name="connsiteX64" fmla="*/ 369988 w 644299"/>
              <a:gd name="connsiteY64" fmla="*/ 408492 h 503701"/>
              <a:gd name="connsiteX65" fmla="*/ 373313 w 644299"/>
              <a:gd name="connsiteY65" fmla="*/ 416368 h 503701"/>
              <a:gd name="connsiteX66" fmla="*/ 382531 w 644299"/>
              <a:gd name="connsiteY66" fmla="*/ 403008 h 503701"/>
              <a:gd name="connsiteX67" fmla="*/ 396241 w 644299"/>
              <a:gd name="connsiteY67" fmla="*/ 400441 h 503701"/>
              <a:gd name="connsiteX68" fmla="*/ 393265 w 644299"/>
              <a:gd name="connsiteY68" fmla="*/ 389357 h 503701"/>
              <a:gd name="connsiteX69" fmla="*/ 378506 w 644299"/>
              <a:gd name="connsiteY69" fmla="*/ 395599 h 503701"/>
              <a:gd name="connsiteX70" fmla="*/ 369988 w 644299"/>
              <a:gd name="connsiteY70" fmla="*/ 408492 h 503701"/>
              <a:gd name="connsiteX71" fmla="*/ 293797 w 644299"/>
              <a:gd name="connsiteY71" fmla="*/ 405692 h 503701"/>
              <a:gd name="connsiteX72" fmla="*/ 312465 w 644299"/>
              <a:gd name="connsiteY72" fmla="*/ 432178 h 503701"/>
              <a:gd name="connsiteX73" fmla="*/ 325359 w 644299"/>
              <a:gd name="connsiteY73" fmla="*/ 428269 h 503701"/>
              <a:gd name="connsiteX74" fmla="*/ 335860 w 644299"/>
              <a:gd name="connsiteY74" fmla="*/ 428269 h 503701"/>
              <a:gd name="connsiteX75" fmla="*/ 342335 w 644299"/>
              <a:gd name="connsiteY75" fmla="*/ 412634 h 503701"/>
              <a:gd name="connsiteX76" fmla="*/ 358845 w 644299"/>
              <a:gd name="connsiteY76" fmla="*/ 413451 h 503701"/>
              <a:gd name="connsiteX77" fmla="*/ 362579 w 644299"/>
              <a:gd name="connsiteY77" fmla="*/ 410359 h 503701"/>
              <a:gd name="connsiteX78" fmla="*/ 365904 w 644299"/>
              <a:gd name="connsiteY78" fmla="*/ 424944 h 503701"/>
              <a:gd name="connsiteX79" fmla="*/ 356687 w 644299"/>
              <a:gd name="connsiteY79" fmla="*/ 442445 h 503701"/>
              <a:gd name="connsiteX80" fmla="*/ 357095 w 644299"/>
              <a:gd name="connsiteY80" fmla="*/ 458722 h 503701"/>
              <a:gd name="connsiteX81" fmla="*/ 352369 w 644299"/>
              <a:gd name="connsiteY81" fmla="*/ 456155 h 503701"/>
              <a:gd name="connsiteX82" fmla="*/ 347177 w 644299"/>
              <a:gd name="connsiteY82" fmla="*/ 440637 h 503701"/>
              <a:gd name="connsiteX83" fmla="*/ 337376 w 644299"/>
              <a:gd name="connsiteY83" fmla="*/ 453121 h 503701"/>
              <a:gd name="connsiteX84" fmla="*/ 308498 w 644299"/>
              <a:gd name="connsiteY84" fmla="*/ 455630 h 503701"/>
              <a:gd name="connsiteX85" fmla="*/ 279445 w 644299"/>
              <a:gd name="connsiteY85" fmla="*/ 445712 h 503701"/>
              <a:gd name="connsiteX86" fmla="*/ 271336 w 644299"/>
              <a:gd name="connsiteY86" fmla="*/ 434336 h 503701"/>
              <a:gd name="connsiteX87" fmla="*/ 282887 w 644299"/>
              <a:gd name="connsiteY87" fmla="*/ 429844 h 503701"/>
              <a:gd name="connsiteX88" fmla="*/ 275828 w 644299"/>
              <a:gd name="connsiteY88" fmla="*/ 421152 h 503701"/>
              <a:gd name="connsiteX89" fmla="*/ 283821 w 644299"/>
              <a:gd name="connsiteY89" fmla="*/ 408259 h 503701"/>
              <a:gd name="connsiteX90" fmla="*/ 293855 w 644299"/>
              <a:gd name="connsiteY90" fmla="*/ 405633 h 503701"/>
              <a:gd name="connsiteX91" fmla="*/ 221223 w 644299"/>
              <a:gd name="connsiteY91" fmla="*/ 303890 h 503701"/>
              <a:gd name="connsiteX92" fmla="*/ 231199 w 644299"/>
              <a:gd name="connsiteY92" fmla="*/ 287963 h 503701"/>
              <a:gd name="connsiteX93" fmla="*/ 231490 w 644299"/>
              <a:gd name="connsiteY93" fmla="*/ 260368 h 503701"/>
              <a:gd name="connsiteX94" fmla="*/ 239016 w 644299"/>
              <a:gd name="connsiteY94" fmla="*/ 286563 h 503701"/>
              <a:gd name="connsiteX95" fmla="*/ 237091 w 644299"/>
              <a:gd name="connsiteY95" fmla="*/ 300564 h 503701"/>
              <a:gd name="connsiteX96" fmla="*/ 221223 w 644299"/>
              <a:gd name="connsiteY96" fmla="*/ 303948 h 503701"/>
              <a:gd name="connsiteX97" fmla="*/ 211072 w 644299"/>
              <a:gd name="connsiteY97" fmla="*/ 412634 h 503701"/>
              <a:gd name="connsiteX98" fmla="*/ 226006 w 644299"/>
              <a:gd name="connsiteY98" fmla="*/ 427861 h 503701"/>
              <a:gd name="connsiteX99" fmla="*/ 233532 w 644299"/>
              <a:gd name="connsiteY99" fmla="*/ 421210 h 503701"/>
              <a:gd name="connsiteX100" fmla="*/ 211072 w 644299"/>
              <a:gd name="connsiteY100" fmla="*/ 412634 h 503701"/>
              <a:gd name="connsiteX101" fmla="*/ 257101 w 644299"/>
              <a:gd name="connsiteY101" fmla="*/ 379264 h 503701"/>
              <a:gd name="connsiteX102" fmla="*/ 252026 w 644299"/>
              <a:gd name="connsiteY102" fmla="*/ 407909 h 503701"/>
              <a:gd name="connsiteX103" fmla="*/ 243917 w 644299"/>
              <a:gd name="connsiteY103" fmla="*/ 424127 h 503701"/>
              <a:gd name="connsiteX104" fmla="*/ 247592 w 644299"/>
              <a:gd name="connsiteY104" fmla="*/ 433695 h 503701"/>
              <a:gd name="connsiteX105" fmla="*/ 258560 w 644299"/>
              <a:gd name="connsiteY105" fmla="*/ 418410 h 503701"/>
              <a:gd name="connsiteX106" fmla="*/ 270286 w 644299"/>
              <a:gd name="connsiteY106" fmla="*/ 394724 h 503701"/>
              <a:gd name="connsiteX107" fmla="*/ 257043 w 644299"/>
              <a:gd name="connsiteY107" fmla="*/ 379322 h 503701"/>
              <a:gd name="connsiteX108" fmla="*/ 163817 w 644299"/>
              <a:gd name="connsiteY108" fmla="*/ 327867 h 503701"/>
              <a:gd name="connsiteX109" fmla="*/ 194678 w 644299"/>
              <a:gd name="connsiteY109" fmla="*/ 322091 h 503701"/>
              <a:gd name="connsiteX110" fmla="*/ 216789 w 644299"/>
              <a:gd name="connsiteY110" fmla="*/ 333759 h 503701"/>
              <a:gd name="connsiteX111" fmla="*/ 230674 w 644299"/>
              <a:gd name="connsiteY111" fmla="*/ 331484 h 503701"/>
              <a:gd name="connsiteX112" fmla="*/ 243975 w 644299"/>
              <a:gd name="connsiteY112" fmla="*/ 360304 h 503701"/>
              <a:gd name="connsiteX113" fmla="*/ 248934 w 644299"/>
              <a:gd name="connsiteY113" fmla="*/ 376405 h 503701"/>
              <a:gd name="connsiteX114" fmla="*/ 236566 w 644299"/>
              <a:gd name="connsiteY114" fmla="*/ 400674 h 503701"/>
              <a:gd name="connsiteX115" fmla="*/ 216789 w 644299"/>
              <a:gd name="connsiteY115" fmla="*/ 404350 h 503701"/>
              <a:gd name="connsiteX116" fmla="*/ 205763 w 644299"/>
              <a:gd name="connsiteY116" fmla="*/ 396941 h 503701"/>
              <a:gd name="connsiteX117" fmla="*/ 188903 w 644299"/>
              <a:gd name="connsiteY117" fmla="*/ 394666 h 503701"/>
              <a:gd name="connsiteX118" fmla="*/ 169767 w 644299"/>
              <a:gd name="connsiteY118" fmla="*/ 374947 h 503701"/>
              <a:gd name="connsiteX119" fmla="*/ 159500 w 644299"/>
              <a:gd name="connsiteY119" fmla="*/ 352778 h 503701"/>
              <a:gd name="connsiteX120" fmla="*/ 163817 w 644299"/>
              <a:gd name="connsiteY120" fmla="*/ 327867 h 503701"/>
              <a:gd name="connsiteX121" fmla="*/ 245550 w 644299"/>
              <a:gd name="connsiteY121" fmla="*/ 72282 h 503701"/>
              <a:gd name="connsiteX122" fmla="*/ 255001 w 644299"/>
              <a:gd name="connsiteY122" fmla="*/ 59623 h 503701"/>
              <a:gd name="connsiteX123" fmla="*/ 277229 w 644299"/>
              <a:gd name="connsiteY123" fmla="*/ 59623 h 503701"/>
              <a:gd name="connsiteX124" fmla="*/ 260602 w 644299"/>
              <a:gd name="connsiteY124" fmla="*/ 71816 h 503701"/>
              <a:gd name="connsiteX125" fmla="*/ 245550 w 644299"/>
              <a:gd name="connsiteY125" fmla="*/ 72282 h 503701"/>
              <a:gd name="connsiteX126" fmla="*/ 63648 w 644299"/>
              <a:gd name="connsiteY126" fmla="*/ 168367 h 503701"/>
              <a:gd name="connsiteX127" fmla="*/ 61781 w 644299"/>
              <a:gd name="connsiteY127" fmla="*/ 147598 h 503701"/>
              <a:gd name="connsiteX128" fmla="*/ 76833 w 644299"/>
              <a:gd name="connsiteY128" fmla="*/ 133014 h 503701"/>
              <a:gd name="connsiteX129" fmla="*/ 93110 w 644299"/>
              <a:gd name="connsiteY129" fmla="*/ 131905 h 503701"/>
              <a:gd name="connsiteX130" fmla="*/ 90018 w 644299"/>
              <a:gd name="connsiteY130" fmla="*/ 145090 h 503701"/>
              <a:gd name="connsiteX131" fmla="*/ 73916 w 644299"/>
              <a:gd name="connsiteY131" fmla="*/ 163584 h 503701"/>
              <a:gd name="connsiteX132" fmla="*/ 63648 w 644299"/>
              <a:gd name="connsiteY132" fmla="*/ 168309 h 503701"/>
              <a:gd name="connsiteX133" fmla="*/ 57289 w 644299"/>
              <a:gd name="connsiteY133" fmla="*/ 178752 h 503701"/>
              <a:gd name="connsiteX134" fmla="*/ 52855 w 644299"/>
              <a:gd name="connsiteY134" fmla="*/ 152207 h 503701"/>
              <a:gd name="connsiteX135" fmla="*/ 57289 w 644299"/>
              <a:gd name="connsiteY135" fmla="*/ 138206 h 503701"/>
              <a:gd name="connsiteX136" fmla="*/ 91009 w 644299"/>
              <a:gd name="connsiteY136" fmla="*/ 116854 h 503701"/>
              <a:gd name="connsiteX137" fmla="*/ 95443 w 644299"/>
              <a:gd name="connsiteY137" fmla="*/ 120587 h 503701"/>
              <a:gd name="connsiteX138" fmla="*/ 112362 w 644299"/>
              <a:gd name="connsiteY138" fmla="*/ 117670 h 503701"/>
              <a:gd name="connsiteX139" fmla="*/ 134414 w 644299"/>
              <a:gd name="connsiteY139" fmla="*/ 122163 h 503701"/>
              <a:gd name="connsiteX140" fmla="*/ 149057 w 644299"/>
              <a:gd name="connsiteY140" fmla="*/ 116854 h 503701"/>
              <a:gd name="connsiteX141" fmla="*/ 169009 w 644299"/>
              <a:gd name="connsiteY141" fmla="*/ 116854 h 503701"/>
              <a:gd name="connsiteX142" fmla="*/ 185869 w 644299"/>
              <a:gd name="connsiteY142" fmla="*/ 124263 h 503701"/>
              <a:gd name="connsiteX143" fmla="*/ 197070 w 644299"/>
              <a:gd name="connsiteY143" fmla="*/ 119187 h 503701"/>
              <a:gd name="connsiteX144" fmla="*/ 216847 w 644299"/>
              <a:gd name="connsiteY144" fmla="*/ 84650 h 503701"/>
              <a:gd name="connsiteX145" fmla="*/ 212355 w 644299"/>
              <a:gd name="connsiteY145" fmla="*/ 63298 h 503701"/>
              <a:gd name="connsiteX146" fmla="*/ 216031 w 644299"/>
              <a:gd name="connsiteY146" fmla="*/ 54489 h 503701"/>
              <a:gd name="connsiteX147" fmla="*/ 211597 w 644299"/>
              <a:gd name="connsiteY147" fmla="*/ 33895 h 503701"/>
              <a:gd name="connsiteX148" fmla="*/ 226240 w 644299"/>
              <a:gd name="connsiteY148" fmla="*/ 7409 h 503701"/>
              <a:gd name="connsiteX149" fmla="*/ 223265 w 644299"/>
              <a:gd name="connsiteY149" fmla="*/ 0 h 503701"/>
              <a:gd name="connsiteX150" fmla="*/ 196254 w 644299"/>
              <a:gd name="connsiteY150" fmla="*/ 27186 h 503701"/>
              <a:gd name="connsiteX151" fmla="*/ 170409 w 644299"/>
              <a:gd name="connsiteY151" fmla="*/ 39029 h 503701"/>
              <a:gd name="connsiteX152" fmla="*/ 152032 w 644299"/>
              <a:gd name="connsiteY152" fmla="*/ 41188 h 503701"/>
              <a:gd name="connsiteX153" fmla="*/ 139664 w 644299"/>
              <a:gd name="connsiteY153" fmla="*/ 60323 h 503701"/>
              <a:gd name="connsiteX154" fmla="*/ 129222 w 644299"/>
              <a:gd name="connsiteY154" fmla="*/ 83834 h 503701"/>
              <a:gd name="connsiteX155" fmla="*/ 109328 w 644299"/>
              <a:gd name="connsiteY155" fmla="*/ 97835 h 503701"/>
              <a:gd name="connsiteX156" fmla="*/ 87392 w 644299"/>
              <a:gd name="connsiteY156" fmla="*/ 97835 h 503701"/>
              <a:gd name="connsiteX157" fmla="*/ 61723 w 644299"/>
              <a:gd name="connsiteY157" fmla="*/ 118312 h 503701"/>
              <a:gd name="connsiteX158" fmla="*/ 54256 w 644299"/>
              <a:gd name="connsiteY158" fmla="*/ 113237 h 503701"/>
              <a:gd name="connsiteX159" fmla="*/ 39554 w 644299"/>
              <a:gd name="connsiteY159" fmla="*/ 113995 h 503701"/>
              <a:gd name="connsiteX160" fmla="*/ 33137 w 644299"/>
              <a:gd name="connsiteY160" fmla="*/ 135989 h 503701"/>
              <a:gd name="connsiteX161" fmla="*/ 17502 w 644299"/>
              <a:gd name="connsiteY161" fmla="*/ 151507 h 503701"/>
              <a:gd name="connsiteX162" fmla="*/ 27070 w 644299"/>
              <a:gd name="connsiteY162" fmla="*/ 159500 h 503701"/>
              <a:gd name="connsiteX163" fmla="*/ 35995 w 644299"/>
              <a:gd name="connsiteY163" fmla="*/ 154424 h 503701"/>
              <a:gd name="connsiteX164" fmla="*/ 57289 w 644299"/>
              <a:gd name="connsiteY164" fmla="*/ 178752 h 503701"/>
              <a:gd name="connsiteX165" fmla="*/ 145207 w 644299"/>
              <a:gd name="connsiteY165" fmla="*/ 419868 h 503701"/>
              <a:gd name="connsiteX166" fmla="*/ 144098 w 644299"/>
              <a:gd name="connsiteY166" fmla="*/ 418701 h 503701"/>
              <a:gd name="connsiteX167" fmla="*/ 149524 w 644299"/>
              <a:gd name="connsiteY167" fmla="*/ 406333 h 503701"/>
              <a:gd name="connsiteX168" fmla="*/ 135639 w 644299"/>
              <a:gd name="connsiteY168" fmla="*/ 392449 h 503701"/>
              <a:gd name="connsiteX169" fmla="*/ 127880 w 644299"/>
              <a:gd name="connsiteY169" fmla="*/ 392449 h 503701"/>
              <a:gd name="connsiteX170" fmla="*/ 128755 w 644299"/>
              <a:gd name="connsiteY170" fmla="*/ 378622 h 503701"/>
              <a:gd name="connsiteX171" fmla="*/ 140364 w 644299"/>
              <a:gd name="connsiteY171" fmla="*/ 368588 h 503701"/>
              <a:gd name="connsiteX172" fmla="*/ 141706 w 644299"/>
              <a:gd name="connsiteY172" fmla="*/ 353128 h 503701"/>
              <a:gd name="connsiteX173" fmla="*/ 131847 w 644299"/>
              <a:gd name="connsiteY173" fmla="*/ 348461 h 503701"/>
              <a:gd name="connsiteX174" fmla="*/ 132605 w 644299"/>
              <a:gd name="connsiteY174" fmla="*/ 334576 h 503701"/>
              <a:gd name="connsiteX175" fmla="*/ 171926 w 644299"/>
              <a:gd name="connsiteY175" fmla="*/ 314507 h 503701"/>
              <a:gd name="connsiteX176" fmla="*/ 163409 w 644299"/>
              <a:gd name="connsiteY176" fmla="*/ 307507 h 503701"/>
              <a:gd name="connsiteX177" fmla="*/ 178168 w 644299"/>
              <a:gd name="connsiteY177" fmla="*/ 291405 h 503701"/>
              <a:gd name="connsiteX178" fmla="*/ 186627 w 644299"/>
              <a:gd name="connsiteY178" fmla="*/ 296772 h 503701"/>
              <a:gd name="connsiteX179" fmla="*/ 207455 w 644299"/>
              <a:gd name="connsiteY179" fmla="*/ 288955 h 503701"/>
              <a:gd name="connsiteX180" fmla="*/ 206755 w 644299"/>
              <a:gd name="connsiteY180" fmla="*/ 261244 h 503701"/>
              <a:gd name="connsiteX181" fmla="*/ 197420 w 644299"/>
              <a:gd name="connsiteY181" fmla="*/ 242692 h 503701"/>
              <a:gd name="connsiteX182" fmla="*/ 209788 w 644299"/>
              <a:gd name="connsiteY182" fmla="*/ 230440 h 503701"/>
              <a:gd name="connsiteX183" fmla="*/ 227582 w 644299"/>
              <a:gd name="connsiteY183" fmla="*/ 228048 h 503701"/>
              <a:gd name="connsiteX184" fmla="*/ 239950 w 644299"/>
              <a:gd name="connsiteY184" fmla="*/ 241933 h 503701"/>
              <a:gd name="connsiteX185" fmla="*/ 246892 w 644299"/>
              <a:gd name="connsiteY185" fmla="*/ 236508 h 503701"/>
              <a:gd name="connsiteX186" fmla="*/ 254535 w 644299"/>
              <a:gd name="connsiteY186" fmla="*/ 239483 h 503701"/>
              <a:gd name="connsiteX187" fmla="*/ 261419 w 644299"/>
              <a:gd name="connsiteY187" fmla="*/ 229507 h 503701"/>
              <a:gd name="connsiteX188" fmla="*/ 267719 w 644299"/>
              <a:gd name="connsiteY188" fmla="*/ 212647 h 503701"/>
              <a:gd name="connsiteX189" fmla="*/ 249926 w 644299"/>
              <a:gd name="connsiteY189" fmla="*/ 193336 h 503701"/>
              <a:gd name="connsiteX190" fmla="*/ 239950 w 644299"/>
              <a:gd name="connsiteY190" fmla="*/ 201037 h 503701"/>
              <a:gd name="connsiteX191" fmla="*/ 216089 w 644299"/>
              <a:gd name="connsiteY191" fmla="*/ 200221 h 503701"/>
              <a:gd name="connsiteX192" fmla="*/ 204363 w 644299"/>
              <a:gd name="connsiteY192" fmla="*/ 187794 h 503701"/>
              <a:gd name="connsiteX193" fmla="*/ 193628 w 644299"/>
              <a:gd name="connsiteY193" fmla="*/ 171693 h 503701"/>
              <a:gd name="connsiteX194" fmla="*/ 183594 w 644299"/>
              <a:gd name="connsiteY194" fmla="*/ 169417 h 503701"/>
              <a:gd name="connsiteX195" fmla="*/ 192111 w 644299"/>
              <a:gd name="connsiteY195" fmla="*/ 158741 h 503701"/>
              <a:gd name="connsiteX196" fmla="*/ 192111 w 644299"/>
              <a:gd name="connsiteY196" fmla="*/ 137797 h 503701"/>
              <a:gd name="connsiteX197" fmla="*/ 172743 w 644299"/>
              <a:gd name="connsiteY197" fmla="*/ 124730 h 503701"/>
              <a:gd name="connsiteX198" fmla="*/ 142640 w 644299"/>
              <a:gd name="connsiteY198" fmla="*/ 127005 h 503701"/>
              <a:gd name="connsiteX199" fmla="*/ 127938 w 644299"/>
              <a:gd name="connsiteY199" fmla="*/ 133889 h 503701"/>
              <a:gd name="connsiteX200" fmla="*/ 111662 w 644299"/>
              <a:gd name="connsiteY200" fmla="*/ 131614 h 503701"/>
              <a:gd name="connsiteX201" fmla="*/ 104077 w 644299"/>
              <a:gd name="connsiteY201" fmla="*/ 138556 h 503701"/>
              <a:gd name="connsiteX202" fmla="*/ 120937 w 644299"/>
              <a:gd name="connsiteY202" fmla="*/ 161717 h 503701"/>
              <a:gd name="connsiteX203" fmla="*/ 116445 w 644299"/>
              <a:gd name="connsiteY203" fmla="*/ 169417 h 503701"/>
              <a:gd name="connsiteX204" fmla="*/ 132722 w 644299"/>
              <a:gd name="connsiteY204" fmla="*/ 189486 h 503701"/>
              <a:gd name="connsiteX205" fmla="*/ 131147 w 644299"/>
              <a:gd name="connsiteY205" fmla="*/ 195670 h 503701"/>
              <a:gd name="connsiteX206" fmla="*/ 115629 w 644299"/>
              <a:gd name="connsiteY206" fmla="*/ 189486 h 503701"/>
              <a:gd name="connsiteX207" fmla="*/ 98768 w 644299"/>
              <a:gd name="connsiteY207" fmla="*/ 193336 h 503701"/>
              <a:gd name="connsiteX208" fmla="*/ 95676 w 644299"/>
              <a:gd name="connsiteY208" fmla="*/ 184119 h 503701"/>
              <a:gd name="connsiteX209" fmla="*/ 106469 w 644299"/>
              <a:gd name="connsiteY209" fmla="*/ 172626 h 503701"/>
              <a:gd name="connsiteX210" fmla="*/ 95676 w 644299"/>
              <a:gd name="connsiteY210" fmla="*/ 153316 h 503701"/>
              <a:gd name="connsiteX211" fmla="*/ 90251 w 644299"/>
              <a:gd name="connsiteY211" fmla="*/ 153316 h 503701"/>
              <a:gd name="connsiteX212" fmla="*/ 73974 w 644299"/>
              <a:gd name="connsiteY212" fmla="*/ 175718 h 503701"/>
              <a:gd name="connsiteX213" fmla="*/ 83309 w 644299"/>
              <a:gd name="connsiteY213" fmla="*/ 188844 h 503701"/>
              <a:gd name="connsiteX214" fmla="*/ 64057 w 644299"/>
              <a:gd name="connsiteY214" fmla="*/ 202671 h 503701"/>
              <a:gd name="connsiteX215" fmla="*/ 52330 w 644299"/>
              <a:gd name="connsiteY215" fmla="*/ 189544 h 503701"/>
              <a:gd name="connsiteX216" fmla="*/ 35354 w 644299"/>
              <a:gd name="connsiteY216" fmla="*/ 189544 h 503701"/>
              <a:gd name="connsiteX217" fmla="*/ 23803 w 644299"/>
              <a:gd name="connsiteY217" fmla="*/ 183360 h 503701"/>
              <a:gd name="connsiteX218" fmla="*/ 10093 w 644299"/>
              <a:gd name="connsiteY218" fmla="*/ 198004 h 503701"/>
              <a:gd name="connsiteX219" fmla="*/ 31562 w 644299"/>
              <a:gd name="connsiteY219" fmla="*/ 214280 h 503701"/>
              <a:gd name="connsiteX220" fmla="*/ 31562 w 644299"/>
              <a:gd name="connsiteY220" fmla="*/ 233649 h 503701"/>
              <a:gd name="connsiteX221" fmla="*/ 18494 w 644299"/>
              <a:gd name="connsiteY221" fmla="*/ 223556 h 503701"/>
              <a:gd name="connsiteX222" fmla="*/ 10093 w 644299"/>
              <a:gd name="connsiteY222" fmla="*/ 225890 h 503701"/>
              <a:gd name="connsiteX223" fmla="*/ 13826 w 644299"/>
              <a:gd name="connsiteY223" fmla="*/ 251326 h 503701"/>
              <a:gd name="connsiteX224" fmla="*/ 27711 w 644299"/>
              <a:gd name="connsiteY224" fmla="*/ 259027 h 503701"/>
              <a:gd name="connsiteX225" fmla="*/ 27711 w 644299"/>
              <a:gd name="connsiteY225" fmla="*/ 282129 h 503701"/>
              <a:gd name="connsiteX226" fmla="*/ 39262 w 644299"/>
              <a:gd name="connsiteY226" fmla="*/ 293855 h 503701"/>
              <a:gd name="connsiteX227" fmla="*/ 11493 w 644299"/>
              <a:gd name="connsiteY227" fmla="*/ 306865 h 503701"/>
              <a:gd name="connsiteX228" fmla="*/ 0 w 644299"/>
              <a:gd name="connsiteY228" fmla="*/ 336210 h 503701"/>
              <a:gd name="connsiteX229" fmla="*/ 11493 w 644299"/>
              <a:gd name="connsiteY229" fmla="*/ 345369 h 503701"/>
              <a:gd name="connsiteX230" fmla="*/ 28586 w 644299"/>
              <a:gd name="connsiteY230" fmla="*/ 336210 h 503701"/>
              <a:gd name="connsiteX231" fmla="*/ 51630 w 644299"/>
              <a:gd name="connsiteY231" fmla="*/ 356978 h 503701"/>
              <a:gd name="connsiteX232" fmla="*/ 56297 w 644299"/>
              <a:gd name="connsiteY232" fmla="*/ 387782 h 503701"/>
              <a:gd name="connsiteX233" fmla="*/ 47722 w 644299"/>
              <a:gd name="connsiteY233" fmla="*/ 393265 h 503701"/>
              <a:gd name="connsiteX234" fmla="*/ 51980 w 644299"/>
              <a:gd name="connsiteY234" fmla="*/ 408900 h 503701"/>
              <a:gd name="connsiteX235" fmla="*/ 78875 w 644299"/>
              <a:gd name="connsiteY235" fmla="*/ 407675 h 503701"/>
              <a:gd name="connsiteX236" fmla="*/ 116270 w 644299"/>
              <a:gd name="connsiteY236" fmla="*/ 417943 h 503701"/>
              <a:gd name="connsiteX237" fmla="*/ 127355 w 644299"/>
              <a:gd name="connsiteY237" fmla="*/ 422960 h 503701"/>
              <a:gd name="connsiteX238" fmla="*/ 145207 w 644299"/>
              <a:gd name="connsiteY238" fmla="*/ 419926 h 5037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</a:cxnLst>
            <a:rect l="l" t="t" r="r" b="b"/>
            <a:pathLst>
              <a:path w="644299" h="503701">
                <a:moveTo>
                  <a:pt x="461639" y="489759"/>
                </a:moveTo>
                <a:lnTo>
                  <a:pt x="467590" y="496701"/>
                </a:lnTo>
                <a:lnTo>
                  <a:pt x="488008" y="503702"/>
                </a:lnTo>
                <a:lnTo>
                  <a:pt x="501543" y="485617"/>
                </a:lnTo>
                <a:lnTo>
                  <a:pt x="513619" y="489292"/>
                </a:lnTo>
                <a:lnTo>
                  <a:pt x="515020" y="480133"/>
                </a:lnTo>
                <a:lnTo>
                  <a:pt x="506152" y="464673"/>
                </a:lnTo>
                <a:lnTo>
                  <a:pt x="510586" y="447696"/>
                </a:lnTo>
                <a:lnTo>
                  <a:pt x="495534" y="444662"/>
                </a:lnTo>
                <a:lnTo>
                  <a:pt x="488533" y="448396"/>
                </a:lnTo>
                <a:lnTo>
                  <a:pt x="481883" y="444312"/>
                </a:lnTo>
                <a:lnTo>
                  <a:pt x="466423" y="448396"/>
                </a:lnTo>
                <a:lnTo>
                  <a:pt x="467590" y="460881"/>
                </a:lnTo>
                <a:lnTo>
                  <a:pt x="483341" y="462456"/>
                </a:lnTo>
                <a:lnTo>
                  <a:pt x="478966" y="467590"/>
                </a:lnTo>
                <a:lnTo>
                  <a:pt x="466423" y="475057"/>
                </a:lnTo>
                <a:lnTo>
                  <a:pt x="461639" y="489700"/>
                </a:lnTo>
                <a:close/>
                <a:moveTo>
                  <a:pt x="608246" y="348052"/>
                </a:moveTo>
                <a:lnTo>
                  <a:pt x="603054" y="375064"/>
                </a:lnTo>
                <a:lnTo>
                  <a:pt x="608246" y="393790"/>
                </a:lnTo>
                <a:lnTo>
                  <a:pt x="640624" y="404933"/>
                </a:lnTo>
                <a:lnTo>
                  <a:pt x="644300" y="387490"/>
                </a:lnTo>
                <a:lnTo>
                  <a:pt x="626739" y="359195"/>
                </a:lnTo>
                <a:lnTo>
                  <a:pt x="608304" y="348111"/>
                </a:lnTo>
                <a:close/>
                <a:moveTo>
                  <a:pt x="408667" y="302139"/>
                </a:moveTo>
                <a:lnTo>
                  <a:pt x="401141" y="323491"/>
                </a:lnTo>
                <a:lnTo>
                  <a:pt x="415259" y="327925"/>
                </a:lnTo>
                <a:lnTo>
                  <a:pt x="408667" y="302198"/>
                </a:lnTo>
                <a:close/>
                <a:moveTo>
                  <a:pt x="358087" y="402716"/>
                </a:moveTo>
                <a:lnTo>
                  <a:pt x="342744" y="403475"/>
                </a:lnTo>
                <a:lnTo>
                  <a:pt x="334926" y="392799"/>
                </a:lnTo>
                <a:lnTo>
                  <a:pt x="343852" y="382064"/>
                </a:lnTo>
                <a:lnTo>
                  <a:pt x="340235" y="372730"/>
                </a:lnTo>
                <a:lnTo>
                  <a:pt x="316549" y="366488"/>
                </a:lnTo>
                <a:lnTo>
                  <a:pt x="303715" y="366488"/>
                </a:lnTo>
                <a:lnTo>
                  <a:pt x="291930" y="352136"/>
                </a:lnTo>
                <a:lnTo>
                  <a:pt x="293039" y="331192"/>
                </a:lnTo>
                <a:lnTo>
                  <a:pt x="284988" y="318649"/>
                </a:lnTo>
                <a:lnTo>
                  <a:pt x="282304" y="303890"/>
                </a:lnTo>
                <a:lnTo>
                  <a:pt x="294614" y="300156"/>
                </a:lnTo>
                <a:lnTo>
                  <a:pt x="302548" y="284696"/>
                </a:lnTo>
                <a:lnTo>
                  <a:pt x="312174" y="277987"/>
                </a:lnTo>
                <a:lnTo>
                  <a:pt x="321741" y="290238"/>
                </a:lnTo>
                <a:lnTo>
                  <a:pt x="322442" y="299806"/>
                </a:lnTo>
                <a:lnTo>
                  <a:pt x="340877" y="312290"/>
                </a:lnTo>
                <a:lnTo>
                  <a:pt x="345252" y="307273"/>
                </a:lnTo>
                <a:lnTo>
                  <a:pt x="355928" y="309665"/>
                </a:lnTo>
                <a:lnTo>
                  <a:pt x="357387" y="299106"/>
                </a:lnTo>
                <a:lnTo>
                  <a:pt x="341518" y="288313"/>
                </a:lnTo>
                <a:lnTo>
                  <a:pt x="334576" y="279562"/>
                </a:lnTo>
                <a:lnTo>
                  <a:pt x="344202" y="261477"/>
                </a:lnTo>
                <a:lnTo>
                  <a:pt x="371038" y="254826"/>
                </a:lnTo>
                <a:lnTo>
                  <a:pt x="394490" y="253834"/>
                </a:lnTo>
                <a:lnTo>
                  <a:pt x="400499" y="270636"/>
                </a:lnTo>
                <a:lnTo>
                  <a:pt x="402600" y="292747"/>
                </a:lnTo>
                <a:lnTo>
                  <a:pt x="396066" y="316958"/>
                </a:lnTo>
                <a:lnTo>
                  <a:pt x="374772" y="327225"/>
                </a:lnTo>
                <a:lnTo>
                  <a:pt x="374772" y="334518"/>
                </a:lnTo>
                <a:lnTo>
                  <a:pt x="393090" y="347177"/>
                </a:lnTo>
                <a:lnTo>
                  <a:pt x="396766" y="359604"/>
                </a:lnTo>
                <a:lnTo>
                  <a:pt x="386556" y="369171"/>
                </a:lnTo>
                <a:lnTo>
                  <a:pt x="365204" y="377981"/>
                </a:lnTo>
                <a:lnTo>
                  <a:pt x="365904" y="391982"/>
                </a:lnTo>
                <a:lnTo>
                  <a:pt x="358028" y="402775"/>
                </a:lnTo>
                <a:close/>
                <a:moveTo>
                  <a:pt x="369988" y="408492"/>
                </a:moveTo>
                <a:lnTo>
                  <a:pt x="373313" y="416368"/>
                </a:lnTo>
                <a:lnTo>
                  <a:pt x="382531" y="403008"/>
                </a:lnTo>
                <a:lnTo>
                  <a:pt x="396241" y="400441"/>
                </a:lnTo>
                <a:lnTo>
                  <a:pt x="393265" y="389357"/>
                </a:lnTo>
                <a:lnTo>
                  <a:pt x="378506" y="395599"/>
                </a:lnTo>
                <a:lnTo>
                  <a:pt x="369988" y="408492"/>
                </a:lnTo>
                <a:close/>
                <a:moveTo>
                  <a:pt x="293797" y="405692"/>
                </a:moveTo>
                <a:lnTo>
                  <a:pt x="312465" y="432178"/>
                </a:lnTo>
                <a:lnTo>
                  <a:pt x="325359" y="428269"/>
                </a:lnTo>
                <a:lnTo>
                  <a:pt x="335860" y="428269"/>
                </a:lnTo>
                <a:lnTo>
                  <a:pt x="342335" y="412634"/>
                </a:lnTo>
                <a:lnTo>
                  <a:pt x="358845" y="413451"/>
                </a:lnTo>
                <a:lnTo>
                  <a:pt x="362579" y="410359"/>
                </a:lnTo>
                <a:lnTo>
                  <a:pt x="365904" y="424944"/>
                </a:lnTo>
                <a:lnTo>
                  <a:pt x="356687" y="442445"/>
                </a:lnTo>
                <a:lnTo>
                  <a:pt x="357095" y="458722"/>
                </a:lnTo>
                <a:lnTo>
                  <a:pt x="352369" y="456155"/>
                </a:lnTo>
                <a:lnTo>
                  <a:pt x="347177" y="440637"/>
                </a:lnTo>
                <a:lnTo>
                  <a:pt x="337376" y="453121"/>
                </a:lnTo>
                <a:lnTo>
                  <a:pt x="308498" y="455630"/>
                </a:lnTo>
                <a:lnTo>
                  <a:pt x="279445" y="445712"/>
                </a:lnTo>
                <a:lnTo>
                  <a:pt x="271336" y="434336"/>
                </a:lnTo>
                <a:lnTo>
                  <a:pt x="282887" y="429844"/>
                </a:lnTo>
                <a:lnTo>
                  <a:pt x="275828" y="421152"/>
                </a:lnTo>
                <a:lnTo>
                  <a:pt x="283821" y="408259"/>
                </a:lnTo>
                <a:lnTo>
                  <a:pt x="293855" y="405633"/>
                </a:lnTo>
                <a:close/>
                <a:moveTo>
                  <a:pt x="221223" y="303890"/>
                </a:moveTo>
                <a:lnTo>
                  <a:pt x="231199" y="287963"/>
                </a:lnTo>
                <a:lnTo>
                  <a:pt x="231490" y="260368"/>
                </a:lnTo>
                <a:lnTo>
                  <a:pt x="239016" y="286563"/>
                </a:lnTo>
                <a:lnTo>
                  <a:pt x="237091" y="300564"/>
                </a:lnTo>
                <a:lnTo>
                  <a:pt x="221223" y="303948"/>
                </a:lnTo>
                <a:close/>
                <a:moveTo>
                  <a:pt x="211072" y="412634"/>
                </a:moveTo>
                <a:lnTo>
                  <a:pt x="226006" y="427861"/>
                </a:lnTo>
                <a:lnTo>
                  <a:pt x="233532" y="421210"/>
                </a:lnTo>
                <a:lnTo>
                  <a:pt x="211072" y="412634"/>
                </a:lnTo>
                <a:close/>
                <a:moveTo>
                  <a:pt x="257101" y="379264"/>
                </a:moveTo>
                <a:lnTo>
                  <a:pt x="252026" y="407909"/>
                </a:lnTo>
                <a:lnTo>
                  <a:pt x="243917" y="424127"/>
                </a:lnTo>
                <a:lnTo>
                  <a:pt x="247592" y="433695"/>
                </a:lnTo>
                <a:lnTo>
                  <a:pt x="258560" y="418410"/>
                </a:lnTo>
                <a:lnTo>
                  <a:pt x="270286" y="394724"/>
                </a:lnTo>
                <a:lnTo>
                  <a:pt x="257043" y="379322"/>
                </a:lnTo>
                <a:close/>
                <a:moveTo>
                  <a:pt x="163817" y="327867"/>
                </a:moveTo>
                <a:lnTo>
                  <a:pt x="194678" y="322091"/>
                </a:lnTo>
                <a:lnTo>
                  <a:pt x="216789" y="333759"/>
                </a:lnTo>
                <a:lnTo>
                  <a:pt x="230674" y="331484"/>
                </a:lnTo>
                <a:lnTo>
                  <a:pt x="243975" y="360304"/>
                </a:lnTo>
                <a:lnTo>
                  <a:pt x="248934" y="376405"/>
                </a:lnTo>
                <a:lnTo>
                  <a:pt x="236566" y="400674"/>
                </a:lnTo>
                <a:lnTo>
                  <a:pt x="216789" y="404350"/>
                </a:lnTo>
                <a:lnTo>
                  <a:pt x="205763" y="396941"/>
                </a:lnTo>
                <a:lnTo>
                  <a:pt x="188903" y="394666"/>
                </a:lnTo>
                <a:lnTo>
                  <a:pt x="169767" y="374947"/>
                </a:lnTo>
                <a:lnTo>
                  <a:pt x="159500" y="352778"/>
                </a:lnTo>
                <a:lnTo>
                  <a:pt x="163817" y="327867"/>
                </a:lnTo>
                <a:close/>
                <a:moveTo>
                  <a:pt x="245550" y="72282"/>
                </a:moveTo>
                <a:lnTo>
                  <a:pt x="255001" y="59623"/>
                </a:lnTo>
                <a:lnTo>
                  <a:pt x="277229" y="59623"/>
                </a:lnTo>
                <a:lnTo>
                  <a:pt x="260602" y="71816"/>
                </a:lnTo>
                <a:lnTo>
                  <a:pt x="245550" y="72282"/>
                </a:lnTo>
                <a:close/>
                <a:moveTo>
                  <a:pt x="63648" y="168367"/>
                </a:moveTo>
                <a:lnTo>
                  <a:pt x="61781" y="147598"/>
                </a:lnTo>
                <a:lnTo>
                  <a:pt x="76833" y="133014"/>
                </a:lnTo>
                <a:lnTo>
                  <a:pt x="93110" y="131905"/>
                </a:lnTo>
                <a:lnTo>
                  <a:pt x="90018" y="145090"/>
                </a:lnTo>
                <a:lnTo>
                  <a:pt x="73916" y="163584"/>
                </a:lnTo>
                <a:lnTo>
                  <a:pt x="63648" y="168309"/>
                </a:lnTo>
                <a:close/>
                <a:moveTo>
                  <a:pt x="57289" y="178752"/>
                </a:moveTo>
                <a:lnTo>
                  <a:pt x="52855" y="152207"/>
                </a:lnTo>
                <a:lnTo>
                  <a:pt x="57289" y="138206"/>
                </a:lnTo>
                <a:lnTo>
                  <a:pt x="91009" y="116854"/>
                </a:lnTo>
                <a:lnTo>
                  <a:pt x="95443" y="120587"/>
                </a:lnTo>
                <a:lnTo>
                  <a:pt x="112362" y="117670"/>
                </a:lnTo>
                <a:lnTo>
                  <a:pt x="134414" y="122163"/>
                </a:lnTo>
                <a:lnTo>
                  <a:pt x="149057" y="116854"/>
                </a:lnTo>
                <a:lnTo>
                  <a:pt x="169009" y="116854"/>
                </a:lnTo>
                <a:lnTo>
                  <a:pt x="185869" y="124263"/>
                </a:lnTo>
                <a:lnTo>
                  <a:pt x="197070" y="119187"/>
                </a:lnTo>
                <a:lnTo>
                  <a:pt x="216847" y="84650"/>
                </a:lnTo>
                <a:lnTo>
                  <a:pt x="212355" y="63298"/>
                </a:lnTo>
                <a:lnTo>
                  <a:pt x="216031" y="54489"/>
                </a:lnTo>
                <a:lnTo>
                  <a:pt x="211597" y="33895"/>
                </a:lnTo>
                <a:lnTo>
                  <a:pt x="226240" y="7409"/>
                </a:lnTo>
                <a:lnTo>
                  <a:pt x="223265" y="0"/>
                </a:lnTo>
                <a:lnTo>
                  <a:pt x="196254" y="27186"/>
                </a:lnTo>
                <a:lnTo>
                  <a:pt x="170409" y="39029"/>
                </a:lnTo>
                <a:lnTo>
                  <a:pt x="152032" y="41188"/>
                </a:lnTo>
                <a:lnTo>
                  <a:pt x="139664" y="60323"/>
                </a:lnTo>
                <a:lnTo>
                  <a:pt x="129222" y="83834"/>
                </a:lnTo>
                <a:lnTo>
                  <a:pt x="109328" y="97835"/>
                </a:lnTo>
                <a:lnTo>
                  <a:pt x="87392" y="97835"/>
                </a:lnTo>
                <a:lnTo>
                  <a:pt x="61723" y="118312"/>
                </a:lnTo>
                <a:lnTo>
                  <a:pt x="54256" y="113237"/>
                </a:lnTo>
                <a:lnTo>
                  <a:pt x="39554" y="113995"/>
                </a:lnTo>
                <a:lnTo>
                  <a:pt x="33137" y="135989"/>
                </a:lnTo>
                <a:lnTo>
                  <a:pt x="17502" y="151507"/>
                </a:lnTo>
                <a:lnTo>
                  <a:pt x="27070" y="159500"/>
                </a:lnTo>
                <a:lnTo>
                  <a:pt x="35995" y="154424"/>
                </a:lnTo>
                <a:lnTo>
                  <a:pt x="57289" y="178752"/>
                </a:lnTo>
                <a:close/>
                <a:moveTo>
                  <a:pt x="145207" y="419868"/>
                </a:moveTo>
                <a:lnTo>
                  <a:pt x="144098" y="418701"/>
                </a:lnTo>
                <a:lnTo>
                  <a:pt x="149524" y="406333"/>
                </a:lnTo>
                <a:lnTo>
                  <a:pt x="135639" y="392449"/>
                </a:lnTo>
                <a:lnTo>
                  <a:pt x="127880" y="392449"/>
                </a:lnTo>
                <a:lnTo>
                  <a:pt x="128755" y="378622"/>
                </a:lnTo>
                <a:lnTo>
                  <a:pt x="140364" y="368588"/>
                </a:lnTo>
                <a:lnTo>
                  <a:pt x="141706" y="353128"/>
                </a:lnTo>
                <a:lnTo>
                  <a:pt x="131847" y="348461"/>
                </a:lnTo>
                <a:lnTo>
                  <a:pt x="132605" y="334576"/>
                </a:lnTo>
                <a:lnTo>
                  <a:pt x="171926" y="314507"/>
                </a:lnTo>
                <a:lnTo>
                  <a:pt x="163409" y="307507"/>
                </a:lnTo>
                <a:lnTo>
                  <a:pt x="178168" y="291405"/>
                </a:lnTo>
                <a:lnTo>
                  <a:pt x="186627" y="296772"/>
                </a:lnTo>
                <a:lnTo>
                  <a:pt x="207455" y="288955"/>
                </a:lnTo>
                <a:lnTo>
                  <a:pt x="206755" y="261244"/>
                </a:lnTo>
                <a:lnTo>
                  <a:pt x="197420" y="242692"/>
                </a:lnTo>
                <a:lnTo>
                  <a:pt x="209788" y="230440"/>
                </a:lnTo>
                <a:lnTo>
                  <a:pt x="227582" y="228048"/>
                </a:lnTo>
                <a:lnTo>
                  <a:pt x="239950" y="241933"/>
                </a:lnTo>
                <a:lnTo>
                  <a:pt x="246892" y="236508"/>
                </a:lnTo>
                <a:lnTo>
                  <a:pt x="254535" y="239483"/>
                </a:lnTo>
                <a:lnTo>
                  <a:pt x="261419" y="229507"/>
                </a:lnTo>
                <a:lnTo>
                  <a:pt x="267719" y="212647"/>
                </a:lnTo>
                <a:lnTo>
                  <a:pt x="249926" y="193336"/>
                </a:lnTo>
                <a:lnTo>
                  <a:pt x="239950" y="201037"/>
                </a:lnTo>
                <a:lnTo>
                  <a:pt x="216089" y="200221"/>
                </a:lnTo>
                <a:lnTo>
                  <a:pt x="204363" y="187794"/>
                </a:lnTo>
                <a:lnTo>
                  <a:pt x="193628" y="171693"/>
                </a:lnTo>
                <a:lnTo>
                  <a:pt x="183594" y="169417"/>
                </a:lnTo>
                <a:lnTo>
                  <a:pt x="192111" y="158741"/>
                </a:lnTo>
                <a:lnTo>
                  <a:pt x="192111" y="137797"/>
                </a:lnTo>
                <a:lnTo>
                  <a:pt x="172743" y="124730"/>
                </a:lnTo>
                <a:lnTo>
                  <a:pt x="142640" y="127005"/>
                </a:lnTo>
                <a:lnTo>
                  <a:pt x="127938" y="133889"/>
                </a:lnTo>
                <a:lnTo>
                  <a:pt x="111662" y="131614"/>
                </a:lnTo>
                <a:lnTo>
                  <a:pt x="104077" y="138556"/>
                </a:lnTo>
                <a:lnTo>
                  <a:pt x="120937" y="161717"/>
                </a:lnTo>
                <a:lnTo>
                  <a:pt x="116445" y="169417"/>
                </a:lnTo>
                <a:lnTo>
                  <a:pt x="132722" y="189486"/>
                </a:lnTo>
                <a:lnTo>
                  <a:pt x="131147" y="195670"/>
                </a:lnTo>
                <a:lnTo>
                  <a:pt x="115629" y="189486"/>
                </a:lnTo>
                <a:lnTo>
                  <a:pt x="98768" y="193336"/>
                </a:lnTo>
                <a:lnTo>
                  <a:pt x="95676" y="184119"/>
                </a:lnTo>
                <a:lnTo>
                  <a:pt x="106469" y="172626"/>
                </a:lnTo>
                <a:lnTo>
                  <a:pt x="95676" y="153316"/>
                </a:lnTo>
                <a:lnTo>
                  <a:pt x="90251" y="153316"/>
                </a:lnTo>
                <a:lnTo>
                  <a:pt x="73974" y="175718"/>
                </a:lnTo>
                <a:lnTo>
                  <a:pt x="83309" y="188844"/>
                </a:lnTo>
                <a:lnTo>
                  <a:pt x="64057" y="202671"/>
                </a:lnTo>
                <a:lnTo>
                  <a:pt x="52330" y="189544"/>
                </a:lnTo>
                <a:lnTo>
                  <a:pt x="35354" y="189544"/>
                </a:lnTo>
                <a:lnTo>
                  <a:pt x="23803" y="183360"/>
                </a:lnTo>
                <a:lnTo>
                  <a:pt x="10093" y="198004"/>
                </a:lnTo>
                <a:lnTo>
                  <a:pt x="31562" y="214280"/>
                </a:lnTo>
                <a:lnTo>
                  <a:pt x="31562" y="233649"/>
                </a:lnTo>
                <a:lnTo>
                  <a:pt x="18494" y="223556"/>
                </a:lnTo>
                <a:lnTo>
                  <a:pt x="10093" y="225890"/>
                </a:lnTo>
                <a:lnTo>
                  <a:pt x="13826" y="251326"/>
                </a:lnTo>
                <a:lnTo>
                  <a:pt x="27711" y="259027"/>
                </a:lnTo>
                <a:lnTo>
                  <a:pt x="27711" y="282129"/>
                </a:lnTo>
                <a:lnTo>
                  <a:pt x="39262" y="293855"/>
                </a:lnTo>
                <a:lnTo>
                  <a:pt x="11493" y="306865"/>
                </a:lnTo>
                <a:lnTo>
                  <a:pt x="0" y="336210"/>
                </a:lnTo>
                <a:lnTo>
                  <a:pt x="11493" y="345369"/>
                </a:lnTo>
                <a:lnTo>
                  <a:pt x="28586" y="336210"/>
                </a:lnTo>
                <a:lnTo>
                  <a:pt x="51630" y="356978"/>
                </a:lnTo>
                <a:lnTo>
                  <a:pt x="56297" y="387782"/>
                </a:lnTo>
                <a:lnTo>
                  <a:pt x="47722" y="393265"/>
                </a:lnTo>
                <a:lnTo>
                  <a:pt x="51980" y="408900"/>
                </a:lnTo>
                <a:lnTo>
                  <a:pt x="78875" y="407675"/>
                </a:lnTo>
                <a:lnTo>
                  <a:pt x="116270" y="417943"/>
                </a:lnTo>
                <a:lnTo>
                  <a:pt x="127355" y="422960"/>
                </a:lnTo>
                <a:lnTo>
                  <a:pt x="145207" y="419926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5" name="Freeform: Shape 562">
            <a:extLst>
              <a:ext uri="{FF2B5EF4-FFF2-40B4-BE49-F238E27FC236}">
                <a16:creationId xmlns:a16="http://schemas.microsoft.com/office/drawing/2014/main" id="{645A163E-4FFC-60A8-A1DC-6B5833E6AE6F}"/>
              </a:ext>
            </a:extLst>
          </p:cNvPr>
          <p:cNvSpPr/>
          <p:nvPr/>
        </p:nvSpPr>
        <p:spPr>
          <a:xfrm>
            <a:off x="8451607" y="4526598"/>
            <a:ext cx="586485" cy="381539"/>
          </a:xfrm>
          <a:custGeom>
            <a:avLst/>
            <a:gdLst>
              <a:gd name="connsiteX0" fmla="*/ 381072 w 586485"/>
              <a:gd name="connsiteY0" fmla="*/ 326759 h 381539"/>
              <a:gd name="connsiteX1" fmla="*/ 401258 w 586485"/>
              <a:gd name="connsiteY1" fmla="*/ 305698 h 381539"/>
              <a:gd name="connsiteX2" fmla="*/ 418935 w 586485"/>
              <a:gd name="connsiteY2" fmla="*/ 300740 h 381539"/>
              <a:gd name="connsiteX3" fmla="*/ 428386 w 586485"/>
              <a:gd name="connsiteY3" fmla="*/ 283004 h 381539"/>
              <a:gd name="connsiteX4" fmla="*/ 455630 w 586485"/>
              <a:gd name="connsiteY4" fmla="*/ 285221 h 381539"/>
              <a:gd name="connsiteX5" fmla="*/ 473949 w 586485"/>
              <a:gd name="connsiteY5" fmla="*/ 267661 h 381539"/>
              <a:gd name="connsiteX6" fmla="*/ 473365 w 586485"/>
              <a:gd name="connsiteY6" fmla="*/ 247709 h 381539"/>
              <a:gd name="connsiteX7" fmla="*/ 509302 w 586485"/>
              <a:gd name="connsiteY7" fmla="*/ 194037 h 381539"/>
              <a:gd name="connsiteX8" fmla="*/ 530713 w 586485"/>
              <a:gd name="connsiteY8" fmla="*/ 131672 h 381539"/>
              <a:gd name="connsiteX9" fmla="*/ 551890 w 586485"/>
              <a:gd name="connsiteY9" fmla="*/ 91943 h 381539"/>
              <a:gd name="connsiteX10" fmla="*/ 576276 w 586485"/>
              <a:gd name="connsiteY10" fmla="*/ 87451 h 381539"/>
              <a:gd name="connsiteX11" fmla="*/ 586485 w 586485"/>
              <a:gd name="connsiteY11" fmla="*/ 64757 h 381539"/>
              <a:gd name="connsiteX12" fmla="*/ 576976 w 586485"/>
              <a:gd name="connsiteY12" fmla="*/ 39671 h 381539"/>
              <a:gd name="connsiteX13" fmla="*/ 551190 w 586485"/>
              <a:gd name="connsiteY13" fmla="*/ 22869 h 381539"/>
              <a:gd name="connsiteX14" fmla="*/ 526921 w 586485"/>
              <a:gd name="connsiteY14" fmla="*/ 0 h 381539"/>
              <a:gd name="connsiteX15" fmla="*/ 504052 w 586485"/>
              <a:gd name="connsiteY15" fmla="*/ 14760 h 381539"/>
              <a:gd name="connsiteX16" fmla="*/ 472607 w 586485"/>
              <a:gd name="connsiteY16" fmla="*/ 7351 h 381539"/>
              <a:gd name="connsiteX17" fmla="*/ 431478 w 586485"/>
              <a:gd name="connsiteY17" fmla="*/ 10385 h 381539"/>
              <a:gd name="connsiteX18" fmla="*/ 407908 w 586485"/>
              <a:gd name="connsiteY18" fmla="*/ 3792 h 381539"/>
              <a:gd name="connsiteX19" fmla="*/ 374072 w 586485"/>
              <a:gd name="connsiteY19" fmla="*/ 6826 h 381539"/>
              <a:gd name="connsiteX20" fmla="*/ 356395 w 586485"/>
              <a:gd name="connsiteY20" fmla="*/ 33837 h 381539"/>
              <a:gd name="connsiteX21" fmla="*/ 338135 w 586485"/>
              <a:gd name="connsiteY21" fmla="*/ 48538 h 381539"/>
              <a:gd name="connsiteX22" fmla="*/ 335801 w 586485"/>
              <a:gd name="connsiteY22" fmla="*/ 67557 h 381539"/>
              <a:gd name="connsiteX23" fmla="*/ 307098 w 586485"/>
              <a:gd name="connsiteY23" fmla="*/ 37629 h 381539"/>
              <a:gd name="connsiteX24" fmla="*/ 274078 w 586485"/>
              <a:gd name="connsiteY24" fmla="*/ 65574 h 381539"/>
              <a:gd name="connsiteX25" fmla="*/ 245317 w 586485"/>
              <a:gd name="connsiteY25" fmla="*/ 74966 h 381539"/>
              <a:gd name="connsiteX26" fmla="*/ 242400 w 586485"/>
              <a:gd name="connsiteY26" fmla="*/ 94160 h 381539"/>
              <a:gd name="connsiteX27" fmla="*/ 188028 w 586485"/>
              <a:gd name="connsiteY27" fmla="*/ 99235 h 381539"/>
              <a:gd name="connsiteX28" fmla="*/ 153549 w 586485"/>
              <a:gd name="connsiteY28" fmla="*/ 111137 h 381539"/>
              <a:gd name="connsiteX29" fmla="*/ 117554 w 586485"/>
              <a:gd name="connsiteY29" fmla="*/ 104544 h 381539"/>
              <a:gd name="connsiteX30" fmla="*/ 49530 w 586485"/>
              <a:gd name="connsiteY30" fmla="*/ 64932 h 381539"/>
              <a:gd name="connsiteX31" fmla="*/ 51397 w 586485"/>
              <a:gd name="connsiteY31" fmla="*/ 78642 h 381539"/>
              <a:gd name="connsiteX32" fmla="*/ 54372 w 586485"/>
              <a:gd name="connsiteY32" fmla="*/ 99235 h 381539"/>
              <a:gd name="connsiteX33" fmla="*/ 50638 w 586485"/>
              <a:gd name="connsiteY33" fmla="*/ 119712 h 381539"/>
              <a:gd name="connsiteX34" fmla="*/ 6534 w 586485"/>
              <a:gd name="connsiteY34" fmla="*/ 119187 h 381539"/>
              <a:gd name="connsiteX35" fmla="*/ 2100 w 586485"/>
              <a:gd name="connsiteY35" fmla="*/ 127880 h 381539"/>
              <a:gd name="connsiteX36" fmla="*/ 20477 w 586485"/>
              <a:gd name="connsiteY36" fmla="*/ 149174 h 381539"/>
              <a:gd name="connsiteX37" fmla="*/ 11668 w 586485"/>
              <a:gd name="connsiteY37" fmla="*/ 172743 h 381539"/>
              <a:gd name="connsiteX38" fmla="*/ 9393 w 586485"/>
              <a:gd name="connsiteY38" fmla="*/ 191937 h 381539"/>
              <a:gd name="connsiteX39" fmla="*/ 20477 w 586485"/>
              <a:gd name="connsiteY39" fmla="*/ 211014 h 381539"/>
              <a:gd name="connsiteX40" fmla="*/ 4667 w 586485"/>
              <a:gd name="connsiteY40" fmla="*/ 230966 h 381539"/>
              <a:gd name="connsiteX41" fmla="*/ 0 w 586485"/>
              <a:gd name="connsiteY41" fmla="*/ 232482 h 381539"/>
              <a:gd name="connsiteX42" fmla="*/ 25669 w 586485"/>
              <a:gd name="connsiteY42" fmla="*/ 261944 h 381539"/>
              <a:gd name="connsiteX43" fmla="*/ 29403 w 586485"/>
              <a:gd name="connsiteY43" fmla="*/ 295489 h 381539"/>
              <a:gd name="connsiteX44" fmla="*/ 47663 w 586485"/>
              <a:gd name="connsiteY44" fmla="*/ 299164 h 381539"/>
              <a:gd name="connsiteX45" fmla="*/ 89609 w 586485"/>
              <a:gd name="connsiteY45" fmla="*/ 338952 h 381539"/>
              <a:gd name="connsiteX46" fmla="*/ 110961 w 586485"/>
              <a:gd name="connsiteY46" fmla="*/ 347061 h 381539"/>
              <a:gd name="connsiteX47" fmla="*/ 127180 w 586485"/>
              <a:gd name="connsiteY47" fmla="*/ 359545 h 381539"/>
              <a:gd name="connsiteX48" fmla="*/ 180035 w 586485"/>
              <a:gd name="connsiteY48" fmla="*/ 368413 h 381539"/>
              <a:gd name="connsiteX49" fmla="*/ 217431 w 586485"/>
              <a:gd name="connsiteY49" fmla="*/ 381539 h 381539"/>
              <a:gd name="connsiteX50" fmla="*/ 233649 w 586485"/>
              <a:gd name="connsiteY50" fmla="*/ 360945 h 381539"/>
              <a:gd name="connsiteX51" fmla="*/ 244617 w 586485"/>
              <a:gd name="connsiteY51" fmla="*/ 367129 h 381539"/>
              <a:gd name="connsiteX52" fmla="*/ 258852 w 586485"/>
              <a:gd name="connsiteY52" fmla="*/ 351378 h 381539"/>
              <a:gd name="connsiteX53" fmla="*/ 282129 w 586485"/>
              <a:gd name="connsiteY53" fmla="*/ 339418 h 381539"/>
              <a:gd name="connsiteX54" fmla="*/ 299456 w 586485"/>
              <a:gd name="connsiteY54" fmla="*/ 341927 h 381539"/>
              <a:gd name="connsiteX55" fmla="*/ 305348 w 586485"/>
              <a:gd name="connsiteY55" fmla="*/ 332184 h 381539"/>
              <a:gd name="connsiteX56" fmla="*/ 329734 w 586485"/>
              <a:gd name="connsiteY56" fmla="*/ 311765 h 381539"/>
              <a:gd name="connsiteX57" fmla="*/ 345252 w 586485"/>
              <a:gd name="connsiteY57" fmla="*/ 316958 h 381539"/>
              <a:gd name="connsiteX58" fmla="*/ 366604 w 586485"/>
              <a:gd name="connsiteY58" fmla="*/ 321800 h 381539"/>
              <a:gd name="connsiteX59" fmla="*/ 381072 w 586485"/>
              <a:gd name="connsiteY59" fmla="*/ 326759 h 381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</a:cxnLst>
            <a:rect l="l" t="t" r="r" b="b"/>
            <a:pathLst>
              <a:path w="586485" h="381539">
                <a:moveTo>
                  <a:pt x="381072" y="326759"/>
                </a:moveTo>
                <a:lnTo>
                  <a:pt x="401258" y="305698"/>
                </a:lnTo>
                <a:lnTo>
                  <a:pt x="418935" y="300740"/>
                </a:lnTo>
                <a:lnTo>
                  <a:pt x="428386" y="283004"/>
                </a:lnTo>
                <a:lnTo>
                  <a:pt x="455630" y="285221"/>
                </a:lnTo>
                <a:lnTo>
                  <a:pt x="473949" y="267661"/>
                </a:lnTo>
                <a:lnTo>
                  <a:pt x="473365" y="247709"/>
                </a:lnTo>
                <a:lnTo>
                  <a:pt x="509302" y="194037"/>
                </a:lnTo>
                <a:lnTo>
                  <a:pt x="530713" y="131672"/>
                </a:lnTo>
                <a:lnTo>
                  <a:pt x="551890" y="91943"/>
                </a:lnTo>
                <a:lnTo>
                  <a:pt x="576276" y="87451"/>
                </a:lnTo>
                <a:lnTo>
                  <a:pt x="586485" y="64757"/>
                </a:lnTo>
                <a:lnTo>
                  <a:pt x="576976" y="39671"/>
                </a:lnTo>
                <a:lnTo>
                  <a:pt x="551190" y="22869"/>
                </a:lnTo>
                <a:lnTo>
                  <a:pt x="526921" y="0"/>
                </a:lnTo>
                <a:lnTo>
                  <a:pt x="504052" y="14760"/>
                </a:lnTo>
                <a:lnTo>
                  <a:pt x="472607" y="7351"/>
                </a:lnTo>
                <a:lnTo>
                  <a:pt x="431478" y="10385"/>
                </a:lnTo>
                <a:lnTo>
                  <a:pt x="407908" y="3792"/>
                </a:lnTo>
                <a:lnTo>
                  <a:pt x="374072" y="6826"/>
                </a:lnTo>
                <a:lnTo>
                  <a:pt x="356395" y="33837"/>
                </a:lnTo>
                <a:lnTo>
                  <a:pt x="338135" y="48538"/>
                </a:lnTo>
                <a:lnTo>
                  <a:pt x="335801" y="67557"/>
                </a:lnTo>
                <a:lnTo>
                  <a:pt x="307098" y="37629"/>
                </a:lnTo>
                <a:lnTo>
                  <a:pt x="274078" y="65574"/>
                </a:lnTo>
                <a:lnTo>
                  <a:pt x="245317" y="74966"/>
                </a:lnTo>
                <a:lnTo>
                  <a:pt x="242400" y="94160"/>
                </a:lnTo>
                <a:lnTo>
                  <a:pt x="188028" y="99235"/>
                </a:lnTo>
                <a:lnTo>
                  <a:pt x="153549" y="111137"/>
                </a:lnTo>
                <a:lnTo>
                  <a:pt x="117554" y="104544"/>
                </a:lnTo>
                <a:lnTo>
                  <a:pt x="49530" y="64932"/>
                </a:lnTo>
                <a:lnTo>
                  <a:pt x="51397" y="78642"/>
                </a:lnTo>
                <a:lnTo>
                  <a:pt x="54372" y="99235"/>
                </a:lnTo>
                <a:lnTo>
                  <a:pt x="50638" y="119712"/>
                </a:lnTo>
                <a:lnTo>
                  <a:pt x="6534" y="119187"/>
                </a:lnTo>
                <a:lnTo>
                  <a:pt x="2100" y="127880"/>
                </a:lnTo>
                <a:lnTo>
                  <a:pt x="20477" y="149174"/>
                </a:lnTo>
                <a:lnTo>
                  <a:pt x="11668" y="172743"/>
                </a:lnTo>
                <a:lnTo>
                  <a:pt x="9393" y="191937"/>
                </a:lnTo>
                <a:lnTo>
                  <a:pt x="20477" y="211014"/>
                </a:lnTo>
                <a:lnTo>
                  <a:pt x="4667" y="230966"/>
                </a:lnTo>
                <a:lnTo>
                  <a:pt x="0" y="232482"/>
                </a:lnTo>
                <a:lnTo>
                  <a:pt x="25669" y="261944"/>
                </a:lnTo>
                <a:lnTo>
                  <a:pt x="29403" y="295489"/>
                </a:lnTo>
                <a:lnTo>
                  <a:pt x="47663" y="299164"/>
                </a:lnTo>
                <a:lnTo>
                  <a:pt x="89609" y="338952"/>
                </a:lnTo>
                <a:lnTo>
                  <a:pt x="110961" y="347061"/>
                </a:lnTo>
                <a:lnTo>
                  <a:pt x="127180" y="359545"/>
                </a:lnTo>
                <a:lnTo>
                  <a:pt x="180035" y="368413"/>
                </a:lnTo>
                <a:lnTo>
                  <a:pt x="217431" y="381539"/>
                </a:lnTo>
                <a:lnTo>
                  <a:pt x="233649" y="360945"/>
                </a:lnTo>
                <a:lnTo>
                  <a:pt x="244617" y="367129"/>
                </a:lnTo>
                <a:lnTo>
                  <a:pt x="258852" y="351378"/>
                </a:lnTo>
                <a:lnTo>
                  <a:pt x="282129" y="339418"/>
                </a:lnTo>
                <a:lnTo>
                  <a:pt x="299456" y="341927"/>
                </a:lnTo>
                <a:lnTo>
                  <a:pt x="305348" y="332184"/>
                </a:lnTo>
                <a:lnTo>
                  <a:pt x="329734" y="311765"/>
                </a:lnTo>
                <a:lnTo>
                  <a:pt x="345252" y="316958"/>
                </a:lnTo>
                <a:lnTo>
                  <a:pt x="366604" y="321800"/>
                </a:lnTo>
                <a:lnTo>
                  <a:pt x="381072" y="326759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6" name="Freeform: Shape 572">
            <a:extLst>
              <a:ext uri="{FF2B5EF4-FFF2-40B4-BE49-F238E27FC236}">
                <a16:creationId xmlns:a16="http://schemas.microsoft.com/office/drawing/2014/main" id="{EB1A3A1F-EB37-9B79-6BE7-AFEBCD46760D}"/>
              </a:ext>
            </a:extLst>
          </p:cNvPr>
          <p:cNvSpPr/>
          <p:nvPr/>
        </p:nvSpPr>
        <p:spPr>
          <a:xfrm>
            <a:off x="7534979" y="4720868"/>
            <a:ext cx="1161944" cy="1308142"/>
          </a:xfrm>
          <a:custGeom>
            <a:avLst/>
            <a:gdLst>
              <a:gd name="connsiteX0" fmla="*/ 86342 w 1161944"/>
              <a:gd name="connsiteY0" fmla="*/ 418001 h 1308142"/>
              <a:gd name="connsiteX1" fmla="*/ 79400 w 1161944"/>
              <a:gd name="connsiteY1" fmla="*/ 395949 h 1308142"/>
              <a:gd name="connsiteX2" fmla="*/ 92701 w 1161944"/>
              <a:gd name="connsiteY2" fmla="*/ 365146 h 1308142"/>
              <a:gd name="connsiteX3" fmla="*/ 61840 w 1161944"/>
              <a:gd name="connsiteY3" fmla="*/ 365146 h 1308142"/>
              <a:gd name="connsiteX4" fmla="*/ 29345 w 1161944"/>
              <a:gd name="connsiteY4" fmla="*/ 342977 h 1308142"/>
              <a:gd name="connsiteX5" fmla="*/ 24969 w 1161944"/>
              <a:gd name="connsiteY5" fmla="*/ 290063 h 1308142"/>
              <a:gd name="connsiteX6" fmla="*/ 0 w 1161944"/>
              <a:gd name="connsiteY6" fmla="*/ 263519 h 1308142"/>
              <a:gd name="connsiteX7" fmla="*/ 14643 w 1161944"/>
              <a:gd name="connsiteY7" fmla="*/ 247359 h 1308142"/>
              <a:gd name="connsiteX8" fmla="*/ 38154 w 1161944"/>
              <a:gd name="connsiteY8" fmla="*/ 244208 h 1308142"/>
              <a:gd name="connsiteX9" fmla="*/ 44046 w 1161944"/>
              <a:gd name="connsiteY9" fmla="*/ 210488 h 1308142"/>
              <a:gd name="connsiteX10" fmla="*/ 24911 w 1161944"/>
              <a:gd name="connsiteY10" fmla="*/ 192811 h 1308142"/>
              <a:gd name="connsiteX11" fmla="*/ 21936 w 1161944"/>
              <a:gd name="connsiteY11" fmla="*/ 167726 h 1308142"/>
              <a:gd name="connsiteX12" fmla="*/ 30687 w 1161944"/>
              <a:gd name="connsiteY12" fmla="*/ 157458 h 1308142"/>
              <a:gd name="connsiteX13" fmla="*/ 54372 w 1161944"/>
              <a:gd name="connsiteY13" fmla="*/ 166384 h 1308142"/>
              <a:gd name="connsiteX14" fmla="*/ 94101 w 1161944"/>
              <a:gd name="connsiteY14" fmla="*/ 136805 h 1308142"/>
              <a:gd name="connsiteX15" fmla="*/ 120646 w 1161944"/>
              <a:gd name="connsiteY15" fmla="*/ 148649 h 1308142"/>
              <a:gd name="connsiteX16" fmla="*/ 157400 w 1161944"/>
              <a:gd name="connsiteY16" fmla="*/ 85350 h 1308142"/>
              <a:gd name="connsiteX17" fmla="*/ 180969 w 1161944"/>
              <a:gd name="connsiteY17" fmla="*/ 100052 h 1308142"/>
              <a:gd name="connsiteX18" fmla="*/ 177993 w 1161944"/>
              <a:gd name="connsiteY18" fmla="*/ 123504 h 1308142"/>
              <a:gd name="connsiteX19" fmla="*/ 210430 w 1161944"/>
              <a:gd name="connsiteY19" fmla="*/ 139781 h 1308142"/>
              <a:gd name="connsiteX20" fmla="*/ 220698 w 1161944"/>
              <a:gd name="connsiteY20" fmla="*/ 160433 h 1308142"/>
              <a:gd name="connsiteX21" fmla="*/ 241408 w 1161944"/>
              <a:gd name="connsiteY21" fmla="*/ 123563 h 1308142"/>
              <a:gd name="connsiteX22" fmla="*/ 241408 w 1161944"/>
              <a:gd name="connsiteY22" fmla="*/ 95793 h 1308142"/>
              <a:gd name="connsiteX23" fmla="*/ 285454 w 1161944"/>
              <a:gd name="connsiteY23" fmla="*/ 107519 h 1308142"/>
              <a:gd name="connsiteX24" fmla="*/ 303306 w 1161944"/>
              <a:gd name="connsiteY24" fmla="*/ 105944 h 1308142"/>
              <a:gd name="connsiteX25" fmla="*/ 320925 w 1161944"/>
              <a:gd name="connsiteY25" fmla="*/ 120704 h 1308142"/>
              <a:gd name="connsiteX26" fmla="*/ 325242 w 1161944"/>
              <a:gd name="connsiteY26" fmla="*/ 82433 h 1308142"/>
              <a:gd name="connsiteX27" fmla="*/ 365088 w 1161944"/>
              <a:gd name="connsiteY27" fmla="*/ 73449 h 1308142"/>
              <a:gd name="connsiteX28" fmla="*/ 354703 w 1161944"/>
              <a:gd name="connsiteY28" fmla="*/ 41188 h 1308142"/>
              <a:gd name="connsiteX29" fmla="*/ 375355 w 1161944"/>
              <a:gd name="connsiteY29" fmla="*/ 16043 h 1308142"/>
              <a:gd name="connsiteX30" fmla="*/ 409134 w 1161944"/>
              <a:gd name="connsiteY30" fmla="*/ 30803 h 1308142"/>
              <a:gd name="connsiteX31" fmla="*/ 462223 w 1161944"/>
              <a:gd name="connsiteY31" fmla="*/ 0 h 1308142"/>
              <a:gd name="connsiteX32" fmla="*/ 484333 w 1161944"/>
              <a:gd name="connsiteY32" fmla="*/ 5776 h 1308142"/>
              <a:gd name="connsiteX33" fmla="*/ 519570 w 1161944"/>
              <a:gd name="connsiteY33" fmla="*/ 2859 h 1308142"/>
              <a:gd name="connsiteX34" fmla="*/ 516653 w 1161944"/>
              <a:gd name="connsiteY34" fmla="*/ 23511 h 1308142"/>
              <a:gd name="connsiteX35" fmla="*/ 566767 w 1161944"/>
              <a:gd name="connsiteY35" fmla="*/ 52972 h 1308142"/>
              <a:gd name="connsiteX36" fmla="*/ 628606 w 1161944"/>
              <a:gd name="connsiteY36" fmla="*/ 64640 h 1308142"/>
              <a:gd name="connsiteX37" fmla="*/ 662385 w 1161944"/>
              <a:gd name="connsiteY37" fmla="*/ 61606 h 1308142"/>
              <a:gd name="connsiteX38" fmla="*/ 677028 w 1161944"/>
              <a:gd name="connsiteY38" fmla="*/ 74966 h 1308142"/>
              <a:gd name="connsiteX39" fmla="*/ 653575 w 1161944"/>
              <a:gd name="connsiteY39" fmla="*/ 108803 h 1308142"/>
              <a:gd name="connsiteX40" fmla="*/ 660926 w 1161944"/>
              <a:gd name="connsiteY40" fmla="*/ 125080 h 1308142"/>
              <a:gd name="connsiteX41" fmla="*/ 647683 w 1161944"/>
              <a:gd name="connsiteY41" fmla="*/ 145440 h 1308142"/>
              <a:gd name="connsiteX42" fmla="*/ 652584 w 1161944"/>
              <a:gd name="connsiteY42" fmla="*/ 180327 h 1308142"/>
              <a:gd name="connsiteX43" fmla="*/ 629656 w 1161944"/>
              <a:gd name="connsiteY43" fmla="*/ 174610 h 1308142"/>
              <a:gd name="connsiteX44" fmla="*/ 615713 w 1161944"/>
              <a:gd name="connsiteY44" fmla="*/ 181610 h 1308142"/>
              <a:gd name="connsiteX45" fmla="*/ 601070 w 1161944"/>
              <a:gd name="connsiteY45" fmla="*/ 196195 h 1308142"/>
              <a:gd name="connsiteX46" fmla="*/ 578726 w 1161944"/>
              <a:gd name="connsiteY46" fmla="*/ 196195 h 1308142"/>
              <a:gd name="connsiteX47" fmla="*/ 557841 w 1161944"/>
              <a:gd name="connsiteY47" fmla="*/ 214630 h 1308142"/>
              <a:gd name="connsiteX48" fmla="*/ 535555 w 1161944"/>
              <a:gd name="connsiteY48" fmla="*/ 217722 h 1308142"/>
              <a:gd name="connsiteX49" fmla="*/ 527738 w 1161944"/>
              <a:gd name="connsiteY49" fmla="*/ 233182 h 1308142"/>
              <a:gd name="connsiteX50" fmla="*/ 538589 w 1161944"/>
              <a:gd name="connsiteY50" fmla="*/ 254768 h 1308142"/>
              <a:gd name="connsiteX51" fmla="*/ 552473 w 1161944"/>
              <a:gd name="connsiteY51" fmla="*/ 272561 h 1308142"/>
              <a:gd name="connsiteX52" fmla="*/ 536955 w 1161944"/>
              <a:gd name="connsiteY52" fmla="*/ 295664 h 1308142"/>
              <a:gd name="connsiteX53" fmla="*/ 527738 w 1161944"/>
              <a:gd name="connsiteY53" fmla="*/ 303481 h 1308142"/>
              <a:gd name="connsiteX54" fmla="*/ 539347 w 1161944"/>
              <a:gd name="connsiteY54" fmla="*/ 328975 h 1308142"/>
              <a:gd name="connsiteX55" fmla="*/ 542323 w 1161944"/>
              <a:gd name="connsiteY55" fmla="*/ 358320 h 1308142"/>
              <a:gd name="connsiteX56" fmla="*/ 553290 w 1161944"/>
              <a:gd name="connsiteY56" fmla="*/ 373605 h 1308142"/>
              <a:gd name="connsiteX57" fmla="*/ 598036 w 1161944"/>
              <a:gd name="connsiteY57" fmla="*/ 397582 h 1308142"/>
              <a:gd name="connsiteX58" fmla="*/ 622772 w 1161944"/>
              <a:gd name="connsiteY58" fmla="*/ 410650 h 1308142"/>
              <a:gd name="connsiteX59" fmla="*/ 635024 w 1161944"/>
              <a:gd name="connsiteY59" fmla="*/ 427686 h 1308142"/>
              <a:gd name="connsiteX60" fmla="*/ 701472 w 1161944"/>
              <a:gd name="connsiteY60" fmla="*/ 494717 h 1308142"/>
              <a:gd name="connsiteX61" fmla="*/ 703047 w 1161944"/>
              <a:gd name="connsiteY61" fmla="*/ 512452 h 1308142"/>
              <a:gd name="connsiteX62" fmla="*/ 711565 w 1161944"/>
              <a:gd name="connsiteY62" fmla="*/ 517178 h 1308142"/>
              <a:gd name="connsiteX63" fmla="*/ 712148 w 1161944"/>
              <a:gd name="connsiteY63" fmla="*/ 537947 h 1308142"/>
              <a:gd name="connsiteX64" fmla="*/ 726208 w 1161944"/>
              <a:gd name="connsiteY64" fmla="*/ 558016 h 1308142"/>
              <a:gd name="connsiteX65" fmla="*/ 744818 w 1161944"/>
              <a:gd name="connsiteY65" fmla="*/ 576917 h 1308142"/>
              <a:gd name="connsiteX66" fmla="*/ 759345 w 1161944"/>
              <a:gd name="connsiteY66" fmla="*/ 599553 h 1308142"/>
              <a:gd name="connsiteX67" fmla="*/ 789389 w 1161944"/>
              <a:gd name="connsiteY67" fmla="*/ 622714 h 1308142"/>
              <a:gd name="connsiteX68" fmla="*/ 803683 w 1161944"/>
              <a:gd name="connsiteY68" fmla="*/ 637590 h 1308142"/>
              <a:gd name="connsiteX69" fmla="*/ 822526 w 1161944"/>
              <a:gd name="connsiteY69" fmla="*/ 641207 h 1308142"/>
              <a:gd name="connsiteX70" fmla="*/ 835828 w 1161944"/>
              <a:gd name="connsiteY70" fmla="*/ 649142 h 1308142"/>
              <a:gd name="connsiteX71" fmla="*/ 874390 w 1161944"/>
              <a:gd name="connsiteY71" fmla="*/ 649025 h 1308142"/>
              <a:gd name="connsiteX72" fmla="*/ 890492 w 1161944"/>
              <a:gd name="connsiteY72" fmla="*/ 653692 h 1308142"/>
              <a:gd name="connsiteX73" fmla="*/ 915169 w 1161944"/>
              <a:gd name="connsiteY73" fmla="*/ 649842 h 1308142"/>
              <a:gd name="connsiteX74" fmla="*/ 932904 w 1161944"/>
              <a:gd name="connsiteY74" fmla="*/ 659059 h 1308142"/>
              <a:gd name="connsiteX75" fmla="*/ 929112 w 1161944"/>
              <a:gd name="connsiteY75" fmla="*/ 672827 h 1308142"/>
              <a:gd name="connsiteX76" fmla="*/ 903676 w 1161944"/>
              <a:gd name="connsiteY76" fmla="*/ 690679 h 1308142"/>
              <a:gd name="connsiteX77" fmla="*/ 902918 w 1161944"/>
              <a:gd name="connsiteY77" fmla="*/ 699838 h 1308142"/>
              <a:gd name="connsiteX78" fmla="*/ 912894 w 1161944"/>
              <a:gd name="connsiteY78" fmla="*/ 716115 h 1308142"/>
              <a:gd name="connsiteX79" fmla="*/ 933721 w 1161944"/>
              <a:gd name="connsiteY79" fmla="*/ 716115 h 1308142"/>
              <a:gd name="connsiteX80" fmla="*/ 972167 w 1161944"/>
              <a:gd name="connsiteY80" fmla="*/ 725391 h 1308142"/>
              <a:gd name="connsiteX81" fmla="*/ 1052500 w 1161944"/>
              <a:gd name="connsiteY81" fmla="*/ 768562 h 1308142"/>
              <a:gd name="connsiteX82" fmla="*/ 1083711 w 1161944"/>
              <a:gd name="connsiteY82" fmla="*/ 792014 h 1308142"/>
              <a:gd name="connsiteX83" fmla="*/ 1104072 w 1161944"/>
              <a:gd name="connsiteY83" fmla="*/ 813250 h 1308142"/>
              <a:gd name="connsiteX84" fmla="*/ 1137325 w 1161944"/>
              <a:gd name="connsiteY84" fmla="*/ 821884 h 1308142"/>
              <a:gd name="connsiteX85" fmla="*/ 1154244 w 1161944"/>
              <a:gd name="connsiteY85" fmla="*/ 833494 h 1308142"/>
              <a:gd name="connsiteX86" fmla="*/ 1161944 w 1161944"/>
              <a:gd name="connsiteY86" fmla="*/ 847262 h 1308142"/>
              <a:gd name="connsiteX87" fmla="*/ 1158852 w 1161944"/>
              <a:gd name="connsiteY87" fmla="*/ 873573 h 1308142"/>
              <a:gd name="connsiteX88" fmla="*/ 1150218 w 1161944"/>
              <a:gd name="connsiteY88" fmla="*/ 885941 h 1308142"/>
              <a:gd name="connsiteX89" fmla="*/ 1152727 w 1161944"/>
              <a:gd name="connsiteY89" fmla="*/ 902568 h 1308142"/>
              <a:gd name="connsiteX90" fmla="*/ 1147243 w 1161944"/>
              <a:gd name="connsiteY90" fmla="*/ 907001 h 1308142"/>
              <a:gd name="connsiteX91" fmla="*/ 1146485 w 1161944"/>
              <a:gd name="connsiteY91" fmla="*/ 912835 h 1308142"/>
              <a:gd name="connsiteX92" fmla="*/ 1128399 w 1161944"/>
              <a:gd name="connsiteY92" fmla="*/ 905310 h 1308142"/>
              <a:gd name="connsiteX93" fmla="*/ 1114340 w 1161944"/>
              <a:gd name="connsiteY93" fmla="*/ 887633 h 1308142"/>
              <a:gd name="connsiteX94" fmla="*/ 1105647 w 1161944"/>
              <a:gd name="connsiteY94" fmla="*/ 868964 h 1308142"/>
              <a:gd name="connsiteX95" fmla="*/ 1108156 w 1161944"/>
              <a:gd name="connsiteY95" fmla="*/ 853621 h 1308142"/>
              <a:gd name="connsiteX96" fmla="*/ 1097071 w 1161944"/>
              <a:gd name="connsiteY96" fmla="*/ 846970 h 1308142"/>
              <a:gd name="connsiteX97" fmla="*/ 1065626 w 1161944"/>
              <a:gd name="connsiteY97" fmla="*/ 846387 h 1308142"/>
              <a:gd name="connsiteX98" fmla="*/ 1059501 w 1161944"/>
              <a:gd name="connsiteY98" fmla="*/ 837227 h 1308142"/>
              <a:gd name="connsiteX99" fmla="*/ 1038615 w 1161944"/>
              <a:gd name="connsiteY99" fmla="*/ 827076 h 1308142"/>
              <a:gd name="connsiteX100" fmla="*/ 1024847 w 1161944"/>
              <a:gd name="connsiteY100" fmla="*/ 829119 h 1308142"/>
              <a:gd name="connsiteX101" fmla="*/ 1015396 w 1161944"/>
              <a:gd name="connsiteY101" fmla="*/ 834777 h 1308142"/>
              <a:gd name="connsiteX102" fmla="*/ 1008629 w 1161944"/>
              <a:gd name="connsiteY102" fmla="*/ 859630 h 1308142"/>
              <a:gd name="connsiteX103" fmla="*/ 996961 w 1161944"/>
              <a:gd name="connsiteY103" fmla="*/ 871881 h 1308142"/>
              <a:gd name="connsiteX104" fmla="*/ 998128 w 1161944"/>
              <a:gd name="connsiteY104" fmla="*/ 885007 h 1308142"/>
              <a:gd name="connsiteX105" fmla="*/ 994569 w 1161944"/>
              <a:gd name="connsiteY105" fmla="*/ 900467 h 1308142"/>
              <a:gd name="connsiteX106" fmla="*/ 979984 w 1161944"/>
              <a:gd name="connsiteY106" fmla="*/ 910502 h 1308142"/>
              <a:gd name="connsiteX107" fmla="*/ 980101 w 1161944"/>
              <a:gd name="connsiteY107" fmla="*/ 925670 h 1308142"/>
              <a:gd name="connsiteX108" fmla="*/ 986926 w 1161944"/>
              <a:gd name="connsiteY108" fmla="*/ 935763 h 1308142"/>
              <a:gd name="connsiteX109" fmla="*/ 1003086 w 1161944"/>
              <a:gd name="connsiteY109" fmla="*/ 938330 h 1308142"/>
              <a:gd name="connsiteX110" fmla="*/ 1031731 w 1161944"/>
              <a:gd name="connsiteY110" fmla="*/ 965166 h 1308142"/>
              <a:gd name="connsiteX111" fmla="*/ 1037332 w 1161944"/>
              <a:gd name="connsiteY111" fmla="*/ 976892 h 1308142"/>
              <a:gd name="connsiteX112" fmla="*/ 1034006 w 1161944"/>
              <a:gd name="connsiteY112" fmla="*/ 1003028 h 1308142"/>
              <a:gd name="connsiteX113" fmla="*/ 1039315 w 1161944"/>
              <a:gd name="connsiteY113" fmla="*/ 1012304 h 1308142"/>
              <a:gd name="connsiteX114" fmla="*/ 1032431 w 1161944"/>
              <a:gd name="connsiteY114" fmla="*/ 1026947 h 1308142"/>
              <a:gd name="connsiteX115" fmla="*/ 1014638 w 1161944"/>
              <a:gd name="connsiteY115" fmla="*/ 1031614 h 1308142"/>
              <a:gd name="connsiteX116" fmla="*/ 997719 w 1161944"/>
              <a:gd name="connsiteY116" fmla="*/ 1049408 h 1308142"/>
              <a:gd name="connsiteX117" fmla="*/ 995386 w 1161944"/>
              <a:gd name="connsiteY117" fmla="*/ 1096487 h 1308142"/>
              <a:gd name="connsiteX118" fmla="*/ 967675 w 1161944"/>
              <a:gd name="connsiteY118" fmla="*/ 1118832 h 1308142"/>
              <a:gd name="connsiteX119" fmla="*/ 963824 w 1161944"/>
              <a:gd name="connsiteY119" fmla="*/ 1140476 h 1308142"/>
              <a:gd name="connsiteX120" fmla="*/ 949181 w 1161944"/>
              <a:gd name="connsiteY120" fmla="*/ 1160486 h 1308142"/>
              <a:gd name="connsiteX121" fmla="*/ 919778 w 1161944"/>
              <a:gd name="connsiteY121" fmla="*/ 1162819 h 1308142"/>
              <a:gd name="connsiteX122" fmla="*/ 897551 w 1161944"/>
              <a:gd name="connsiteY122" fmla="*/ 1140476 h 1308142"/>
              <a:gd name="connsiteX123" fmla="*/ 896676 w 1161944"/>
              <a:gd name="connsiteY123" fmla="*/ 1125074 h 1308142"/>
              <a:gd name="connsiteX124" fmla="*/ 901576 w 1161944"/>
              <a:gd name="connsiteY124" fmla="*/ 1117140 h 1308142"/>
              <a:gd name="connsiteX125" fmla="*/ 913944 w 1161944"/>
              <a:gd name="connsiteY125" fmla="*/ 1110197 h 1308142"/>
              <a:gd name="connsiteX126" fmla="*/ 926020 w 1161944"/>
              <a:gd name="connsiteY126" fmla="*/ 1096487 h 1308142"/>
              <a:gd name="connsiteX127" fmla="*/ 928704 w 1161944"/>
              <a:gd name="connsiteY127" fmla="*/ 1077177 h 1308142"/>
              <a:gd name="connsiteX128" fmla="*/ 926020 w 1161944"/>
              <a:gd name="connsiteY128" fmla="*/ 1057167 h 1308142"/>
              <a:gd name="connsiteX129" fmla="*/ 931796 w 1161944"/>
              <a:gd name="connsiteY129" fmla="*/ 1053608 h 1308142"/>
              <a:gd name="connsiteX130" fmla="*/ 939905 w 1161944"/>
              <a:gd name="connsiteY130" fmla="*/ 1053200 h 1308142"/>
              <a:gd name="connsiteX131" fmla="*/ 950756 w 1161944"/>
              <a:gd name="connsiteY131" fmla="*/ 1040190 h 1308142"/>
              <a:gd name="connsiteX132" fmla="*/ 951514 w 1161944"/>
              <a:gd name="connsiteY132" fmla="*/ 1021580 h 1308142"/>
              <a:gd name="connsiteX133" fmla="*/ 939905 w 1161944"/>
              <a:gd name="connsiteY133" fmla="*/ 1004720 h 1308142"/>
              <a:gd name="connsiteX134" fmla="*/ 931329 w 1161944"/>
              <a:gd name="connsiteY134" fmla="*/ 968375 h 1308142"/>
              <a:gd name="connsiteX135" fmla="*/ 920536 w 1161944"/>
              <a:gd name="connsiteY135" fmla="*/ 954431 h 1308142"/>
              <a:gd name="connsiteX136" fmla="*/ 915986 w 1161944"/>
              <a:gd name="connsiteY136" fmla="*/ 923570 h 1308142"/>
              <a:gd name="connsiteX137" fmla="*/ 906651 w 1161944"/>
              <a:gd name="connsiteY137" fmla="*/ 891133 h 1308142"/>
              <a:gd name="connsiteX138" fmla="*/ 892008 w 1161944"/>
              <a:gd name="connsiteY138" fmla="*/ 881916 h 1308142"/>
              <a:gd name="connsiteX139" fmla="*/ 880457 w 1161944"/>
              <a:gd name="connsiteY139" fmla="*/ 888916 h 1308142"/>
              <a:gd name="connsiteX140" fmla="*/ 854146 w 1161944"/>
              <a:gd name="connsiteY140" fmla="*/ 882674 h 1308142"/>
              <a:gd name="connsiteX141" fmla="*/ 845804 w 1161944"/>
              <a:gd name="connsiteY141" fmla="*/ 865755 h 1308142"/>
              <a:gd name="connsiteX142" fmla="*/ 824801 w 1161944"/>
              <a:gd name="connsiteY142" fmla="*/ 864180 h 1308142"/>
              <a:gd name="connsiteX143" fmla="*/ 814942 w 1161944"/>
              <a:gd name="connsiteY143" fmla="*/ 854088 h 1308142"/>
              <a:gd name="connsiteX144" fmla="*/ 819551 w 1161944"/>
              <a:gd name="connsiteY144" fmla="*/ 845628 h 1308142"/>
              <a:gd name="connsiteX145" fmla="*/ 821768 w 1161944"/>
              <a:gd name="connsiteY145" fmla="*/ 825676 h 1308142"/>
              <a:gd name="connsiteX146" fmla="*/ 808700 w 1161944"/>
              <a:gd name="connsiteY146" fmla="*/ 808583 h 1308142"/>
              <a:gd name="connsiteX147" fmla="*/ 790090 w 1161944"/>
              <a:gd name="connsiteY147" fmla="*/ 807125 h 1308142"/>
              <a:gd name="connsiteX148" fmla="*/ 772471 w 1161944"/>
              <a:gd name="connsiteY148" fmla="*/ 807825 h 1308142"/>
              <a:gd name="connsiteX149" fmla="*/ 773930 w 1161944"/>
              <a:gd name="connsiteY149" fmla="*/ 793940 h 1308142"/>
              <a:gd name="connsiteX150" fmla="*/ 756895 w 1161944"/>
              <a:gd name="connsiteY150" fmla="*/ 787697 h 1308142"/>
              <a:gd name="connsiteX151" fmla="*/ 745343 w 1161944"/>
              <a:gd name="connsiteY151" fmla="*/ 792481 h 1308142"/>
              <a:gd name="connsiteX152" fmla="*/ 732217 w 1161944"/>
              <a:gd name="connsiteY152" fmla="*/ 783964 h 1308142"/>
              <a:gd name="connsiteX153" fmla="*/ 710690 w 1161944"/>
              <a:gd name="connsiteY153" fmla="*/ 743885 h 1308142"/>
              <a:gd name="connsiteX154" fmla="*/ 690621 w 1161944"/>
              <a:gd name="connsiteY154" fmla="*/ 742251 h 1308142"/>
              <a:gd name="connsiteX155" fmla="*/ 669794 w 1161944"/>
              <a:gd name="connsiteY155" fmla="*/ 733850 h 1308142"/>
              <a:gd name="connsiteX156" fmla="*/ 656726 w 1161944"/>
              <a:gd name="connsiteY156" fmla="*/ 746101 h 1308142"/>
              <a:gd name="connsiteX157" fmla="*/ 638057 w 1161944"/>
              <a:gd name="connsiteY157" fmla="*/ 746101 h 1308142"/>
              <a:gd name="connsiteX158" fmla="*/ 634382 w 1161944"/>
              <a:gd name="connsiteY158" fmla="*/ 729125 h 1308142"/>
              <a:gd name="connsiteX159" fmla="*/ 617347 w 1161944"/>
              <a:gd name="connsiteY159" fmla="*/ 717399 h 1308142"/>
              <a:gd name="connsiteX160" fmla="*/ 598036 w 1161944"/>
              <a:gd name="connsiteY160" fmla="*/ 714482 h 1308142"/>
              <a:gd name="connsiteX161" fmla="*/ 557899 w 1161944"/>
              <a:gd name="connsiteY161" fmla="*/ 684495 h 1308142"/>
              <a:gd name="connsiteX162" fmla="*/ 516186 w 1161944"/>
              <a:gd name="connsiteY162" fmla="*/ 631173 h 1308142"/>
              <a:gd name="connsiteX163" fmla="*/ 503060 w 1161944"/>
              <a:gd name="connsiteY163" fmla="*/ 626623 h 1308142"/>
              <a:gd name="connsiteX164" fmla="*/ 499385 w 1161944"/>
              <a:gd name="connsiteY164" fmla="*/ 610288 h 1308142"/>
              <a:gd name="connsiteX165" fmla="*/ 480716 w 1161944"/>
              <a:gd name="connsiteY165" fmla="*/ 585668 h 1308142"/>
              <a:gd name="connsiteX166" fmla="*/ 451372 w 1161944"/>
              <a:gd name="connsiteY166" fmla="*/ 584910 h 1308142"/>
              <a:gd name="connsiteX167" fmla="*/ 448396 w 1161944"/>
              <a:gd name="connsiteY167" fmla="*/ 566358 h 1308142"/>
              <a:gd name="connsiteX168" fmla="*/ 420627 w 1161944"/>
              <a:gd name="connsiteY168" fmla="*/ 540105 h 1308142"/>
              <a:gd name="connsiteX169" fmla="*/ 405050 w 1161944"/>
              <a:gd name="connsiteY169" fmla="*/ 520795 h 1308142"/>
              <a:gd name="connsiteX170" fmla="*/ 381131 w 1161944"/>
              <a:gd name="connsiteY170" fmla="*/ 509302 h 1308142"/>
              <a:gd name="connsiteX171" fmla="*/ 381948 w 1161944"/>
              <a:gd name="connsiteY171" fmla="*/ 480657 h 1308142"/>
              <a:gd name="connsiteX172" fmla="*/ 365788 w 1161944"/>
              <a:gd name="connsiteY172" fmla="*/ 470682 h 1308142"/>
              <a:gd name="connsiteX173" fmla="*/ 365029 w 1161944"/>
              <a:gd name="connsiteY173" fmla="*/ 452888 h 1308142"/>
              <a:gd name="connsiteX174" fmla="*/ 346594 w 1161944"/>
              <a:gd name="connsiteY174" fmla="*/ 422902 h 1308142"/>
              <a:gd name="connsiteX175" fmla="*/ 338310 w 1161944"/>
              <a:gd name="connsiteY175" fmla="*/ 407092 h 1308142"/>
              <a:gd name="connsiteX176" fmla="*/ 332534 w 1161944"/>
              <a:gd name="connsiteY176" fmla="*/ 396182 h 1308142"/>
              <a:gd name="connsiteX177" fmla="*/ 323958 w 1161944"/>
              <a:gd name="connsiteY177" fmla="*/ 379906 h 1308142"/>
              <a:gd name="connsiteX178" fmla="*/ 294030 w 1161944"/>
              <a:gd name="connsiteY178" fmla="*/ 371038 h 1308142"/>
              <a:gd name="connsiteX179" fmla="*/ 274078 w 1161944"/>
              <a:gd name="connsiteY179" fmla="*/ 358086 h 1308142"/>
              <a:gd name="connsiteX180" fmla="*/ 206171 w 1161944"/>
              <a:gd name="connsiteY180" fmla="*/ 340235 h 1308142"/>
              <a:gd name="connsiteX181" fmla="*/ 153724 w 1161944"/>
              <a:gd name="connsiteY181" fmla="*/ 369580 h 1308142"/>
              <a:gd name="connsiteX182" fmla="*/ 152966 w 1161944"/>
              <a:gd name="connsiteY182" fmla="*/ 386556 h 1308142"/>
              <a:gd name="connsiteX183" fmla="*/ 135172 w 1161944"/>
              <a:gd name="connsiteY183" fmla="*/ 408959 h 1308142"/>
              <a:gd name="connsiteX184" fmla="*/ 86284 w 1161944"/>
              <a:gd name="connsiteY184" fmla="*/ 417651 h 1308142"/>
              <a:gd name="connsiteX185" fmla="*/ 161075 w 1161944"/>
              <a:gd name="connsiteY185" fmla="*/ 761912 h 1308142"/>
              <a:gd name="connsiteX186" fmla="*/ 167726 w 1161944"/>
              <a:gd name="connsiteY186" fmla="*/ 761095 h 1308142"/>
              <a:gd name="connsiteX187" fmla="*/ 169417 w 1161944"/>
              <a:gd name="connsiteY187" fmla="*/ 751761 h 1308142"/>
              <a:gd name="connsiteX188" fmla="*/ 177877 w 1161944"/>
              <a:gd name="connsiteY188" fmla="*/ 742368 h 1308142"/>
              <a:gd name="connsiteX189" fmla="*/ 169767 w 1161944"/>
              <a:gd name="connsiteY189" fmla="*/ 735250 h 1308142"/>
              <a:gd name="connsiteX190" fmla="*/ 166617 w 1161944"/>
              <a:gd name="connsiteY190" fmla="*/ 745227 h 1308142"/>
              <a:gd name="connsiteX191" fmla="*/ 160258 w 1161944"/>
              <a:gd name="connsiteY191" fmla="*/ 748668 h 1308142"/>
              <a:gd name="connsiteX192" fmla="*/ 161075 w 1161944"/>
              <a:gd name="connsiteY192" fmla="*/ 761970 h 1308142"/>
              <a:gd name="connsiteX193" fmla="*/ 420860 w 1161944"/>
              <a:gd name="connsiteY193" fmla="*/ 595761 h 1308142"/>
              <a:gd name="connsiteX194" fmla="*/ 432586 w 1161944"/>
              <a:gd name="connsiteY194" fmla="*/ 601303 h 1308142"/>
              <a:gd name="connsiteX195" fmla="*/ 428561 w 1161944"/>
              <a:gd name="connsiteY195" fmla="*/ 592027 h 1308142"/>
              <a:gd name="connsiteX196" fmla="*/ 420918 w 1161944"/>
              <a:gd name="connsiteY196" fmla="*/ 595703 h 1308142"/>
              <a:gd name="connsiteX197" fmla="*/ 339768 w 1161944"/>
              <a:gd name="connsiteY197" fmla="*/ 537480 h 1308142"/>
              <a:gd name="connsiteX198" fmla="*/ 331017 w 1161944"/>
              <a:gd name="connsiteY198" fmla="*/ 546756 h 1308142"/>
              <a:gd name="connsiteX199" fmla="*/ 342043 w 1161944"/>
              <a:gd name="connsiteY199" fmla="*/ 551190 h 1308142"/>
              <a:gd name="connsiteX200" fmla="*/ 363046 w 1161944"/>
              <a:gd name="connsiteY200" fmla="*/ 543722 h 1308142"/>
              <a:gd name="connsiteX201" fmla="*/ 379206 w 1161944"/>
              <a:gd name="connsiteY201" fmla="*/ 544481 h 1308142"/>
              <a:gd name="connsiteX202" fmla="*/ 376814 w 1161944"/>
              <a:gd name="connsiteY202" fmla="*/ 533513 h 1308142"/>
              <a:gd name="connsiteX203" fmla="*/ 367188 w 1161944"/>
              <a:gd name="connsiteY203" fmla="*/ 521962 h 1308142"/>
              <a:gd name="connsiteX204" fmla="*/ 362346 w 1161944"/>
              <a:gd name="connsiteY204" fmla="*/ 528613 h 1308142"/>
              <a:gd name="connsiteX205" fmla="*/ 339885 w 1161944"/>
              <a:gd name="connsiteY205" fmla="*/ 537480 h 1308142"/>
              <a:gd name="connsiteX206" fmla="*/ 213930 w 1161944"/>
              <a:gd name="connsiteY206" fmla="*/ 1036515 h 1308142"/>
              <a:gd name="connsiteX207" fmla="*/ 221689 w 1161944"/>
              <a:gd name="connsiteY207" fmla="*/ 1031848 h 1308142"/>
              <a:gd name="connsiteX208" fmla="*/ 231666 w 1161944"/>
              <a:gd name="connsiteY208" fmla="*/ 1036515 h 1308142"/>
              <a:gd name="connsiteX209" fmla="*/ 246367 w 1161944"/>
              <a:gd name="connsiteY209" fmla="*/ 1030447 h 1308142"/>
              <a:gd name="connsiteX210" fmla="*/ 247826 w 1161944"/>
              <a:gd name="connsiteY210" fmla="*/ 1007287 h 1308142"/>
              <a:gd name="connsiteX211" fmla="*/ 254009 w 1161944"/>
              <a:gd name="connsiteY211" fmla="*/ 993344 h 1308142"/>
              <a:gd name="connsiteX212" fmla="*/ 273378 w 1161944"/>
              <a:gd name="connsiteY212" fmla="*/ 994860 h 1308142"/>
              <a:gd name="connsiteX213" fmla="*/ 285688 w 1161944"/>
              <a:gd name="connsiteY213" fmla="*/ 1007287 h 1308142"/>
              <a:gd name="connsiteX214" fmla="*/ 297181 w 1161944"/>
              <a:gd name="connsiteY214" fmla="*/ 1007287 h 1308142"/>
              <a:gd name="connsiteX215" fmla="*/ 304881 w 1161944"/>
              <a:gd name="connsiteY215" fmla="*/ 992644 h 1308142"/>
              <a:gd name="connsiteX216" fmla="*/ 304881 w 1161944"/>
              <a:gd name="connsiteY216" fmla="*/ 954781 h 1308142"/>
              <a:gd name="connsiteX217" fmla="*/ 308848 w 1161944"/>
              <a:gd name="connsiteY217" fmla="*/ 943930 h 1308142"/>
              <a:gd name="connsiteX218" fmla="*/ 304065 w 1161944"/>
              <a:gd name="connsiteY218" fmla="*/ 903093 h 1308142"/>
              <a:gd name="connsiteX219" fmla="*/ 311882 w 1161944"/>
              <a:gd name="connsiteY219" fmla="*/ 866047 h 1308142"/>
              <a:gd name="connsiteX220" fmla="*/ 285688 w 1161944"/>
              <a:gd name="connsiteY220" fmla="*/ 842828 h 1308142"/>
              <a:gd name="connsiteX221" fmla="*/ 308032 w 1161944"/>
              <a:gd name="connsiteY221" fmla="*/ 828127 h 1308142"/>
              <a:gd name="connsiteX222" fmla="*/ 311182 w 1161944"/>
              <a:gd name="connsiteY222" fmla="*/ 812783 h 1308142"/>
              <a:gd name="connsiteX223" fmla="*/ 305756 w 1161944"/>
              <a:gd name="connsiteY223" fmla="*/ 788864 h 1308142"/>
              <a:gd name="connsiteX224" fmla="*/ 292455 w 1161944"/>
              <a:gd name="connsiteY224" fmla="*/ 774279 h 1308142"/>
              <a:gd name="connsiteX225" fmla="*/ 277870 w 1161944"/>
              <a:gd name="connsiteY225" fmla="*/ 747210 h 1308142"/>
              <a:gd name="connsiteX226" fmla="*/ 270169 w 1161944"/>
              <a:gd name="connsiteY226" fmla="*/ 754911 h 1308142"/>
              <a:gd name="connsiteX227" fmla="*/ 252434 w 1161944"/>
              <a:gd name="connsiteY227" fmla="*/ 740851 h 1308142"/>
              <a:gd name="connsiteX228" fmla="*/ 237033 w 1161944"/>
              <a:gd name="connsiteY228" fmla="*/ 742484 h 1308142"/>
              <a:gd name="connsiteX229" fmla="*/ 199987 w 1161944"/>
              <a:gd name="connsiteY229" fmla="*/ 786356 h 1308142"/>
              <a:gd name="connsiteX230" fmla="*/ 183827 w 1161944"/>
              <a:gd name="connsiteY230" fmla="*/ 787114 h 1308142"/>
              <a:gd name="connsiteX231" fmla="*/ 160667 w 1161944"/>
              <a:gd name="connsiteY231" fmla="*/ 773229 h 1308142"/>
              <a:gd name="connsiteX232" fmla="*/ 160667 w 1161944"/>
              <a:gd name="connsiteY232" fmla="*/ 795748 h 1308142"/>
              <a:gd name="connsiteX233" fmla="*/ 156758 w 1161944"/>
              <a:gd name="connsiteY233" fmla="*/ 810392 h 1308142"/>
              <a:gd name="connsiteX234" fmla="*/ 172918 w 1161944"/>
              <a:gd name="connsiteY234" fmla="*/ 826435 h 1308142"/>
              <a:gd name="connsiteX235" fmla="*/ 176826 w 1161944"/>
              <a:gd name="connsiteY235" fmla="*/ 842011 h 1308142"/>
              <a:gd name="connsiteX236" fmla="*/ 189953 w 1161944"/>
              <a:gd name="connsiteY236" fmla="*/ 853504 h 1308142"/>
              <a:gd name="connsiteX237" fmla="*/ 189953 w 1161944"/>
              <a:gd name="connsiteY237" fmla="*/ 877540 h 1308142"/>
              <a:gd name="connsiteX238" fmla="*/ 175368 w 1161944"/>
              <a:gd name="connsiteY238" fmla="*/ 892942 h 1308142"/>
              <a:gd name="connsiteX239" fmla="*/ 181552 w 1161944"/>
              <a:gd name="connsiteY239" fmla="*/ 905310 h 1308142"/>
              <a:gd name="connsiteX240" fmla="*/ 201562 w 1161944"/>
              <a:gd name="connsiteY240" fmla="*/ 906943 h 1308142"/>
              <a:gd name="connsiteX241" fmla="*/ 201562 w 1161944"/>
              <a:gd name="connsiteY241" fmla="*/ 915286 h 1308142"/>
              <a:gd name="connsiteX242" fmla="*/ 189253 w 1161944"/>
              <a:gd name="connsiteY242" fmla="*/ 929987 h 1308142"/>
              <a:gd name="connsiteX243" fmla="*/ 179977 w 1161944"/>
              <a:gd name="connsiteY243" fmla="*/ 965341 h 1308142"/>
              <a:gd name="connsiteX244" fmla="*/ 188494 w 1161944"/>
              <a:gd name="connsiteY244" fmla="*/ 978584 h 1308142"/>
              <a:gd name="connsiteX245" fmla="*/ 198470 w 1161944"/>
              <a:gd name="connsiteY245" fmla="*/ 1020180 h 1308142"/>
              <a:gd name="connsiteX246" fmla="*/ 213930 w 1161944"/>
              <a:gd name="connsiteY246" fmla="*/ 1036340 h 1308142"/>
              <a:gd name="connsiteX247" fmla="*/ 859747 w 1161944"/>
              <a:gd name="connsiteY247" fmla="*/ 1305109 h 1308142"/>
              <a:gd name="connsiteX248" fmla="*/ 858113 w 1161944"/>
              <a:gd name="connsiteY248" fmla="*/ 1279615 h 1308142"/>
              <a:gd name="connsiteX249" fmla="*/ 868089 w 1161944"/>
              <a:gd name="connsiteY249" fmla="*/ 1267247 h 1308142"/>
              <a:gd name="connsiteX250" fmla="*/ 865931 w 1161944"/>
              <a:gd name="connsiteY250" fmla="*/ 1244844 h 1308142"/>
              <a:gd name="connsiteX251" fmla="*/ 847379 w 1161944"/>
              <a:gd name="connsiteY251" fmla="*/ 1219408 h 1308142"/>
              <a:gd name="connsiteX252" fmla="*/ 865931 w 1161944"/>
              <a:gd name="connsiteY252" fmla="*/ 1169937 h 1308142"/>
              <a:gd name="connsiteX253" fmla="*/ 884424 w 1161944"/>
              <a:gd name="connsiteY253" fmla="*/ 1153018 h 1308142"/>
              <a:gd name="connsiteX254" fmla="*/ 888275 w 1161944"/>
              <a:gd name="connsiteY254" fmla="*/ 1126007 h 1308142"/>
              <a:gd name="connsiteX255" fmla="*/ 872873 w 1161944"/>
              <a:gd name="connsiteY255" fmla="*/ 1107514 h 1308142"/>
              <a:gd name="connsiteX256" fmla="*/ 847379 w 1161944"/>
              <a:gd name="connsiteY256" fmla="*/ 1132191 h 1308142"/>
              <a:gd name="connsiteX257" fmla="*/ 836586 w 1161944"/>
              <a:gd name="connsiteY257" fmla="*/ 1130675 h 1308142"/>
              <a:gd name="connsiteX258" fmla="*/ 814184 w 1161944"/>
              <a:gd name="connsiteY258" fmla="*/ 1118365 h 1308142"/>
              <a:gd name="connsiteX259" fmla="*/ 792540 w 1161944"/>
              <a:gd name="connsiteY259" fmla="*/ 1141350 h 1308142"/>
              <a:gd name="connsiteX260" fmla="*/ 746277 w 1161944"/>
              <a:gd name="connsiteY260" fmla="*/ 1138317 h 1308142"/>
              <a:gd name="connsiteX261" fmla="*/ 708473 w 1161944"/>
              <a:gd name="connsiteY261" fmla="*/ 1149810 h 1308142"/>
              <a:gd name="connsiteX262" fmla="*/ 681403 w 1161944"/>
              <a:gd name="connsiteY262" fmla="*/ 1144559 h 1308142"/>
              <a:gd name="connsiteX263" fmla="*/ 662151 w 1161944"/>
              <a:gd name="connsiteY263" fmla="*/ 1131316 h 1308142"/>
              <a:gd name="connsiteX264" fmla="*/ 639866 w 1161944"/>
              <a:gd name="connsiteY264" fmla="*/ 1133650 h 1308142"/>
              <a:gd name="connsiteX265" fmla="*/ 627381 w 1161944"/>
              <a:gd name="connsiteY265" fmla="*/ 1143743 h 1308142"/>
              <a:gd name="connsiteX266" fmla="*/ 620497 w 1161944"/>
              <a:gd name="connsiteY266" fmla="*/ 1134350 h 1308142"/>
              <a:gd name="connsiteX267" fmla="*/ 595878 w 1161944"/>
              <a:gd name="connsiteY267" fmla="*/ 1146134 h 1308142"/>
              <a:gd name="connsiteX268" fmla="*/ 592786 w 1161944"/>
              <a:gd name="connsiteY268" fmla="*/ 1179096 h 1308142"/>
              <a:gd name="connsiteX269" fmla="*/ 614313 w 1161944"/>
              <a:gd name="connsiteY269" fmla="*/ 1199281 h 1308142"/>
              <a:gd name="connsiteX270" fmla="*/ 635899 w 1161944"/>
              <a:gd name="connsiteY270" fmla="*/ 1195373 h 1308142"/>
              <a:gd name="connsiteX271" fmla="*/ 674519 w 1161944"/>
              <a:gd name="connsiteY271" fmla="*/ 1221567 h 1308142"/>
              <a:gd name="connsiteX272" fmla="*/ 695346 w 1161944"/>
              <a:gd name="connsiteY272" fmla="*/ 1226993 h 1308142"/>
              <a:gd name="connsiteX273" fmla="*/ 714715 w 1161944"/>
              <a:gd name="connsiteY273" fmla="*/ 1247878 h 1308142"/>
              <a:gd name="connsiteX274" fmla="*/ 760162 w 1161944"/>
              <a:gd name="connsiteY274" fmla="*/ 1264913 h 1308142"/>
              <a:gd name="connsiteX275" fmla="*/ 769379 w 1161944"/>
              <a:gd name="connsiteY275" fmla="*/ 1258729 h 1308142"/>
              <a:gd name="connsiteX276" fmla="*/ 789448 w 1161944"/>
              <a:gd name="connsiteY276" fmla="*/ 1273489 h 1308142"/>
              <a:gd name="connsiteX277" fmla="*/ 793357 w 1161944"/>
              <a:gd name="connsiteY277" fmla="*/ 1289591 h 1308142"/>
              <a:gd name="connsiteX278" fmla="*/ 840320 w 1161944"/>
              <a:gd name="connsiteY278" fmla="*/ 1308143 h 1308142"/>
              <a:gd name="connsiteX279" fmla="*/ 859747 w 1161944"/>
              <a:gd name="connsiteY279" fmla="*/ 1305109 h 13081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</a:cxnLst>
            <a:rect l="l" t="t" r="r" b="b"/>
            <a:pathLst>
              <a:path w="1161944" h="1308142">
                <a:moveTo>
                  <a:pt x="86342" y="418001"/>
                </a:moveTo>
                <a:lnTo>
                  <a:pt x="79400" y="395949"/>
                </a:lnTo>
                <a:lnTo>
                  <a:pt x="92701" y="365146"/>
                </a:lnTo>
                <a:lnTo>
                  <a:pt x="61840" y="365146"/>
                </a:lnTo>
                <a:lnTo>
                  <a:pt x="29345" y="342977"/>
                </a:lnTo>
                <a:lnTo>
                  <a:pt x="24969" y="290063"/>
                </a:lnTo>
                <a:lnTo>
                  <a:pt x="0" y="263519"/>
                </a:lnTo>
                <a:lnTo>
                  <a:pt x="14643" y="247359"/>
                </a:lnTo>
                <a:lnTo>
                  <a:pt x="38154" y="244208"/>
                </a:lnTo>
                <a:lnTo>
                  <a:pt x="44046" y="210488"/>
                </a:lnTo>
                <a:lnTo>
                  <a:pt x="24911" y="192811"/>
                </a:lnTo>
                <a:lnTo>
                  <a:pt x="21936" y="167726"/>
                </a:lnTo>
                <a:lnTo>
                  <a:pt x="30687" y="157458"/>
                </a:lnTo>
                <a:lnTo>
                  <a:pt x="54372" y="166384"/>
                </a:lnTo>
                <a:lnTo>
                  <a:pt x="94101" y="136805"/>
                </a:lnTo>
                <a:lnTo>
                  <a:pt x="120646" y="148649"/>
                </a:lnTo>
                <a:lnTo>
                  <a:pt x="157400" y="85350"/>
                </a:lnTo>
                <a:lnTo>
                  <a:pt x="180969" y="100052"/>
                </a:lnTo>
                <a:lnTo>
                  <a:pt x="177993" y="123504"/>
                </a:lnTo>
                <a:lnTo>
                  <a:pt x="210430" y="139781"/>
                </a:lnTo>
                <a:lnTo>
                  <a:pt x="220698" y="160433"/>
                </a:lnTo>
                <a:lnTo>
                  <a:pt x="241408" y="123563"/>
                </a:lnTo>
                <a:lnTo>
                  <a:pt x="241408" y="95793"/>
                </a:lnTo>
                <a:lnTo>
                  <a:pt x="285454" y="107519"/>
                </a:lnTo>
                <a:lnTo>
                  <a:pt x="303306" y="105944"/>
                </a:lnTo>
                <a:lnTo>
                  <a:pt x="320925" y="120704"/>
                </a:lnTo>
                <a:lnTo>
                  <a:pt x="325242" y="82433"/>
                </a:lnTo>
                <a:lnTo>
                  <a:pt x="365088" y="73449"/>
                </a:lnTo>
                <a:lnTo>
                  <a:pt x="354703" y="41188"/>
                </a:lnTo>
                <a:lnTo>
                  <a:pt x="375355" y="16043"/>
                </a:lnTo>
                <a:lnTo>
                  <a:pt x="409134" y="30803"/>
                </a:lnTo>
                <a:lnTo>
                  <a:pt x="462223" y="0"/>
                </a:lnTo>
                <a:lnTo>
                  <a:pt x="484333" y="5776"/>
                </a:lnTo>
                <a:lnTo>
                  <a:pt x="519570" y="2859"/>
                </a:lnTo>
                <a:lnTo>
                  <a:pt x="516653" y="23511"/>
                </a:lnTo>
                <a:lnTo>
                  <a:pt x="566767" y="52972"/>
                </a:lnTo>
                <a:lnTo>
                  <a:pt x="628606" y="64640"/>
                </a:lnTo>
                <a:lnTo>
                  <a:pt x="662385" y="61606"/>
                </a:lnTo>
                <a:lnTo>
                  <a:pt x="677028" y="74966"/>
                </a:lnTo>
                <a:lnTo>
                  <a:pt x="653575" y="108803"/>
                </a:lnTo>
                <a:lnTo>
                  <a:pt x="660926" y="125080"/>
                </a:lnTo>
                <a:lnTo>
                  <a:pt x="647683" y="145440"/>
                </a:lnTo>
                <a:lnTo>
                  <a:pt x="652584" y="180327"/>
                </a:lnTo>
                <a:lnTo>
                  <a:pt x="629656" y="174610"/>
                </a:lnTo>
                <a:lnTo>
                  <a:pt x="615713" y="181610"/>
                </a:lnTo>
                <a:lnTo>
                  <a:pt x="601070" y="196195"/>
                </a:lnTo>
                <a:lnTo>
                  <a:pt x="578726" y="196195"/>
                </a:lnTo>
                <a:lnTo>
                  <a:pt x="557841" y="214630"/>
                </a:lnTo>
                <a:lnTo>
                  <a:pt x="535555" y="217722"/>
                </a:lnTo>
                <a:lnTo>
                  <a:pt x="527738" y="233182"/>
                </a:lnTo>
                <a:lnTo>
                  <a:pt x="538589" y="254768"/>
                </a:lnTo>
                <a:lnTo>
                  <a:pt x="552473" y="272561"/>
                </a:lnTo>
                <a:lnTo>
                  <a:pt x="536955" y="295664"/>
                </a:lnTo>
                <a:lnTo>
                  <a:pt x="527738" y="303481"/>
                </a:lnTo>
                <a:lnTo>
                  <a:pt x="539347" y="328975"/>
                </a:lnTo>
                <a:lnTo>
                  <a:pt x="542323" y="358320"/>
                </a:lnTo>
                <a:lnTo>
                  <a:pt x="553290" y="373605"/>
                </a:lnTo>
                <a:lnTo>
                  <a:pt x="598036" y="397582"/>
                </a:lnTo>
                <a:lnTo>
                  <a:pt x="622772" y="410650"/>
                </a:lnTo>
                <a:lnTo>
                  <a:pt x="635024" y="427686"/>
                </a:lnTo>
                <a:lnTo>
                  <a:pt x="701472" y="494717"/>
                </a:lnTo>
                <a:lnTo>
                  <a:pt x="703047" y="512452"/>
                </a:lnTo>
                <a:lnTo>
                  <a:pt x="711565" y="517178"/>
                </a:lnTo>
                <a:lnTo>
                  <a:pt x="712148" y="537947"/>
                </a:lnTo>
                <a:lnTo>
                  <a:pt x="726208" y="558016"/>
                </a:lnTo>
                <a:lnTo>
                  <a:pt x="744818" y="576917"/>
                </a:lnTo>
                <a:lnTo>
                  <a:pt x="759345" y="599553"/>
                </a:lnTo>
                <a:lnTo>
                  <a:pt x="789389" y="622714"/>
                </a:lnTo>
                <a:lnTo>
                  <a:pt x="803683" y="637590"/>
                </a:lnTo>
                <a:lnTo>
                  <a:pt x="822526" y="641207"/>
                </a:lnTo>
                <a:lnTo>
                  <a:pt x="835828" y="649142"/>
                </a:lnTo>
                <a:lnTo>
                  <a:pt x="874390" y="649025"/>
                </a:lnTo>
                <a:lnTo>
                  <a:pt x="890492" y="653692"/>
                </a:lnTo>
                <a:lnTo>
                  <a:pt x="915169" y="649842"/>
                </a:lnTo>
                <a:lnTo>
                  <a:pt x="932904" y="659059"/>
                </a:lnTo>
                <a:lnTo>
                  <a:pt x="929112" y="672827"/>
                </a:lnTo>
                <a:lnTo>
                  <a:pt x="903676" y="690679"/>
                </a:lnTo>
                <a:lnTo>
                  <a:pt x="902918" y="699838"/>
                </a:lnTo>
                <a:lnTo>
                  <a:pt x="912894" y="716115"/>
                </a:lnTo>
                <a:lnTo>
                  <a:pt x="933721" y="716115"/>
                </a:lnTo>
                <a:lnTo>
                  <a:pt x="972167" y="725391"/>
                </a:lnTo>
                <a:lnTo>
                  <a:pt x="1052500" y="768562"/>
                </a:lnTo>
                <a:lnTo>
                  <a:pt x="1083711" y="792014"/>
                </a:lnTo>
                <a:lnTo>
                  <a:pt x="1104072" y="813250"/>
                </a:lnTo>
                <a:lnTo>
                  <a:pt x="1137325" y="821884"/>
                </a:lnTo>
                <a:lnTo>
                  <a:pt x="1154244" y="833494"/>
                </a:lnTo>
                <a:lnTo>
                  <a:pt x="1161944" y="847262"/>
                </a:lnTo>
                <a:lnTo>
                  <a:pt x="1158852" y="873573"/>
                </a:lnTo>
                <a:lnTo>
                  <a:pt x="1150218" y="885941"/>
                </a:lnTo>
                <a:lnTo>
                  <a:pt x="1152727" y="902568"/>
                </a:lnTo>
                <a:lnTo>
                  <a:pt x="1147243" y="907001"/>
                </a:lnTo>
                <a:lnTo>
                  <a:pt x="1146485" y="912835"/>
                </a:lnTo>
                <a:lnTo>
                  <a:pt x="1128399" y="905310"/>
                </a:lnTo>
                <a:lnTo>
                  <a:pt x="1114340" y="887633"/>
                </a:lnTo>
                <a:lnTo>
                  <a:pt x="1105647" y="868964"/>
                </a:lnTo>
                <a:lnTo>
                  <a:pt x="1108156" y="853621"/>
                </a:lnTo>
                <a:lnTo>
                  <a:pt x="1097071" y="846970"/>
                </a:lnTo>
                <a:lnTo>
                  <a:pt x="1065626" y="846387"/>
                </a:lnTo>
                <a:lnTo>
                  <a:pt x="1059501" y="837227"/>
                </a:lnTo>
                <a:lnTo>
                  <a:pt x="1038615" y="827076"/>
                </a:lnTo>
                <a:lnTo>
                  <a:pt x="1024847" y="829119"/>
                </a:lnTo>
                <a:lnTo>
                  <a:pt x="1015396" y="834777"/>
                </a:lnTo>
                <a:lnTo>
                  <a:pt x="1008629" y="859630"/>
                </a:lnTo>
                <a:lnTo>
                  <a:pt x="996961" y="871881"/>
                </a:lnTo>
                <a:lnTo>
                  <a:pt x="998128" y="885007"/>
                </a:lnTo>
                <a:lnTo>
                  <a:pt x="994569" y="900467"/>
                </a:lnTo>
                <a:lnTo>
                  <a:pt x="979984" y="910502"/>
                </a:lnTo>
                <a:lnTo>
                  <a:pt x="980101" y="925670"/>
                </a:lnTo>
                <a:lnTo>
                  <a:pt x="986926" y="935763"/>
                </a:lnTo>
                <a:lnTo>
                  <a:pt x="1003086" y="938330"/>
                </a:lnTo>
                <a:lnTo>
                  <a:pt x="1031731" y="965166"/>
                </a:lnTo>
                <a:lnTo>
                  <a:pt x="1037332" y="976892"/>
                </a:lnTo>
                <a:lnTo>
                  <a:pt x="1034006" y="1003028"/>
                </a:lnTo>
                <a:lnTo>
                  <a:pt x="1039315" y="1012304"/>
                </a:lnTo>
                <a:lnTo>
                  <a:pt x="1032431" y="1026947"/>
                </a:lnTo>
                <a:lnTo>
                  <a:pt x="1014638" y="1031614"/>
                </a:lnTo>
                <a:lnTo>
                  <a:pt x="997719" y="1049408"/>
                </a:lnTo>
                <a:lnTo>
                  <a:pt x="995386" y="1096487"/>
                </a:lnTo>
                <a:lnTo>
                  <a:pt x="967675" y="1118832"/>
                </a:lnTo>
                <a:lnTo>
                  <a:pt x="963824" y="1140476"/>
                </a:lnTo>
                <a:lnTo>
                  <a:pt x="949181" y="1160486"/>
                </a:lnTo>
                <a:lnTo>
                  <a:pt x="919778" y="1162819"/>
                </a:lnTo>
                <a:lnTo>
                  <a:pt x="897551" y="1140476"/>
                </a:lnTo>
                <a:lnTo>
                  <a:pt x="896676" y="1125074"/>
                </a:lnTo>
                <a:lnTo>
                  <a:pt x="901576" y="1117140"/>
                </a:lnTo>
                <a:lnTo>
                  <a:pt x="913944" y="1110197"/>
                </a:lnTo>
                <a:lnTo>
                  <a:pt x="926020" y="1096487"/>
                </a:lnTo>
                <a:lnTo>
                  <a:pt x="928704" y="1077177"/>
                </a:lnTo>
                <a:lnTo>
                  <a:pt x="926020" y="1057167"/>
                </a:lnTo>
                <a:lnTo>
                  <a:pt x="931796" y="1053608"/>
                </a:lnTo>
                <a:lnTo>
                  <a:pt x="939905" y="1053200"/>
                </a:lnTo>
                <a:lnTo>
                  <a:pt x="950756" y="1040190"/>
                </a:lnTo>
                <a:lnTo>
                  <a:pt x="951514" y="1021580"/>
                </a:lnTo>
                <a:lnTo>
                  <a:pt x="939905" y="1004720"/>
                </a:lnTo>
                <a:lnTo>
                  <a:pt x="931329" y="968375"/>
                </a:lnTo>
                <a:lnTo>
                  <a:pt x="920536" y="954431"/>
                </a:lnTo>
                <a:lnTo>
                  <a:pt x="915986" y="923570"/>
                </a:lnTo>
                <a:lnTo>
                  <a:pt x="906651" y="891133"/>
                </a:lnTo>
                <a:lnTo>
                  <a:pt x="892008" y="881916"/>
                </a:lnTo>
                <a:lnTo>
                  <a:pt x="880457" y="888916"/>
                </a:lnTo>
                <a:lnTo>
                  <a:pt x="854146" y="882674"/>
                </a:lnTo>
                <a:lnTo>
                  <a:pt x="845804" y="865755"/>
                </a:lnTo>
                <a:lnTo>
                  <a:pt x="824801" y="864180"/>
                </a:lnTo>
                <a:lnTo>
                  <a:pt x="814942" y="854088"/>
                </a:lnTo>
                <a:lnTo>
                  <a:pt x="819551" y="845628"/>
                </a:lnTo>
                <a:lnTo>
                  <a:pt x="821768" y="825676"/>
                </a:lnTo>
                <a:lnTo>
                  <a:pt x="808700" y="808583"/>
                </a:lnTo>
                <a:lnTo>
                  <a:pt x="790090" y="807125"/>
                </a:lnTo>
                <a:lnTo>
                  <a:pt x="772471" y="807825"/>
                </a:lnTo>
                <a:lnTo>
                  <a:pt x="773930" y="793940"/>
                </a:lnTo>
                <a:lnTo>
                  <a:pt x="756895" y="787697"/>
                </a:lnTo>
                <a:lnTo>
                  <a:pt x="745343" y="792481"/>
                </a:lnTo>
                <a:lnTo>
                  <a:pt x="732217" y="783964"/>
                </a:lnTo>
                <a:lnTo>
                  <a:pt x="710690" y="743885"/>
                </a:lnTo>
                <a:lnTo>
                  <a:pt x="690621" y="742251"/>
                </a:lnTo>
                <a:lnTo>
                  <a:pt x="669794" y="733850"/>
                </a:lnTo>
                <a:lnTo>
                  <a:pt x="656726" y="746101"/>
                </a:lnTo>
                <a:lnTo>
                  <a:pt x="638057" y="746101"/>
                </a:lnTo>
                <a:lnTo>
                  <a:pt x="634382" y="729125"/>
                </a:lnTo>
                <a:lnTo>
                  <a:pt x="617347" y="717399"/>
                </a:lnTo>
                <a:lnTo>
                  <a:pt x="598036" y="714482"/>
                </a:lnTo>
                <a:lnTo>
                  <a:pt x="557899" y="684495"/>
                </a:lnTo>
                <a:lnTo>
                  <a:pt x="516186" y="631173"/>
                </a:lnTo>
                <a:lnTo>
                  <a:pt x="503060" y="626623"/>
                </a:lnTo>
                <a:lnTo>
                  <a:pt x="499385" y="610288"/>
                </a:lnTo>
                <a:lnTo>
                  <a:pt x="480716" y="585668"/>
                </a:lnTo>
                <a:lnTo>
                  <a:pt x="451372" y="584910"/>
                </a:lnTo>
                <a:lnTo>
                  <a:pt x="448396" y="566358"/>
                </a:lnTo>
                <a:lnTo>
                  <a:pt x="420627" y="540105"/>
                </a:lnTo>
                <a:lnTo>
                  <a:pt x="405050" y="520795"/>
                </a:lnTo>
                <a:lnTo>
                  <a:pt x="381131" y="509302"/>
                </a:lnTo>
                <a:lnTo>
                  <a:pt x="381948" y="480657"/>
                </a:lnTo>
                <a:lnTo>
                  <a:pt x="365788" y="470682"/>
                </a:lnTo>
                <a:lnTo>
                  <a:pt x="365029" y="452888"/>
                </a:lnTo>
                <a:lnTo>
                  <a:pt x="346594" y="422902"/>
                </a:lnTo>
                <a:lnTo>
                  <a:pt x="338310" y="407092"/>
                </a:lnTo>
                <a:lnTo>
                  <a:pt x="332534" y="396182"/>
                </a:lnTo>
                <a:lnTo>
                  <a:pt x="323958" y="379906"/>
                </a:lnTo>
                <a:lnTo>
                  <a:pt x="294030" y="371038"/>
                </a:lnTo>
                <a:lnTo>
                  <a:pt x="274078" y="358086"/>
                </a:lnTo>
                <a:lnTo>
                  <a:pt x="206171" y="340235"/>
                </a:lnTo>
                <a:lnTo>
                  <a:pt x="153724" y="369580"/>
                </a:lnTo>
                <a:lnTo>
                  <a:pt x="152966" y="386556"/>
                </a:lnTo>
                <a:lnTo>
                  <a:pt x="135172" y="408959"/>
                </a:lnTo>
                <a:lnTo>
                  <a:pt x="86284" y="417651"/>
                </a:lnTo>
                <a:close/>
                <a:moveTo>
                  <a:pt x="161075" y="761912"/>
                </a:moveTo>
                <a:lnTo>
                  <a:pt x="167726" y="761095"/>
                </a:lnTo>
                <a:lnTo>
                  <a:pt x="169417" y="751761"/>
                </a:lnTo>
                <a:lnTo>
                  <a:pt x="177877" y="742368"/>
                </a:lnTo>
                <a:lnTo>
                  <a:pt x="169767" y="735250"/>
                </a:lnTo>
                <a:lnTo>
                  <a:pt x="166617" y="745227"/>
                </a:lnTo>
                <a:lnTo>
                  <a:pt x="160258" y="748668"/>
                </a:lnTo>
                <a:lnTo>
                  <a:pt x="161075" y="761970"/>
                </a:lnTo>
                <a:close/>
                <a:moveTo>
                  <a:pt x="420860" y="595761"/>
                </a:moveTo>
                <a:lnTo>
                  <a:pt x="432586" y="601303"/>
                </a:lnTo>
                <a:lnTo>
                  <a:pt x="428561" y="592027"/>
                </a:lnTo>
                <a:lnTo>
                  <a:pt x="420918" y="595703"/>
                </a:lnTo>
                <a:close/>
                <a:moveTo>
                  <a:pt x="339768" y="537480"/>
                </a:moveTo>
                <a:lnTo>
                  <a:pt x="331017" y="546756"/>
                </a:lnTo>
                <a:lnTo>
                  <a:pt x="342043" y="551190"/>
                </a:lnTo>
                <a:lnTo>
                  <a:pt x="363046" y="543722"/>
                </a:lnTo>
                <a:lnTo>
                  <a:pt x="379206" y="544481"/>
                </a:lnTo>
                <a:lnTo>
                  <a:pt x="376814" y="533513"/>
                </a:lnTo>
                <a:lnTo>
                  <a:pt x="367188" y="521962"/>
                </a:lnTo>
                <a:lnTo>
                  <a:pt x="362346" y="528613"/>
                </a:lnTo>
                <a:lnTo>
                  <a:pt x="339885" y="537480"/>
                </a:lnTo>
                <a:close/>
                <a:moveTo>
                  <a:pt x="213930" y="1036515"/>
                </a:moveTo>
                <a:lnTo>
                  <a:pt x="221689" y="1031848"/>
                </a:lnTo>
                <a:lnTo>
                  <a:pt x="231666" y="1036515"/>
                </a:lnTo>
                <a:lnTo>
                  <a:pt x="246367" y="1030447"/>
                </a:lnTo>
                <a:lnTo>
                  <a:pt x="247826" y="1007287"/>
                </a:lnTo>
                <a:lnTo>
                  <a:pt x="254009" y="993344"/>
                </a:lnTo>
                <a:lnTo>
                  <a:pt x="273378" y="994860"/>
                </a:lnTo>
                <a:lnTo>
                  <a:pt x="285688" y="1007287"/>
                </a:lnTo>
                <a:lnTo>
                  <a:pt x="297181" y="1007287"/>
                </a:lnTo>
                <a:lnTo>
                  <a:pt x="304881" y="992644"/>
                </a:lnTo>
                <a:lnTo>
                  <a:pt x="304881" y="954781"/>
                </a:lnTo>
                <a:lnTo>
                  <a:pt x="308848" y="943930"/>
                </a:lnTo>
                <a:lnTo>
                  <a:pt x="304065" y="903093"/>
                </a:lnTo>
                <a:lnTo>
                  <a:pt x="311882" y="866047"/>
                </a:lnTo>
                <a:lnTo>
                  <a:pt x="285688" y="842828"/>
                </a:lnTo>
                <a:lnTo>
                  <a:pt x="308032" y="828127"/>
                </a:lnTo>
                <a:lnTo>
                  <a:pt x="311182" y="812783"/>
                </a:lnTo>
                <a:lnTo>
                  <a:pt x="305756" y="788864"/>
                </a:lnTo>
                <a:lnTo>
                  <a:pt x="292455" y="774279"/>
                </a:lnTo>
                <a:lnTo>
                  <a:pt x="277870" y="747210"/>
                </a:lnTo>
                <a:lnTo>
                  <a:pt x="270169" y="754911"/>
                </a:lnTo>
                <a:lnTo>
                  <a:pt x="252434" y="740851"/>
                </a:lnTo>
                <a:lnTo>
                  <a:pt x="237033" y="742484"/>
                </a:lnTo>
                <a:lnTo>
                  <a:pt x="199987" y="786356"/>
                </a:lnTo>
                <a:lnTo>
                  <a:pt x="183827" y="787114"/>
                </a:lnTo>
                <a:lnTo>
                  <a:pt x="160667" y="773229"/>
                </a:lnTo>
                <a:lnTo>
                  <a:pt x="160667" y="795748"/>
                </a:lnTo>
                <a:lnTo>
                  <a:pt x="156758" y="810392"/>
                </a:lnTo>
                <a:lnTo>
                  <a:pt x="172918" y="826435"/>
                </a:lnTo>
                <a:lnTo>
                  <a:pt x="176826" y="842011"/>
                </a:lnTo>
                <a:lnTo>
                  <a:pt x="189953" y="853504"/>
                </a:lnTo>
                <a:lnTo>
                  <a:pt x="189953" y="877540"/>
                </a:lnTo>
                <a:lnTo>
                  <a:pt x="175368" y="892942"/>
                </a:lnTo>
                <a:lnTo>
                  <a:pt x="181552" y="905310"/>
                </a:lnTo>
                <a:lnTo>
                  <a:pt x="201562" y="906943"/>
                </a:lnTo>
                <a:lnTo>
                  <a:pt x="201562" y="915286"/>
                </a:lnTo>
                <a:lnTo>
                  <a:pt x="189253" y="929987"/>
                </a:lnTo>
                <a:lnTo>
                  <a:pt x="179977" y="965341"/>
                </a:lnTo>
                <a:lnTo>
                  <a:pt x="188494" y="978584"/>
                </a:lnTo>
                <a:lnTo>
                  <a:pt x="198470" y="1020180"/>
                </a:lnTo>
                <a:lnTo>
                  <a:pt x="213930" y="1036340"/>
                </a:lnTo>
                <a:close/>
                <a:moveTo>
                  <a:pt x="859747" y="1305109"/>
                </a:moveTo>
                <a:lnTo>
                  <a:pt x="858113" y="1279615"/>
                </a:lnTo>
                <a:lnTo>
                  <a:pt x="868089" y="1267247"/>
                </a:lnTo>
                <a:lnTo>
                  <a:pt x="865931" y="1244844"/>
                </a:lnTo>
                <a:lnTo>
                  <a:pt x="847379" y="1219408"/>
                </a:lnTo>
                <a:lnTo>
                  <a:pt x="865931" y="1169937"/>
                </a:lnTo>
                <a:lnTo>
                  <a:pt x="884424" y="1153018"/>
                </a:lnTo>
                <a:lnTo>
                  <a:pt x="888275" y="1126007"/>
                </a:lnTo>
                <a:lnTo>
                  <a:pt x="872873" y="1107514"/>
                </a:lnTo>
                <a:lnTo>
                  <a:pt x="847379" y="1132191"/>
                </a:lnTo>
                <a:lnTo>
                  <a:pt x="836586" y="1130675"/>
                </a:lnTo>
                <a:lnTo>
                  <a:pt x="814184" y="1118365"/>
                </a:lnTo>
                <a:lnTo>
                  <a:pt x="792540" y="1141350"/>
                </a:lnTo>
                <a:lnTo>
                  <a:pt x="746277" y="1138317"/>
                </a:lnTo>
                <a:lnTo>
                  <a:pt x="708473" y="1149810"/>
                </a:lnTo>
                <a:lnTo>
                  <a:pt x="681403" y="1144559"/>
                </a:lnTo>
                <a:lnTo>
                  <a:pt x="662151" y="1131316"/>
                </a:lnTo>
                <a:lnTo>
                  <a:pt x="639866" y="1133650"/>
                </a:lnTo>
                <a:lnTo>
                  <a:pt x="627381" y="1143743"/>
                </a:lnTo>
                <a:lnTo>
                  <a:pt x="620497" y="1134350"/>
                </a:lnTo>
                <a:lnTo>
                  <a:pt x="595878" y="1146134"/>
                </a:lnTo>
                <a:lnTo>
                  <a:pt x="592786" y="1179096"/>
                </a:lnTo>
                <a:lnTo>
                  <a:pt x="614313" y="1199281"/>
                </a:lnTo>
                <a:lnTo>
                  <a:pt x="635899" y="1195373"/>
                </a:lnTo>
                <a:lnTo>
                  <a:pt x="674519" y="1221567"/>
                </a:lnTo>
                <a:lnTo>
                  <a:pt x="695346" y="1226993"/>
                </a:lnTo>
                <a:lnTo>
                  <a:pt x="714715" y="1247878"/>
                </a:lnTo>
                <a:lnTo>
                  <a:pt x="760162" y="1264913"/>
                </a:lnTo>
                <a:lnTo>
                  <a:pt x="769379" y="1258729"/>
                </a:lnTo>
                <a:lnTo>
                  <a:pt x="789448" y="1273489"/>
                </a:lnTo>
                <a:lnTo>
                  <a:pt x="793357" y="1289591"/>
                </a:lnTo>
                <a:lnTo>
                  <a:pt x="840320" y="1308143"/>
                </a:lnTo>
                <a:lnTo>
                  <a:pt x="859747" y="1305109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7" name="Freeform: Shape 2695">
            <a:extLst>
              <a:ext uri="{FF2B5EF4-FFF2-40B4-BE49-F238E27FC236}">
                <a16:creationId xmlns:a16="http://schemas.microsoft.com/office/drawing/2014/main" id="{BD3A3983-9673-B390-FD16-A255E25D6A65}"/>
              </a:ext>
            </a:extLst>
          </p:cNvPr>
          <p:cNvSpPr/>
          <p:nvPr/>
        </p:nvSpPr>
        <p:spPr>
          <a:xfrm>
            <a:off x="8182838" y="4759080"/>
            <a:ext cx="298755" cy="189077"/>
          </a:xfrm>
          <a:custGeom>
            <a:avLst/>
            <a:gdLst>
              <a:gd name="connsiteX0" fmla="*/ 8401 w 298755"/>
              <a:gd name="connsiteY0" fmla="*/ 189078 h 189077"/>
              <a:gd name="connsiteX1" fmla="*/ 44046 w 298755"/>
              <a:gd name="connsiteY1" fmla="*/ 187036 h 189077"/>
              <a:gd name="connsiteX2" fmla="*/ 70649 w 298755"/>
              <a:gd name="connsiteY2" fmla="*/ 167900 h 189077"/>
              <a:gd name="connsiteX3" fmla="*/ 91243 w 298755"/>
              <a:gd name="connsiteY3" fmla="*/ 161892 h 189077"/>
              <a:gd name="connsiteX4" fmla="*/ 129630 w 298755"/>
              <a:gd name="connsiteY4" fmla="*/ 179627 h 189077"/>
              <a:gd name="connsiteX5" fmla="*/ 150165 w 298755"/>
              <a:gd name="connsiteY5" fmla="*/ 178051 h 189077"/>
              <a:gd name="connsiteX6" fmla="*/ 155883 w 298755"/>
              <a:gd name="connsiteY6" fmla="*/ 142873 h 189077"/>
              <a:gd name="connsiteX7" fmla="*/ 188261 w 298755"/>
              <a:gd name="connsiteY7" fmla="*/ 126654 h 189077"/>
              <a:gd name="connsiteX8" fmla="*/ 192811 w 298755"/>
              <a:gd name="connsiteY8" fmla="*/ 100052 h 189077"/>
              <a:gd name="connsiteX9" fmla="*/ 254651 w 298755"/>
              <a:gd name="connsiteY9" fmla="*/ 67732 h 189077"/>
              <a:gd name="connsiteX10" fmla="*/ 298756 w 298755"/>
              <a:gd name="connsiteY10" fmla="*/ 67732 h 189077"/>
              <a:gd name="connsiteX11" fmla="*/ 294439 w 298755"/>
              <a:gd name="connsiteY11" fmla="*/ 29461 h 189077"/>
              <a:gd name="connsiteX12" fmla="*/ 268769 w 298755"/>
              <a:gd name="connsiteY12" fmla="*/ 0 h 189077"/>
              <a:gd name="connsiteX13" fmla="*/ 243975 w 298755"/>
              <a:gd name="connsiteY13" fmla="*/ 8167 h 189077"/>
              <a:gd name="connsiteX14" fmla="*/ 199404 w 298755"/>
              <a:gd name="connsiteY14" fmla="*/ 33195 h 189077"/>
              <a:gd name="connsiteX15" fmla="*/ 188553 w 298755"/>
              <a:gd name="connsiteY15" fmla="*/ 32028 h 189077"/>
              <a:gd name="connsiteX16" fmla="*/ 173968 w 298755"/>
              <a:gd name="connsiteY16" fmla="*/ 33954 h 189077"/>
              <a:gd name="connsiteX17" fmla="*/ 150690 w 298755"/>
              <a:gd name="connsiteY17" fmla="*/ 44629 h 189077"/>
              <a:gd name="connsiteX18" fmla="*/ 128522 w 298755"/>
              <a:gd name="connsiteY18" fmla="*/ 44629 h 189077"/>
              <a:gd name="connsiteX19" fmla="*/ 104311 w 298755"/>
              <a:gd name="connsiteY19" fmla="*/ 54314 h 189077"/>
              <a:gd name="connsiteX20" fmla="*/ 91126 w 298755"/>
              <a:gd name="connsiteY20" fmla="*/ 38387 h 189077"/>
              <a:gd name="connsiteX21" fmla="*/ 45388 w 298755"/>
              <a:gd name="connsiteY21" fmla="*/ 38621 h 189077"/>
              <a:gd name="connsiteX22" fmla="*/ 29286 w 298755"/>
              <a:gd name="connsiteY22" fmla="*/ 36871 h 189077"/>
              <a:gd name="connsiteX23" fmla="*/ 5834 w 298755"/>
              <a:gd name="connsiteY23" fmla="*/ 70707 h 189077"/>
              <a:gd name="connsiteX24" fmla="*/ 13185 w 298755"/>
              <a:gd name="connsiteY24" fmla="*/ 86984 h 189077"/>
              <a:gd name="connsiteX25" fmla="*/ 0 w 298755"/>
              <a:gd name="connsiteY25" fmla="*/ 107344 h 189077"/>
              <a:gd name="connsiteX26" fmla="*/ 4842 w 298755"/>
              <a:gd name="connsiteY26" fmla="*/ 142231 h 189077"/>
              <a:gd name="connsiteX27" fmla="*/ 6709 w 298755"/>
              <a:gd name="connsiteY27" fmla="*/ 142756 h 189077"/>
              <a:gd name="connsiteX28" fmla="*/ 26719 w 298755"/>
              <a:gd name="connsiteY28" fmla="*/ 151974 h 189077"/>
              <a:gd name="connsiteX29" fmla="*/ 25903 w 298755"/>
              <a:gd name="connsiteY29" fmla="*/ 165800 h 189077"/>
              <a:gd name="connsiteX30" fmla="*/ 8984 w 298755"/>
              <a:gd name="connsiteY30" fmla="*/ 170526 h 189077"/>
              <a:gd name="connsiteX31" fmla="*/ 8401 w 298755"/>
              <a:gd name="connsiteY31" fmla="*/ 189078 h 1890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</a:cxnLst>
            <a:rect l="l" t="t" r="r" b="b"/>
            <a:pathLst>
              <a:path w="298755" h="189077">
                <a:moveTo>
                  <a:pt x="8401" y="189078"/>
                </a:moveTo>
                <a:lnTo>
                  <a:pt x="44046" y="187036"/>
                </a:lnTo>
                <a:lnTo>
                  <a:pt x="70649" y="167900"/>
                </a:lnTo>
                <a:lnTo>
                  <a:pt x="91243" y="161892"/>
                </a:lnTo>
                <a:lnTo>
                  <a:pt x="129630" y="179627"/>
                </a:lnTo>
                <a:lnTo>
                  <a:pt x="150165" y="178051"/>
                </a:lnTo>
                <a:lnTo>
                  <a:pt x="155883" y="142873"/>
                </a:lnTo>
                <a:lnTo>
                  <a:pt x="188261" y="126654"/>
                </a:lnTo>
                <a:lnTo>
                  <a:pt x="192811" y="100052"/>
                </a:lnTo>
                <a:lnTo>
                  <a:pt x="254651" y="67732"/>
                </a:lnTo>
                <a:lnTo>
                  <a:pt x="298756" y="67732"/>
                </a:lnTo>
                <a:lnTo>
                  <a:pt x="294439" y="29461"/>
                </a:lnTo>
                <a:lnTo>
                  <a:pt x="268769" y="0"/>
                </a:lnTo>
                <a:lnTo>
                  <a:pt x="243975" y="8167"/>
                </a:lnTo>
                <a:lnTo>
                  <a:pt x="199404" y="33195"/>
                </a:lnTo>
                <a:lnTo>
                  <a:pt x="188553" y="32028"/>
                </a:lnTo>
                <a:lnTo>
                  <a:pt x="173968" y="33954"/>
                </a:lnTo>
                <a:lnTo>
                  <a:pt x="150690" y="44629"/>
                </a:lnTo>
                <a:lnTo>
                  <a:pt x="128522" y="44629"/>
                </a:lnTo>
                <a:lnTo>
                  <a:pt x="104311" y="54314"/>
                </a:lnTo>
                <a:lnTo>
                  <a:pt x="91126" y="38387"/>
                </a:lnTo>
                <a:lnTo>
                  <a:pt x="45388" y="38621"/>
                </a:lnTo>
                <a:lnTo>
                  <a:pt x="29286" y="36871"/>
                </a:lnTo>
                <a:lnTo>
                  <a:pt x="5834" y="70707"/>
                </a:lnTo>
                <a:lnTo>
                  <a:pt x="13185" y="86984"/>
                </a:lnTo>
                <a:lnTo>
                  <a:pt x="0" y="107344"/>
                </a:lnTo>
                <a:lnTo>
                  <a:pt x="4842" y="142231"/>
                </a:lnTo>
                <a:lnTo>
                  <a:pt x="6709" y="142756"/>
                </a:lnTo>
                <a:lnTo>
                  <a:pt x="26719" y="151974"/>
                </a:lnTo>
                <a:lnTo>
                  <a:pt x="25903" y="165800"/>
                </a:lnTo>
                <a:lnTo>
                  <a:pt x="8984" y="170526"/>
                </a:lnTo>
                <a:lnTo>
                  <a:pt x="8401" y="189078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8" name="Freeform: Shape 2696">
            <a:extLst>
              <a:ext uri="{FF2B5EF4-FFF2-40B4-BE49-F238E27FC236}">
                <a16:creationId xmlns:a16="http://schemas.microsoft.com/office/drawing/2014/main" id="{39CFD737-C4F9-F67D-A296-85C367D90842}"/>
              </a:ext>
            </a:extLst>
          </p:cNvPr>
          <p:cNvSpPr/>
          <p:nvPr/>
        </p:nvSpPr>
        <p:spPr>
          <a:xfrm>
            <a:off x="8191005" y="4822145"/>
            <a:ext cx="555273" cy="432644"/>
          </a:xfrm>
          <a:custGeom>
            <a:avLst/>
            <a:gdLst>
              <a:gd name="connsiteX0" fmla="*/ 528379 w 555273"/>
              <a:gd name="connsiteY0" fmla="*/ 174551 h 432644"/>
              <a:gd name="connsiteX1" fmla="*/ 525754 w 555273"/>
              <a:gd name="connsiteY1" fmla="*/ 158041 h 432644"/>
              <a:gd name="connsiteX2" fmla="*/ 545648 w 555273"/>
              <a:gd name="connsiteY2" fmla="*/ 150749 h 432644"/>
              <a:gd name="connsiteX3" fmla="*/ 555274 w 555273"/>
              <a:gd name="connsiteY3" fmla="*/ 150749 h 432644"/>
              <a:gd name="connsiteX4" fmla="*/ 555274 w 555273"/>
              <a:gd name="connsiteY4" fmla="*/ 142640 h 432644"/>
              <a:gd name="connsiteX5" fmla="*/ 536138 w 555273"/>
              <a:gd name="connsiteY5" fmla="*/ 138206 h 432644"/>
              <a:gd name="connsiteX6" fmla="*/ 525754 w 555273"/>
              <a:gd name="connsiteY6" fmla="*/ 129455 h 432644"/>
              <a:gd name="connsiteX7" fmla="*/ 520037 w 555273"/>
              <a:gd name="connsiteY7" fmla="*/ 102969 h 432644"/>
              <a:gd name="connsiteX8" fmla="*/ 507494 w 555273"/>
              <a:gd name="connsiteY8" fmla="*/ 72924 h 432644"/>
              <a:gd name="connsiteX9" fmla="*/ 494251 w 555273"/>
              <a:gd name="connsiteY9" fmla="*/ 65457 h 432644"/>
              <a:gd name="connsiteX10" fmla="*/ 478032 w 555273"/>
              <a:gd name="connsiteY10" fmla="*/ 85992 h 432644"/>
              <a:gd name="connsiteX11" fmla="*/ 440637 w 555273"/>
              <a:gd name="connsiteY11" fmla="*/ 72924 h 432644"/>
              <a:gd name="connsiteX12" fmla="*/ 387782 w 555273"/>
              <a:gd name="connsiteY12" fmla="*/ 63998 h 432644"/>
              <a:gd name="connsiteX13" fmla="*/ 371563 w 555273"/>
              <a:gd name="connsiteY13" fmla="*/ 51572 h 432644"/>
              <a:gd name="connsiteX14" fmla="*/ 350211 w 555273"/>
              <a:gd name="connsiteY14" fmla="*/ 43463 h 432644"/>
              <a:gd name="connsiteX15" fmla="*/ 308265 w 555273"/>
              <a:gd name="connsiteY15" fmla="*/ 3675 h 432644"/>
              <a:gd name="connsiteX16" fmla="*/ 290005 w 555273"/>
              <a:gd name="connsiteY16" fmla="*/ 0 h 432644"/>
              <a:gd name="connsiteX17" fmla="*/ 290588 w 555273"/>
              <a:gd name="connsiteY17" fmla="*/ 4725 h 432644"/>
              <a:gd name="connsiteX18" fmla="*/ 246542 w 555273"/>
              <a:gd name="connsiteY18" fmla="*/ 4725 h 432644"/>
              <a:gd name="connsiteX19" fmla="*/ 184644 w 555273"/>
              <a:gd name="connsiteY19" fmla="*/ 37045 h 432644"/>
              <a:gd name="connsiteX20" fmla="*/ 180093 w 555273"/>
              <a:gd name="connsiteY20" fmla="*/ 63648 h 432644"/>
              <a:gd name="connsiteX21" fmla="*/ 147715 w 555273"/>
              <a:gd name="connsiteY21" fmla="*/ 79867 h 432644"/>
              <a:gd name="connsiteX22" fmla="*/ 141998 w 555273"/>
              <a:gd name="connsiteY22" fmla="*/ 115103 h 432644"/>
              <a:gd name="connsiteX23" fmla="*/ 121463 w 555273"/>
              <a:gd name="connsiteY23" fmla="*/ 116679 h 432644"/>
              <a:gd name="connsiteX24" fmla="*/ 83075 w 555273"/>
              <a:gd name="connsiteY24" fmla="*/ 98943 h 432644"/>
              <a:gd name="connsiteX25" fmla="*/ 62481 w 555273"/>
              <a:gd name="connsiteY25" fmla="*/ 104952 h 432644"/>
              <a:gd name="connsiteX26" fmla="*/ 35879 w 555273"/>
              <a:gd name="connsiteY26" fmla="*/ 124088 h 432644"/>
              <a:gd name="connsiteX27" fmla="*/ 233 w 555273"/>
              <a:gd name="connsiteY27" fmla="*/ 126188 h 432644"/>
              <a:gd name="connsiteX28" fmla="*/ 0 w 555273"/>
              <a:gd name="connsiteY28" fmla="*/ 128405 h 432644"/>
              <a:gd name="connsiteX29" fmla="*/ 6184 w 555273"/>
              <a:gd name="connsiteY29" fmla="*/ 168426 h 432644"/>
              <a:gd name="connsiteX30" fmla="*/ 29286 w 555273"/>
              <a:gd name="connsiteY30" fmla="*/ 190128 h 432644"/>
              <a:gd name="connsiteX31" fmla="*/ 26953 w 555273"/>
              <a:gd name="connsiteY31" fmla="*/ 197829 h 432644"/>
              <a:gd name="connsiteX32" fmla="*/ 36170 w 555273"/>
              <a:gd name="connsiteY32" fmla="*/ 205646 h 432644"/>
              <a:gd name="connsiteX33" fmla="*/ 60965 w 555273"/>
              <a:gd name="connsiteY33" fmla="*/ 165333 h 432644"/>
              <a:gd name="connsiteX34" fmla="*/ 64932 w 555273"/>
              <a:gd name="connsiteY34" fmla="*/ 143865 h 432644"/>
              <a:gd name="connsiteX35" fmla="*/ 80333 w 555273"/>
              <a:gd name="connsiteY35" fmla="*/ 126071 h 432644"/>
              <a:gd name="connsiteX36" fmla="*/ 104952 w 555273"/>
              <a:gd name="connsiteY36" fmla="*/ 125313 h 432644"/>
              <a:gd name="connsiteX37" fmla="*/ 110378 w 555273"/>
              <a:gd name="connsiteY37" fmla="*/ 145440 h 432644"/>
              <a:gd name="connsiteX38" fmla="*/ 130330 w 555273"/>
              <a:gd name="connsiteY38" fmla="*/ 161600 h 432644"/>
              <a:gd name="connsiteX39" fmla="*/ 136572 w 555273"/>
              <a:gd name="connsiteY39" fmla="*/ 191645 h 432644"/>
              <a:gd name="connsiteX40" fmla="*/ 151157 w 555273"/>
              <a:gd name="connsiteY40" fmla="*/ 220173 h 432644"/>
              <a:gd name="connsiteX41" fmla="*/ 182077 w 555273"/>
              <a:gd name="connsiteY41" fmla="*/ 248875 h 432644"/>
              <a:gd name="connsiteX42" fmla="*/ 189953 w 555273"/>
              <a:gd name="connsiteY42" fmla="*/ 250334 h 432644"/>
              <a:gd name="connsiteX43" fmla="*/ 207630 w 555273"/>
              <a:gd name="connsiteY43" fmla="*/ 269586 h 432644"/>
              <a:gd name="connsiteX44" fmla="*/ 192228 w 555273"/>
              <a:gd name="connsiteY44" fmla="*/ 264277 h 432644"/>
              <a:gd name="connsiteX45" fmla="*/ 174551 w 555273"/>
              <a:gd name="connsiteY45" fmla="*/ 266494 h 432644"/>
              <a:gd name="connsiteX46" fmla="*/ 166675 w 555273"/>
              <a:gd name="connsiteY46" fmla="*/ 283354 h 432644"/>
              <a:gd name="connsiteX47" fmla="*/ 175893 w 555273"/>
              <a:gd name="connsiteY47" fmla="*/ 301089 h 432644"/>
              <a:gd name="connsiteX48" fmla="*/ 198295 w 555273"/>
              <a:gd name="connsiteY48" fmla="*/ 301089 h 432644"/>
              <a:gd name="connsiteX49" fmla="*/ 220698 w 555273"/>
              <a:gd name="connsiteY49" fmla="*/ 322908 h 432644"/>
              <a:gd name="connsiteX50" fmla="*/ 243217 w 555273"/>
              <a:gd name="connsiteY50" fmla="*/ 330609 h 432644"/>
              <a:gd name="connsiteX51" fmla="*/ 250742 w 555273"/>
              <a:gd name="connsiteY51" fmla="*/ 348286 h 432644"/>
              <a:gd name="connsiteX52" fmla="*/ 261652 w 555273"/>
              <a:gd name="connsiteY52" fmla="*/ 360654 h 432644"/>
              <a:gd name="connsiteX53" fmla="*/ 284754 w 555273"/>
              <a:gd name="connsiteY53" fmla="*/ 355986 h 432644"/>
              <a:gd name="connsiteX54" fmla="*/ 329559 w 555273"/>
              <a:gd name="connsiteY54" fmla="*/ 359720 h 432644"/>
              <a:gd name="connsiteX55" fmla="*/ 354236 w 555273"/>
              <a:gd name="connsiteY55" fmla="*/ 372088 h 432644"/>
              <a:gd name="connsiteX56" fmla="*/ 403708 w 555273"/>
              <a:gd name="connsiteY56" fmla="*/ 423193 h 432644"/>
              <a:gd name="connsiteX57" fmla="*/ 389765 w 555273"/>
              <a:gd name="connsiteY57" fmla="*/ 424652 h 432644"/>
              <a:gd name="connsiteX58" fmla="*/ 366663 w 555273"/>
              <a:gd name="connsiteY58" fmla="*/ 412401 h 432644"/>
              <a:gd name="connsiteX59" fmla="*/ 379147 w 555273"/>
              <a:gd name="connsiteY59" fmla="*/ 427744 h 432644"/>
              <a:gd name="connsiteX60" fmla="*/ 400208 w 555273"/>
              <a:gd name="connsiteY60" fmla="*/ 432644 h 432644"/>
              <a:gd name="connsiteX61" fmla="*/ 400208 w 555273"/>
              <a:gd name="connsiteY61" fmla="*/ 432469 h 432644"/>
              <a:gd name="connsiteX62" fmla="*/ 407558 w 555273"/>
              <a:gd name="connsiteY62" fmla="*/ 414793 h 432644"/>
              <a:gd name="connsiteX63" fmla="*/ 336268 w 555273"/>
              <a:gd name="connsiteY63" fmla="*/ 334810 h 432644"/>
              <a:gd name="connsiteX64" fmla="*/ 253834 w 555273"/>
              <a:gd name="connsiteY64" fmla="*/ 262760 h 432644"/>
              <a:gd name="connsiteX65" fmla="*/ 251034 w 555273"/>
              <a:gd name="connsiteY65" fmla="*/ 250976 h 432644"/>
              <a:gd name="connsiteX66" fmla="*/ 257568 w 555273"/>
              <a:gd name="connsiteY66" fmla="*/ 243508 h 432644"/>
              <a:gd name="connsiteX67" fmla="*/ 244442 w 555273"/>
              <a:gd name="connsiteY67" fmla="*/ 226648 h 432644"/>
              <a:gd name="connsiteX68" fmla="*/ 240825 w 555273"/>
              <a:gd name="connsiteY68" fmla="*/ 209730 h 432644"/>
              <a:gd name="connsiteX69" fmla="*/ 220114 w 555273"/>
              <a:gd name="connsiteY69" fmla="*/ 186219 h 432644"/>
              <a:gd name="connsiteX70" fmla="*/ 206871 w 555273"/>
              <a:gd name="connsiteY70" fmla="*/ 187036 h 432644"/>
              <a:gd name="connsiteX71" fmla="*/ 206288 w 555273"/>
              <a:gd name="connsiteY71" fmla="*/ 172509 h 432644"/>
              <a:gd name="connsiteX72" fmla="*/ 214222 w 555273"/>
              <a:gd name="connsiteY72" fmla="*/ 164459 h 432644"/>
              <a:gd name="connsiteX73" fmla="*/ 214222 w 555273"/>
              <a:gd name="connsiteY73" fmla="*/ 137797 h 432644"/>
              <a:gd name="connsiteX74" fmla="*/ 222448 w 555273"/>
              <a:gd name="connsiteY74" fmla="*/ 128171 h 432644"/>
              <a:gd name="connsiteX75" fmla="*/ 246659 w 555273"/>
              <a:gd name="connsiteY75" fmla="*/ 146607 h 432644"/>
              <a:gd name="connsiteX76" fmla="*/ 254768 w 555273"/>
              <a:gd name="connsiteY76" fmla="*/ 160550 h 432644"/>
              <a:gd name="connsiteX77" fmla="*/ 268011 w 555273"/>
              <a:gd name="connsiteY77" fmla="*/ 157691 h 432644"/>
              <a:gd name="connsiteX78" fmla="*/ 268711 w 555273"/>
              <a:gd name="connsiteY78" fmla="*/ 143631 h 432644"/>
              <a:gd name="connsiteX79" fmla="*/ 287088 w 555273"/>
              <a:gd name="connsiteY79" fmla="*/ 140656 h 432644"/>
              <a:gd name="connsiteX80" fmla="*/ 299572 w 555273"/>
              <a:gd name="connsiteY80" fmla="*/ 141414 h 432644"/>
              <a:gd name="connsiteX81" fmla="*/ 309957 w 555273"/>
              <a:gd name="connsiteY81" fmla="*/ 130388 h 432644"/>
              <a:gd name="connsiteX82" fmla="*/ 326117 w 555273"/>
              <a:gd name="connsiteY82" fmla="*/ 140014 h 432644"/>
              <a:gd name="connsiteX83" fmla="*/ 334926 w 555273"/>
              <a:gd name="connsiteY83" fmla="*/ 131847 h 432644"/>
              <a:gd name="connsiteX84" fmla="*/ 351086 w 555273"/>
              <a:gd name="connsiteY84" fmla="*/ 135464 h 432644"/>
              <a:gd name="connsiteX85" fmla="*/ 359895 w 555273"/>
              <a:gd name="connsiteY85" fmla="*/ 152616 h 432644"/>
              <a:gd name="connsiteX86" fmla="*/ 373080 w 555273"/>
              <a:gd name="connsiteY86" fmla="*/ 142931 h 432644"/>
              <a:gd name="connsiteX87" fmla="*/ 395891 w 555273"/>
              <a:gd name="connsiteY87" fmla="*/ 151041 h 432644"/>
              <a:gd name="connsiteX88" fmla="*/ 411992 w 555273"/>
              <a:gd name="connsiteY88" fmla="*/ 144506 h 432644"/>
              <a:gd name="connsiteX89" fmla="*/ 417243 w 555273"/>
              <a:gd name="connsiteY89" fmla="*/ 151041 h 432644"/>
              <a:gd name="connsiteX90" fmla="*/ 442270 w 555273"/>
              <a:gd name="connsiteY90" fmla="*/ 148007 h 432644"/>
              <a:gd name="connsiteX91" fmla="*/ 463506 w 555273"/>
              <a:gd name="connsiteY91" fmla="*/ 156174 h 432644"/>
              <a:gd name="connsiteX92" fmla="*/ 476807 w 555273"/>
              <a:gd name="connsiteY92" fmla="*/ 153958 h 432644"/>
              <a:gd name="connsiteX93" fmla="*/ 497343 w 555273"/>
              <a:gd name="connsiteY93" fmla="*/ 170934 h 432644"/>
              <a:gd name="connsiteX94" fmla="*/ 525987 w 555273"/>
              <a:gd name="connsiteY94" fmla="*/ 171576 h 432644"/>
              <a:gd name="connsiteX95" fmla="*/ 528613 w 555273"/>
              <a:gd name="connsiteY95" fmla="*/ 174901 h 432644"/>
              <a:gd name="connsiteX96" fmla="*/ 316141 w 555273"/>
              <a:gd name="connsiteY96" fmla="*/ 416485 h 432644"/>
              <a:gd name="connsiteX97" fmla="*/ 351378 w 555273"/>
              <a:gd name="connsiteY97" fmla="*/ 415668 h 432644"/>
              <a:gd name="connsiteX98" fmla="*/ 364737 w 555273"/>
              <a:gd name="connsiteY98" fmla="*/ 428269 h 432644"/>
              <a:gd name="connsiteX99" fmla="*/ 333701 w 555273"/>
              <a:gd name="connsiteY99" fmla="*/ 425936 h 432644"/>
              <a:gd name="connsiteX100" fmla="*/ 316082 w 555273"/>
              <a:gd name="connsiteY100" fmla="*/ 416485 h 432644"/>
              <a:gd name="connsiteX101" fmla="*/ 292572 w 555273"/>
              <a:gd name="connsiteY101" fmla="*/ 394315 h 432644"/>
              <a:gd name="connsiteX102" fmla="*/ 344844 w 555273"/>
              <a:gd name="connsiteY102" fmla="*/ 395132 h 432644"/>
              <a:gd name="connsiteX103" fmla="*/ 323492 w 555273"/>
              <a:gd name="connsiteY103" fmla="*/ 405342 h 432644"/>
              <a:gd name="connsiteX104" fmla="*/ 292513 w 555273"/>
              <a:gd name="connsiteY104" fmla="*/ 394315 h 432644"/>
              <a:gd name="connsiteX105" fmla="*/ 293272 w 555273"/>
              <a:gd name="connsiteY105" fmla="*/ 370805 h 432644"/>
              <a:gd name="connsiteX106" fmla="*/ 333701 w 555273"/>
              <a:gd name="connsiteY106" fmla="*/ 370805 h 432644"/>
              <a:gd name="connsiteX107" fmla="*/ 342510 w 555273"/>
              <a:gd name="connsiteY107" fmla="*/ 376639 h 432644"/>
              <a:gd name="connsiteX108" fmla="*/ 322733 w 555273"/>
              <a:gd name="connsiteY108" fmla="*/ 386148 h 432644"/>
              <a:gd name="connsiteX109" fmla="*/ 302898 w 555273"/>
              <a:gd name="connsiteY109" fmla="*/ 383231 h 432644"/>
              <a:gd name="connsiteX110" fmla="*/ 293272 w 555273"/>
              <a:gd name="connsiteY110" fmla="*/ 370746 h 432644"/>
              <a:gd name="connsiteX111" fmla="*/ 147715 w 555273"/>
              <a:gd name="connsiteY111" fmla="*/ 240766 h 432644"/>
              <a:gd name="connsiteX112" fmla="*/ 159616 w 555273"/>
              <a:gd name="connsiteY112" fmla="*/ 243625 h 432644"/>
              <a:gd name="connsiteX113" fmla="*/ 172859 w 555273"/>
              <a:gd name="connsiteY113" fmla="*/ 261360 h 432644"/>
              <a:gd name="connsiteX114" fmla="*/ 165509 w 555273"/>
              <a:gd name="connsiteY114" fmla="*/ 266319 h 432644"/>
              <a:gd name="connsiteX115" fmla="*/ 147715 w 555273"/>
              <a:gd name="connsiteY115" fmla="*/ 240766 h 432644"/>
              <a:gd name="connsiteX116" fmla="*/ 131672 w 555273"/>
              <a:gd name="connsiteY116" fmla="*/ 213580 h 432644"/>
              <a:gd name="connsiteX117" fmla="*/ 150107 w 555273"/>
              <a:gd name="connsiteY117" fmla="*/ 232716 h 432644"/>
              <a:gd name="connsiteX118" fmla="*/ 130913 w 555273"/>
              <a:gd name="connsiteY118" fmla="*/ 227407 h 432644"/>
              <a:gd name="connsiteX119" fmla="*/ 131730 w 555273"/>
              <a:gd name="connsiteY119" fmla="*/ 213580 h 432644"/>
              <a:gd name="connsiteX120" fmla="*/ 136106 w 555273"/>
              <a:gd name="connsiteY120" fmla="*/ 275245 h 432644"/>
              <a:gd name="connsiteX121" fmla="*/ 156641 w 555273"/>
              <a:gd name="connsiteY121" fmla="*/ 292163 h 432644"/>
              <a:gd name="connsiteX122" fmla="*/ 161775 w 555273"/>
              <a:gd name="connsiteY122" fmla="*/ 309782 h 432644"/>
              <a:gd name="connsiteX123" fmla="*/ 136047 w 555273"/>
              <a:gd name="connsiteY123" fmla="*/ 275245 h 432644"/>
              <a:gd name="connsiteX124" fmla="*/ 110378 w 555273"/>
              <a:gd name="connsiteY124" fmla="*/ 241408 h 432644"/>
              <a:gd name="connsiteX125" fmla="*/ 125780 w 555273"/>
              <a:gd name="connsiteY125" fmla="*/ 248117 h 432644"/>
              <a:gd name="connsiteX126" fmla="*/ 127938 w 555273"/>
              <a:gd name="connsiteY126" fmla="*/ 262760 h 432644"/>
              <a:gd name="connsiteX127" fmla="*/ 110320 w 555273"/>
              <a:gd name="connsiteY127" fmla="*/ 241408 h 432644"/>
              <a:gd name="connsiteX128" fmla="*/ 74324 w 555273"/>
              <a:gd name="connsiteY128" fmla="*/ 186219 h 432644"/>
              <a:gd name="connsiteX129" fmla="*/ 100052 w 555273"/>
              <a:gd name="connsiteY129" fmla="*/ 204596 h 432644"/>
              <a:gd name="connsiteX130" fmla="*/ 108803 w 555273"/>
              <a:gd name="connsiteY130" fmla="*/ 231199 h 432644"/>
              <a:gd name="connsiteX131" fmla="*/ 100577 w 555273"/>
              <a:gd name="connsiteY131" fmla="*/ 232716 h 432644"/>
              <a:gd name="connsiteX132" fmla="*/ 83075 w 555273"/>
              <a:gd name="connsiteY132" fmla="*/ 213580 h 432644"/>
              <a:gd name="connsiteX133" fmla="*/ 87451 w 555273"/>
              <a:gd name="connsiteY133" fmla="*/ 207629 h 432644"/>
              <a:gd name="connsiteX134" fmla="*/ 74266 w 555273"/>
              <a:gd name="connsiteY134" fmla="*/ 186219 h 432644"/>
              <a:gd name="connsiteX135" fmla="*/ 91184 w 555273"/>
              <a:gd name="connsiteY135" fmla="*/ 145265 h 432644"/>
              <a:gd name="connsiteX136" fmla="*/ 120646 w 555273"/>
              <a:gd name="connsiteY136" fmla="*/ 189369 h 432644"/>
              <a:gd name="connsiteX137" fmla="*/ 105944 w 555273"/>
              <a:gd name="connsiteY137" fmla="*/ 195145 h 432644"/>
              <a:gd name="connsiteX138" fmla="*/ 97777 w 555273"/>
              <a:gd name="connsiteY138" fmla="*/ 184994 h 432644"/>
              <a:gd name="connsiteX139" fmla="*/ 83134 w 555273"/>
              <a:gd name="connsiteY139" fmla="*/ 181319 h 432644"/>
              <a:gd name="connsiteX140" fmla="*/ 80800 w 555273"/>
              <a:gd name="connsiteY140" fmla="*/ 152616 h 432644"/>
              <a:gd name="connsiteX141" fmla="*/ 91184 w 555273"/>
              <a:gd name="connsiteY141" fmla="*/ 145323 h 432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</a:cxnLst>
            <a:rect l="l" t="t" r="r" b="b"/>
            <a:pathLst>
              <a:path w="555273" h="432644">
                <a:moveTo>
                  <a:pt x="528379" y="174551"/>
                </a:moveTo>
                <a:lnTo>
                  <a:pt x="525754" y="158041"/>
                </a:lnTo>
                <a:lnTo>
                  <a:pt x="545648" y="150749"/>
                </a:lnTo>
                <a:lnTo>
                  <a:pt x="555274" y="150749"/>
                </a:lnTo>
                <a:lnTo>
                  <a:pt x="555274" y="142640"/>
                </a:lnTo>
                <a:lnTo>
                  <a:pt x="536138" y="138206"/>
                </a:lnTo>
                <a:lnTo>
                  <a:pt x="525754" y="129455"/>
                </a:lnTo>
                <a:lnTo>
                  <a:pt x="520037" y="102969"/>
                </a:lnTo>
                <a:lnTo>
                  <a:pt x="507494" y="72924"/>
                </a:lnTo>
                <a:lnTo>
                  <a:pt x="494251" y="65457"/>
                </a:lnTo>
                <a:lnTo>
                  <a:pt x="478032" y="85992"/>
                </a:lnTo>
                <a:lnTo>
                  <a:pt x="440637" y="72924"/>
                </a:lnTo>
                <a:lnTo>
                  <a:pt x="387782" y="63998"/>
                </a:lnTo>
                <a:lnTo>
                  <a:pt x="371563" y="51572"/>
                </a:lnTo>
                <a:lnTo>
                  <a:pt x="350211" y="43463"/>
                </a:lnTo>
                <a:lnTo>
                  <a:pt x="308265" y="3675"/>
                </a:lnTo>
                <a:lnTo>
                  <a:pt x="290005" y="0"/>
                </a:lnTo>
                <a:lnTo>
                  <a:pt x="290588" y="4725"/>
                </a:lnTo>
                <a:lnTo>
                  <a:pt x="246542" y="4725"/>
                </a:lnTo>
                <a:lnTo>
                  <a:pt x="184644" y="37045"/>
                </a:lnTo>
                <a:lnTo>
                  <a:pt x="180093" y="63648"/>
                </a:lnTo>
                <a:lnTo>
                  <a:pt x="147715" y="79867"/>
                </a:lnTo>
                <a:lnTo>
                  <a:pt x="141998" y="115103"/>
                </a:lnTo>
                <a:lnTo>
                  <a:pt x="121463" y="116679"/>
                </a:lnTo>
                <a:lnTo>
                  <a:pt x="83075" y="98943"/>
                </a:lnTo>
                <a:lnTo>
                  <a:pt x="62481" y="104952"/>
                </a:lnTo>
                <a:lnTo>
                  <a:pt x="35879" y="124088"/>
                </a:lnTo>
                <a:lnTo>
                  <a:pt x="233" y="126188"/>
                </a:lnTo>
                <a:lnTo>
                  <a:pt x="0" y="128405"/>
                </a:lnTo>
                <a:lnTo>
                  <a:pt x="6184" y="168426"/>
                </a:lnTo>
                <a:lnTo>
                  <a:pt x="29286" y="190128"/>
                </a:lnTo>
                <a:lnTo>
                  <a:pt x="26953" y="197829"/>
                </a:lnTo>
                <a:lnTo>
                  <a:pt x="36170" y="205646"/>
                </a:lnTo>
                <a:lnTo>
                  <a:pt x="60965" y="165333"/>
                </a:lnTo>
                <a:lnTo>
                  <a:pt x="64932" y="143865"/>
                </a:lnTo>
                <a:lnTo>
                  <a:pt x="80333" y="126071"/>
                </a:lnTo>
                <a:lnTo>
                  <a:pt x="104952" y="125313"/>
                </a:lnTo>
                <a:lnTo>
                  <a:pt x="110378" y="145440"/>
                </a:lnTo>
                <a:lnTo>
                  <a:pt x="130330" y="161600"/>
                </a:lnTo>
                <a:lnTo>
                  <a:pt x="136572" y="191645"/>
                </a:lnTo>
                <a:lnTo>
                  <a:pt x="151157" y="220173"/>
                </a:lnTo>
                <a:lnTo>
                  <a:pt x="182077" y="248875"/>
                </a:lnTo>
                <a:lnTo>
                  <a:pt x="189953" y="250334"/>
                </a:lnTo>
                <a:lnTo>
                  <a:pt x="207630" y="269586"/>
                </a:lnTo>
                <a:lnTo>
                  <a:pt x="192228" y="264277"/>
                </a:lnTo>
                <a:lnTo>
                  <a:pt x="174551" y="266494"/>
                </a:lnTo>
                <a:lnTo>
                  <a:pt x="166675" y="283354"/>
                </a:lnTo>
                <a:lnTo>
                  <a:pt x="175893" y="301089"/>
                </a:lnTo>
                <a:lnTo>
                  <a:pt x="198295" y="301089"/>
                </a:lnTo>
                <a:lnTo>
                  <a:pt x="220698" y="322908"/>
                </a:lnTo>
                <a:lnTo>
                  <a:pt x="243217" y="330609"/>
                </a:lnTo>
                <a:lnTo>
                  <a:pt x="250742" y="348286"/>
                </a:lnTo>
                <a:lnTo>
                  <a:pt x="261652" y="360654"/>
                </a:lnTo>
                <a:lnTo>
                  <a:pt x="284754" y="355986"/>
                </a:lnTo>
                <a:lnTo>
                  <a:pt x="329559" y="359720"/>
                </a:lnTo>
                <a:lnTo>
                  <a:pt x="354236" y="372088"/>
                </a:lnTo>
                <a:lnTo>
                  <a:pt x="403708" y="423193"/>
                </a:lnTo>
                <a:lnTo>
                  <a:pt x="389765" y="424652"/>
                </a:lnTo>
                <a:lnTo>
                  <a:pt x="366663" y="412401"/>
                </a:lnTo>
                <a:lnTo>
                  <a:pt x="379147" y="427744"/>
                </a:lnTo>
                <a:lnTo>
                  <a:pt x="400208" y="432644"/>
                </a:lnTo>
                <a:lnTo>
                  <a:pt x="400208" y="432469"/>
                </a:lnTo>
                <a:lnTo>
                  <a:pt x="407558" y="414793"/>
                </a:lnTo>
                <a:lnTo>
                  <a:pt x="336268" y="334810"/>
                </a:lnTo>
                <a:lnTo>
                  <a:pt x="253834" y="262760"/>
                </a:lnTo>
                <a:lnTo>
                  <a:pt x="251034" y="250976"/>
                </a:lnTo>
                <a:lnTo>
                  <a:pt x="257568" y="243508"/>
                </a:lnTo>
                <a:lnTo>
                  <a:pt x="244442" y="226648"/>
                </a:lnTo>
                <a:lnTo>
                  <a:pt x="240825" y="209730"/>
                </a:lnTo>
                <a:lnTo>
                  <a:pt x="220114" y="186219"/>
                </a:lnTo>
                <a:lnTo>
                  <a:pt x="206871" y="187036"/>
                </a:lnTo>
                <a:lnTo>
                  <a:pt x="206288" y="172509"/>
                </a:lnTo>
                <a:lnTo>
                  <a:pt x="214222" y="164459"/>
                </a:lnTo>
                <a:lnTo>
                  <a:pt x="214222" y="137797"/>
                </a:lnTo>
                <a:lnTo>
                  <a:pt x="222448" y="128171"/>
                </a:lnTo>
                <a:lnTo>
                  <a:pt x="246659" y="146607"/>
                </a:lnTo>
                <a:lnTo>
                  <a:pt x="254768" y="160550"/>
                </a:lnTo>
                <a:lnTo>
                  <a:pt x="268011" y="157691"/>
                </a:lnTo>
                <a:lnTo>
                  <a:pt x="268711" y="143631"/>
                </a:lnTo>
                <a:lnTo>
                  <a:pt x="287088" y="140656"/>
                </a:lnTo>
                <a:lnTo>
                  <a:pt x="299572" y="141414"/>
                </a:lnTo>
                <a:lnTo>
                  <a:pt x="309957" y="130388"/>
                </a:lnTo>
                <a:lnTo>
                  <a:pt x="326117" y="140014"/>
                </a:lnTo>
                <a:lnTo>
                  <a:pt x="334926" y="131847"/>
                </a:lnTo>
                <a:lnTo>
                  <a:pt x="351086" y="135464"/>
                </a:lnTo>
                <a:lnTo>
                  <a:pt x="359895" y="152616"/>
                </a:lnTo>
                <a:lnTo>
                  <a:pt x="373080" y="142931"/>
                </a:lnTo>
                <a:lnTo>
                  <a:pt x="395891" y="151041"/>
                </a:lnTo>
                <a:lnTo>
                  <a:pt x="411992" y="144506"/>
                </a:lnTo>
                <a:lnTo>
                  <a:pt x="417243" y="151041"/>
                </a:lnTo>
                <a:lnTo>
                  <a:pt x="442270" y="148007"/>
                </a:lnTo>
                <a:lnTo>
                  <a:pt x="463506" y="156174"/>
                </a:lnTo>
                <a:lnTo>
                  <a:pt x="476807" y="153958"/>
                </a:lnTo>
                <a:lnTo>
                  <a:pt x="497343" y="170934"/>
                </a:lnTo>
                <a:lnTo>
                  <a:pt x="525987" y="171576"/>
                </a:lnTo>
                <a:lnTo>
                  <a:pt x="528613" y="174901"/>
                </a:lnTo>
                <a:close/>
                <a:moveTo>
                  <a:pt x="316141" y="416485"/>
                </a:moveTo>
                <a:lnTo>
                  <a:pt x="351378" y="415668"/>
                </a:lnTo>
                <a:lnTo>
                  <a:pt x="364737" y="428269"/>
                </a:lnTo>
                <a:lnTo>
                  <a:pt x="333701" y="425936"/>
                </a:lnTo>
                <a:lnTo>
                  <a:pt x="316082" y="416485"/>
                </a:lnTo>
                <a:close/>
                <a:moveTo>
                  <a:pt x="292572" y="394315"/>
                </a:moveTo>
                <a:lnTo>
                  <a:pt x="344844" y="395132"/>
                </a:lnTo>
                <a:lnTo>
                  <a:pt x="323492" y="405342"/>
                </a:lnTo>
                <a:lnTo>
                  <a:pt x="292513" y="394315"/>
                </a:lnTo>
                <a:close/>
                <a:moveTo>
                  <a:pt x="293272" y="370805"/>
                </a:moveTo>
                <a:lnTo>
                  <a:pt x="333701" y="370805"/>
                </a:lnTo>
                <a:lnTo>
                  <a:pt x="342510" y="376639"/>
                </a:lnTo>
                <a:lnTo>
                  <a:pt x="322733" y="386148"/>
                </a:lnTo>
                <a:lnTo>
                  <a:pt x="302898" y="383231"/>
                </a:lnTo>
                <a:lnTo>
                  <a:pt x="293272" y="370746"/>
                </a:lnTo>
                <a:close/>
                <a:moveTo>
                  <a:pt x="147715" y="240766"/>
                </a:moveTo>
                <a:lnTo>
                  <a:pt x="159616" y="243625"/>
                </a:lnTo>
                <a:lnTo>
                  <a:pt x="172859" y="261360"/>
                </a:lnTo>
                <a:lnTo>
                  <a:pt x="165509" y="266319"/>
                </a:lnTo>
                <a:lnTo>
                  <a:pt x="147715" y="240766"/>
                </a:lnTo>
                <a:close/>
                <a:moveTo>
                  <a:pt x="131672" y="213580"/>
                </a:moveTo>
                <a:lnTo>
                  <a:pt x="150107" y="232716"/>
                </a:lnTo>
                <a:lnTo>
                  <a:pt x="130913" y="227407"/>
                </a:lnTo>
                <a:lnTo>
                  <a:pt x="131730" y="213580"/>
                </a:lnTo>
                <a:close/>
                <a:moveTo>
                  <a:pt x="136106" y="275245"/>
                </a:moveTo>
                <a:lnTo>
                  <a:pt x="156641" y="292163"/>
                </a:lnTo>
                <a:lnTo>
                  <a:pt x="161775" y="309782"/>
                </a:lnTo>
                <a:lnTo>
                  <a:pt x="136047" y="275245"/>
                </a:lnTo>
                <a:close/>
                <a:moveTo>
                  <a:pt x="110378" y="241408"/>
                </a:moveTo>
                <a:lnTo>
                  <a:pt x="125780" y="248117"/>
                </a:lnTo>
                <a:lnTo>
                  <a:pt x="127938" y="262760"/>
                </a:lnTo>
                <a:lnTo>
                  <a:pt x="110320" y="241408"/>
                </a:lnTo>
                <a:close/>
                <a:moveTo>
                  <a:pt x="74324" y="186219"/>
                </a:moveTo>
                <a:lnTo>
                  <a:pt x="100052" y="204596"/>
                </a:lnTo>
                <a:lnTo>
                  <a:pt x="108803" y="231199"/>
                </a:lnTo>
                <a:lnTo>
                  <a:pt x="100577" y="232716"/>
                </a:lnTo>
                <a:lnTo>
                  <a:pt x="83075" y="213580"/>
                </a:lnTo>
                <a:lnTo>
                  <a:pt x="87451" y="207629"/>
                </a:lnTo>
                <a:lnTo>
                  <a:pt x="74266" y="186219"/>
                </a:lnTo>
                <a:close/>
                <a:moveTo>
                  <a:pt x="91184" y="145265"/>
                </a:moveTo>
                <a:lnTo>
                  <a:pt x="120646" y="189369"/>
                </a:lnTo>
                <a:lnTo>
                  <a:pt x="105944" y="195145"/>
                </a:lnTo>
                <a:lnTo>
                  <a:pt x="97777" y="184994"/>
                </a:lnTo>
                <a:lnTo>
                  <a:pt x="83134" y="181319"/>
                </a:lnTo>
                <a:lnTo>
                  <a:pt x="80800" y="152616"/>
                </a:lnTo>
                <a:lnTo>
                  <a:pt x="91184" y="145323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49" name="Freeform: Shape 2697">
            <a:extLst>
              <a:ext uri="{FF2B5EF4-FFF2-40B4-BE49-F238E27FC236}">
                <a16:creationId xmlns:a16="http://schemas.microsoft.com/office/drawing/2014/main" id="{01DD4E19-CA1A-8689-3B0B-0BB91D8CA3FB}"/>
              </a:ext>
            </a:extLst>
          </p:cNvPr>
          <p:cNvSpPr/>
          <p:nvPr/>
        </p:nvSpPr>
        <p:spPr>
          <a:xfrm>
            <a:off x="8397235" y="4949966"/>
            <a:ext cx="382939" cy="337609"/>
          </a:xfrm>
          <a:custGeom>
            <a:avLst/>
            <a:gdLst>
              <a:gd name="connsiteX0" fmla="*/ 193920 w 382939"/>
              <a:gd name="connsiteY0" fmla="*/ 304415 h 337609"/>
              <a:gd name="connsiteX1" fmla="*/ 201271 w 382939"/>
              <a:gd name="connsiteY1" fmla="*/ 286738 h 337609"/>
              <a:gd name="connsiteX2" fmla="*/ 129980 w 382939"/>
              <a:gd name="connsiteY2" fmla="*/ 206755 h 337609"/>
              <a:gd name="connsiteX3" fmla="*/ 47547 w 382939"/>
              <a:gd name="connsiteY3" fmla="*/ 134647 h 337609"/>
              <a:gd name="connsiteX4" fmla="*/ 44746 w 382939"/>
              <a:gd name="connsiteY4" fmla="*/ 122863 h 337609"/>
              <a:gd name="connsiteX5" fmla="*/ 51280 w 382939"/>
              <a:gd name="connsiteY5" fmla="*/ 115454 h 337609"/>
              <a:gd name="connsiteX6" fmla="*/ 38096 w 382939"/>
              <a:gd name="connsiteY6" fmla="*/ 98535 h 337609"/>
              <a:gd name="connsiteX7" fmla="*/ 34479 w 382939"/>
              <a:gd name="connsiteY7" fmla="*/ 81617 h 337609"/>
              <a:gd name="connsiteX8" fmla="*/ 13826 w 382939"/>
              <a:gd name="connsiteY8" fmla="*/ 58106 h 337609"/>
              <a:gd name="connsiteX9" fmla="*/ 525 w 382939"/>
              <a:gd name="connsiteY9" fmla="*/ 58923 h 337609"/>
              <a:gd name="connsiteX10" fmla="*/ 0 w 382939"/>
              <a:gd name="connsiteY10" fmla="*/ 44338 h 337609"/>
              <a:gd name="connsiteX11" fmla="*/ 7876 w 382939"/>
              <a:gd name="connsiteY11" fmla="*/ 36287 h 337609"/>
              <a:gd name="connsiteX12" fmla="*/ 7876 w 382939"/>
              <a:gd name="connsiteY12" fmla="*/ 9626 h 337609"/>
              <a:gd name="connsiteX13" fmla="*/ 16102 w 382939"/>
              <a:gd name="connsiteY13" fmla="*/ 0 h 337609"/>
              <a:gd name="connsiteX14" fmla="*/ 40254 w 382939"/>
              <a:gd name="connsiteY14" fmla="*/ 18494 h 337609"/>
              <a:gd name="connsiteX15" fmla="*/ 48422 w 382939"/>
              <a:gd name="connsiteY15" fmla="*/ 32437 h 337609"/>
              <a:gd name="connsiteX16" fmla="*/ 61606 w 382939"/>
              <a:gd name="connsiteY16" fmla="*/ 29578 h 337609"/>
              <a:gd name="connsiteX17" fmla="*/ 62365 w 382939"/>
              <a:gd name="connsiteY17" fmla="*/ 15518 h 337609"/>
              <a:gd name="connsiteX18" fmla="*/ 80742 w 382939"/>
              <a:gd name="connsiteY18" fmla="*/ 12543 h 337609"/>
              <a:gd name="connsiteX19" fmla="*/ 93168 w 382939"/>
              <a:gd name="connsiteY19" fmla="*/ 13302 h 337609"/>
              <a:gd name="connsiteX20" fmla="*/ 103552 w 382939"/>
              <a:gd name="connsiteY20" fmla="*/ 2275 h 337609"/>
              <a:gd name="connsiteX21" fmla="*/ 119712 w 382939"/>
              <a:gd name="connsiteY21" fmla="*/ 11901 h 337609"/>
              <a:gd name="connsiteX22" fmla="*/ 128522 w 382939"/>
              <a:gd name="connsiteY22" fmla="*/ 3734 h 337609"/>
              <a:gd name="connsiteX23" fmla="*/ 144740 w 382939"/>
              <a:gd name="connsiteY23" fmla="*/ 7351 h 337609"/>
              <a:gd name="connsiteX24" fmla="*/ 153549 w 382939"/>
              <a:gd name="connsiteY24" fmla="*/ 24503 h 337609"/>
              <a:gd name="connsiteX25" fmla="*/ 166734 w 382939"/>
              <a:gd name="connsiteY25" fmla="*/ 14818 h 337609"/>
              <a:gd name="connsiteX26" fmla="*/ 189544 w 382939"/>
              <a:gd name="connsiteY26" fmla="*/ 22927 h 337609"/>
              <a:gd name="connsiteX27" fmla="*/ 205646 w 382939"/>
              <a:gd name="connsiteY27" fmla="*/ 16393 h 337609"/>
              <a:gd name="connsiteX28" fmla="*/ 210838 w 382939"/>
              <a:gd name="connsiteY28" fmla="*/ 22927 h 337609"/>
              <a:gd name="connsiteX29" fmla="*/ 235866 w 382939"/>
              <a:gd name="connsiteY29" fmla="*/ 19894 h 337609"/>
              <a:gd name="connsiteX30" fmla="*/ 257101 w 382939"/>
              <a:gd name="connsiteY30" fmla="*/ 28061 h 337609"/>
              <a:gd name="connsiteX31" fmla="*/ 270403 w 382939"/>
              <a:gd name="connsiteY31" fmla="*/ 25786 h 337609"/>
              <a:gd name="connsiteX32" fmla="*/ 290938 w 382939"/>
              <a:gd name="connsiteY32" fmla="*/ 42763 h 337609"/>
              <a:gd name="connsiteX33" fmla="*/ 319583 w 382939"/>
              <a:gd name="connsiteY33" fmla="*/ 43404 h 337609"/>
              <a:gd name="connsiteX34" fmla="*/ 327750 w 382939"/>
              <a:gd name="connsiteY34" fmla="*/ 53789 h 337609"/>
              <a:gd name="connsiteX35" fmla="*/ 336501 w 382939"/>
              <a:gd name="connsiteY35" fmla="*/ 47138 h 337609"/>
              <a:gd name="connsiteX36" fmla="*/ 349103 w 382939"/>
              <a:gd name="connsiteY36" fmla="*/ 47838 h 337609"/>
              <a:gd name="connsiteX37" fmla="*/ 346069 w 382939"/>
              <a:gd name="connsiteY37" fmla="*/ 74383 h 337609"/>
              <a:gd name="connsiteX38" fmla="*/ 325475 w 382939"/>
              <a:gd name="connsiteY38" fmla="*/ 105186 h 337609"/>
              <a:gd name="connsiteX39" fmla="*/ 326292 w 382939"/>
              <a:gd name="connsiteY39" fmla="*/ 119187 h 337609"/>
              <a:gd name="connsiteX40" fmla="*/ 355753 w 382939"/>
              <a:gd name="connsiteY40" fmla="*/ 142757 h 337609"/>
              <a:gd name="connsiteX41" fmla="*/ 371096 w 382939"/>
              <a:gd name="connsiteY41" fmla="*/ 143398 h 337609"/>
              <a:gd name="connsiteX42" fmla="*/ 382939 w 382939"/>
              <a:gd name="connsiteY42" fmla="*/ 156058 h 337609"/>
              <a:gd name="connsiteX43" fmla="*/ 375414 w 382939"/>
              <a:gd name="connsiteY43" fmla="*/ 167609 h 337609"/>
              <a:gd name="connsiteX44" fmla="*/ 357912 w 382939"/>
              <a:gd name="connsiteY44" fmla="*/ 158158 h 337609"/>
              <a:gd name="connsiteX45" fmla="*/ 348344 w 382939"/>
              <a:gd name="connsiteY45" fmla="*/ 164867 h 337609"/>
              <a:gd name="connsiteX46" fmla="*/ 348344 w 382939"/>
              <a:gd name="connsiteY46" fmla="*/ 186686 h 337609"/>
              <a:gd name="connsiteX47" fmla="*/ 371096 w 382939"/>
              <a:gd name="connsiteY47" fmla="*/ 213230 h 337609"/>
              <a:gd name="connsiteX48" fmla="*/ 362229 w 382939"/>
              <a:gd name="connsiteY48" fmla="*/ 222156 h 337609"/>
              <a:gd name="connsiteX49" fmla="*/ 346069 w 382939"/>
              <a:gd name="connsiteY49" fmla="*/ 216906 h 337609"/>
              <a:gd name="connsiteX50" fmla="*/ 324833 w 382939"/>
              <a:gd name="connsiteY50" fmla="*/ 202263 h 337609"/>
              <a:gd name="connsiteX51" fmla="*/ 312232 w 382939"/>
              <a:gd name="connsiteY51" fmla="*/ 211072 h 337609"/>
              <a:gd name="connsiteX52" fmla="*/ 313049 w 382939"/>
              <a:gd name="connsiteY52" fmla="*/ 226473 h 337609"/>
              <a:gd name="connsiteX53" fmla="*/ 331367 w 382939"/>
              <a:gd name="connsiteY53" fmla="*/ 238200 h 337609"/>
              <a:gd name="connsiteX54" fmla="*/ 338018 w 382939"/>
              <a:gd name="connsiteY54" fmla="*/ 252959 h 337609"/>
              <a:gd name="connsiteX55" fmla="*/ 322500 w 382939"/>
              <a:gd name="connsiteY55" fmla="*/ 261069 h 337609"/>
              <a:gd name="connsiteX56" fmla="*/ 307857 w 382939"/>
              <a:gd name="connsiteY56" fmla="*/ 262585 h 337609"/>
              <a:gd name="connsiteX57" fmla="*/ 299689 w 382939"/>
              <a:gd name="connsiteY57" fmla="*/ 283063 h 337609"/>
              <a:gd name="connsiteX58" fmla="*/ 298989 w 382939"/>
              <a:gd name="connsiteY58" fmla="*/ 310307 h 337609"/>
              <a:gd name="connsiteX59" fmla="*/ 287263 w 382939"/>
              <a:gd name="connsiteY59" fmla="*/ 332418 h 337609"/>
              <a:gd name="connsiteX60" fmla="*/ 277695 w 382939"/>
              <a:gd name="connsiteY60" fmla="*/ 337610 h 337609"/>
              <a:gd name="connsiteX61" fmla="*/ 255876 w 382939"/>
              <a:gd name="connsiteY61" fmla="*/ 308265 h 337609"/>
              <a:gd name="connsiteX62" fmla="*/ 245200 w 382939"/>
              <a:gd name="connsiteY62" fmla="*/ 313749 h 337609"/>
              <a:gd name="connsiteX63" fmla="*/ 206813 w 382939"/>
              <a:gd name="connsiteY63" fmla="*/ 307448 h 337609"/>
              <a:gd name="connsiteX64" fmla="*/ 193920 w 382939"/>
              <a:gd name="connsiteY64" fmla="*/ 304590 h 337609"/>
              <a:gd name="connsiteX65" fmla="*/ 193920 w 382939"/>
              <a:gd name="connsiteY65" fmla="*/ 304415 h 3376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382939" h="337609">
                <a:moveTo>
                  <a:pt x="193920" y="304415"/>
                </a:moveTo>
                <a:lnTo>
                  <a:pt x="201271" y="286738"/>
                </a:lnTo>
                <a:lnTo>
                  <a:pt x="129980" y="206755"/>
                </a:lnTo>
                <a:lnTo>
                  <a:pt x="47547" y="134647"/>
                </a:lnTo>
                <a:lnTo>
                  <a:pt x="44746" y="122863"/>
                </a:lnTo>
                <a:lnTo>
                  <a:pt x="51280" y="115454"/>
                </a:lnTo>
                <a:lnTo>
                  <a:pt x="38096" y="98535"/>
                </a:lnTo>
                <a:lnTo>
                  <a:pt x="34479" y="81617"/>
                </a:lnTo>
                <a:lnTo>
                  <a:pt x="13826" y="58106"/>
                </a:lnTo>
                <a:lnTo>
                  <a:pt x="525" y="58923"/>
                </a:lnTo>
                <a:lnTo>
                  <a:pt x="0" y="44338"/>
                </a:lnTo>
                <a:lnTo>
                  <a:pt x="7876" y="36287"/>
                </a:lnTo>
                <a:lnTo>
                  <a:pt x="7876" y="9626"/>
                </a:lnTo>
                <a:lnTo>
                  <a:pt x="16102" y="0"/>
                </a:lnTo>
                <a:lnTo>
                  <a:pt x="40254" y="18494"/>
                </a:lnTo>
                <a:lnTo>
                  <a:pt x="48422" y="32437"/>
                </a:lnTo>
                <a:lnTo>
                  <a:pt x="61606" y="29578"/>
                </a:lnTo>
                <a:lnTo>
                  <a:pt x="62365" y="15518"/>
                </a:lnTo>
                <a:lnTo>
                  <a:pt x="80742" y="12543"/>
                </a:lnTo>
                <a:lnTo>
                  <a:pt x="93168" y="13302"/>
                </a:lnTo>
                <a:lnTo>
                  <a:pt x="103552" y="2275"/>
                </a:lnTo>
                <a:lnTo>
                  <a:pt x="119712" y="11901"/>
                </a:lnTo>
                <a:lnTo>
                  <a:pt x="128522" y="3734"/>
                </a:lnTo>
                <a:lnTo>
                  <a:pt x="144740" y="7351"/>
                </a:lnTo>
                <a:lnTo>
                  <a:pt x="153549" y="24503"/>
                </a:lnTo>
                <a:lnTo>
                  <a:pt x="166734" y="14818"/>
                </a:lnTo>
                <a:lnTo>
                  <a:pt x="189544" y="22927"/>
                </a:lnTo>
                <a:lnTo>
                  <a:pt x="205646" y="16393"/>
                </a:lnTo>
                <a:lnTo>
                  <a:pt x="210838" y="22927"/>
                </a:lnTo>
                <a:lnTo>
                  <a:pt x="235866" y="19894"/>
                </a:lnTo>
                <a:lnTo>
                  <a:pt x="257101" y="28061"/>
                </a:lnTo>
                <a:lnTo>
                  <a:pt x="270403" y="25786"/>
                </a:lnTo>
                <a:lnTo>
                  <a:pt x="290938" y="42763"/>
                </a:lnTo>
                <a:lnTo>
                  <a:pt x="319583" y="43404"/>
                </a:lnTo>
                <a:lnTo>
                  <a:pt x="327750" y="53789"/>
                </a:lnTo>
                <a:lnTo>
                  <a:pt x="336501" y="47138"/>
                </a:lnTo>
                <a:lnTo>
                  <a:pt x="349103" y="47838"/>
                </a:lnTo>
                <a:lnTo>
                  <a:pt x="346069" y="74383"/>
                </a:lnTo>
                <a:lnTo>
                  <a:pt x="325475" y="105186"/>
                </a:lnTo>
                <a:lnTo>
                  <a:pt x="326292" y="119187"/>
                </a:lnTo>
                <a:lnTo>
                  <a:pt x="355753" y="142757"/>
                </a:lnTo>
                <a:lnTo>
                  <a:pt x="371096" y="143398"/>
                </a:lnTo>
                <a:lnTo>
                  <a:pt x="382939" y="156058"/>
                </a:lnTo>
                <a:lnTo>
                  <a:pt x="375414" y="167609"/>
                </a:lnTo>
                <a:lnTo>
                  <a:pt x="357912" y="158158"/>
                </a:lnTo>
                <a:lnTo>
                  <a:pt x="348344" y="164867"/>
                </a:lnTo>
                <a:lnTo>
                  <a:pt x="348344" y="186686"/>
                </a:lnTo>
                <a:lnTo>
                  <a:pt x="371096" y="213230"/>
                </a:lnTo>
                <a:lnTo>
                  <a:pt x="362229" y="222156"/>
                </a:lnTo>
                <a:lnTo>
                  <a:pt x="346069" y="216906"/>
                </a:lnTo>
                <a:lnTo>
                  <a:pt x="324833" y="202263"/>
                </a:lnTo>
                <a:lnTo>
                  <a:pt x="312232" y="211072"/>
                </a:lnTo>
                <a:lnTo>
                  <a:pt x="313049" y="226473"/>
                </a:lnTo>
                <a:lnTo>
                  <a:pt x="331367" y="238200"/>
                </a:lnTo>
                <a:lnTo>
                  <a:pt x="338018" y="252959"/>
                </a:lnTo>
                <a:lnTo>
                  <a:pt x="322500" y="261069"/>
                </a:lnTo>
                <a:lnTo>
                  <a:pt x="307857" y="262585"/>
                </a:lnTo>
                <a:lnTo>
                  <a:pt x="299689" y="283063"/>
                </a:lnTo>
                <a:lnTo>
                  <a:pt x="298989" y="310307"/>
                </a:lnTo>
                <a:lnTo>
                  <a:pt x="287263" y="332418"/>
                </a:lnTo>
                <a:lnTo>
                  <a:pt x="277695" y="337610"/>
                </a:lnTo>
                <a:lnTo>
                  <a:pt x="255876" y="308265"/>
                </a:lnTo>
                <a:lnTo>
                  <a:pt x="245200" y="313749"/>
                </a:lnTo>
                <a:lnTo>
                  <a:pt x="206813" y="307448"/>
                </a:lnTo>
                <a:lnTo>
                  <a:pt x="193920" y="304590"/>
                </a:lnTo>
                <a:lnTo>
                  <a:pt x="193920" y="304415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0" name="Freeform: Shape 2698">
            <a:extLst>
              <a:ext uri="{FF2B5EF4-FFF2-40B4-BE49-F238E27FC236}">
                <a16:creationId xmlns:a16="http://schemas.microsoft.com/office/drawing/2014/main" id="{25084312-1717-07A1-CC14-6D969734ED6A}"/>
              </a:ext>
            </a:extLst>
          </p:cNvPr>
          <p:cNvSpPr/>
          <p:nvPr/>
        </p:nvSpPr>
        <p:spPr>
          <a:xfrm>
            <a:off x="8674930" y="5152229"/>
            <a:ext cx="183768" cy="227698"/>
          </a:xfrm>
          <a:custGeom>
            <a:avLst/>
            <a:gdLst>
              <a:gd name="connsiteX0" fmla="*/ 90834 w 183768"/>
              <a:gd name="connsiteY0" fmla="*/ 227698 h 227698"/>
              <a:gd name="connsiteX1" fmla="*/ 92584 w 183768"/>
              <a:gd name="connsiteY1" fmla="*/ 190478 h 227698"/>
              <a:gd name="connsiteX2" fmla="*/ 106644 w 183768"/>
              <a:gd name="connsiteY2" fmla="*/ 161016 h 227698"/>
              <a:gd name="connsiteX3" fmla="*/ 127996 w 183768"/>
              <a:gd name="connsiteY3" fmla="*/ 135231 h 227698"/>
              <a:gd name="connsiteX4" fmla="*/ 135231 w 183768"/>
              <a:gd name="connsiteY4" fmla="*/ 136864 h 227698"/>
              <a:gd name="connsiteX5" fmla="*/ 147890 w 183768"/>
              <a:gd name="connsiteY5" fmla="*/ 155124 h 227698"/>
              <a:gd name="connsiteX6" fmla="*/ 165450 w 183768"/>
              <a:gd name="connsiteY6" fmla="*/ 133014 h 227698"/>
              <a:gd name="connsiteX7" fmla="*/ 168251 w 183768"/>
              <a:gd name="connsiteY7" fmla="*/ 122046 h 227698"/>
              <a:gd name="connsiteX8" fmla="*/ 183769 w 183768"/>
              <a:gd name="connsiteY8" fmla="*/ 108861 h 227698"/>
              <a:gd name="connsiteX9" fmla="*/ 182310 w 183768"/>
              <a:gd name="connsiteY9" fmla="*/ 86051 h 227698"/>
              <a:gd name="connsiteX10" fmla="*/ 156758 w 183768"/>
              <a:gd name="connsiteY10" fmla="*/ 81558 h 227698"/>
              <a:gd name="connsiteX11" fmla="*/ 140364 w 183768"/>
              <a:gd name="connsiteY11" fmla="*/ 66157 h 227698"/>
              <a:gd name="connsiteX12" fmla="*/ 117670 w 183768"/>
              <a:gd name="connsiteY12" fmla="*/ 66157 h 227698"/>
              <a:gd name="connsiteX13" fmla="*/ 108219 w 183768"/>
              <a:gd name="connsiteY13" fmla="*/ 55130 h 227698"/>
              <a:gd name="connsiteX14" fmla="*/ 108219 w 183768"/>
              <a:gd name="connsiteY14" fmla="*/ 38912 h 227698"/>
              <a:gd name="connsiteX15" fmla="*/ 86459 w 183768"/>
              <a:gd name="connsiteY15" fmla="*/ 17852 h 227698"/>
              <a:gd name="connsiteX16" fmla="*/ 84534 w 183768"/>
              <a:gd name="connsiteY16" fmla="*/ 19894 h 227698"/>
              <a:gd name="connsiteX17" fmla="*/ 68374 w 183768"/>
              <a:gd name="connsiteY17" fmla="*/ 14643 h 227698"/>
              <a:gd name="connsiteX18" fmla="*/ 47138 w 183768"/>
              <a:gd name="connsiteY18" fmla="*/ 0 h 227698"/>
              <a:gd name="connsiteX19" fmla="*/ 34537 w 183768"/>
              <a:gd name="connsiteY19" fmla="*/ 8809 h 227698"/>
              <a:gd name="connsiteX20" fmla="*/ 35354 w 183768"/>
              <a:gd name="connsiteY20" fmla="*/ 24211 h 227698"/>
              <a:gd name="connsiteX21" fmla="*/ 53672 w 183768"/>
              <a:gd name="connsiteY21" fmla="*/ 35937 h 227698"/>
              <a:gd name="connsiteX22" fmla="*/ 60323 w 183768"/>
              <a:gd name="connsiteY22" fmla="*/ 50697 h 227698"/>
              <a:gd name="connsiteX23" fmla="*/ 44805 w 183768"/>
              <a:gd name="connsiteY23" fmla="*/ 58806 h 227698"/>
              <a:gd name="connsiteX24" fmla="*/ 30161 w 183768"/>
              <a:gd name="connsiteY24" fmla="*/ 60323 h 227698"/>
              <a:gd name="connsiteX25" fmla="*/ 21994 w 183768"/>
              <a:gd name="connsiteY25" fmla="*/ 80800 h 227698"/>
              <a:gd name="connsiteX26" fmla="*/ 21294 w 183768"/>
              <a:gd name="connsiteY26" fmla="*/ 108044 h 227698"/>
              <a:gd name="connsiteX27" fmla="*/ 9568 w 183768"/>
              <a:gd name="connsiteY27" fmla="*/ 130155 h 227698"/>
              <a:gd name="connsiteX28" fmla="*/ 0 w 183768"/>
              <a:gd name="connsiteY28" fmla="*/ 135347 h 227698"/>
              <a:gd name="connsiteX29" fmla="*/ 6709 w 183768"/>
              <a:gd name="connsiteY29" fmla="*/ 144623 h 227698"/>
              <a:gd name="connsiteX30" fmla="*/ 26836 w 183768"/>
              <a:gd name="connsiteY30" fmla="*/ 153082 h 227698"/>
              <a:gd name="connsiteX31" fmla="*/ 64990 w 183768"/>
              <a:gd name="connsiteY31" fmla="*/ 200862 h 227698"/>
              <a:gd name="connsiteX32" fmla="*/ 68082 w 183768"/>
              <a:gd name="connsiteY32" fmla="*/ 216439 h 227698"/>
              <a:gd name="connsiteX33" fmla="*/ 90834 w 183768"/>
              <a:gd name="connsiteY33" fmla="*/ 227698 h 2276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</a:cxnLst>
            <a:rect l="l" t="t" r="r" b="b"/>
            <a:pathLst>
              <a:path w="183768" h="227698">
                <a:moveTo>
                  <a:pt x="90834" y="227698"/>
                </a:moveTo>
                <a:lnTo>
                  <a:pt x="92584" y="190478"/>
                </a:lnTo>
                <a:lnTo>
                  <a:pt x="106644" y="161016"/>
                </a:lnTo>
                <a:lnTo>
                  <a:pt x="127996" y="135231"/>
                </a:lnTo>
                <a:lnTo>
                  <a:pt x="135231" y="136864"/>
                </a:lnTo>
                <a:lnTo>
                  <a:pt x="147890" y="155124"/>
                </a:lnTo>
                <a:lnTo>
                  <a:pt x="165450" y="133014"/>
                </a:lnTo>
                <a:lnTo>
                  <a:pt x="168251" y="122046"/>
                </a:lnTo>
                <a:lnTo>
                  <a:pt x="183769" y="108861"/>
                </a:lnTo>
                <a:lnTo>
                  <a:pt x="182310" y="86051"/>
                </a:lnTo>
                <a:lnTo>
                  <a:pt x="156758" y="81558"/>
                </a:lnTo>
                <a:lnTo>
                  <a:pt x="140364" y="66157"/>
                </a:lnTo>
                <a:lnTo>
                  <a:pt x="117670" y="66157"/>
                </a:lnTo>
                <a:lnTo>
                  <a:pt x="108219" y="55130"/>
                </a:lnTo>
                <a:lnTo>
                  <a:pt x="108219" y="38912"/>
                </a:lnTo>
                <a:lnTo>
                  <a:pt x="86459" y="17852"/>
                </a:lnTo>
                <a:lnTo>
                  <a:pt x="84534" y="19894"/>
                </a:lnTo>
                <a:lnTo>
                  <a:pt x="68374" y="14643"/>
                </a:lnTo>
                <a:lnTo>
                  <a:pt x="47138" y="0"/>
                </a:lnTo>
                <a:lnTo>
                  <a:pt x="34537" y="8809"/>
                </a:lnTo>
                <a:lnTo>
                  <a:pt x="35354" y="24211"/>
                </a:lnTo>
                <a:lnTo>
                  <a:pt x="53672" y="35937"/>
                </a:lnTo>
                <a:lnTo>
                  <a:pt x="60323" y="50697"/>
                </a:lnTo>
                <a:lnTo>
                  <a:pt x="44805" y="58806"/>
                </a:lnTo>
                <a:lnTo>
                  <a:pt x="30161" y="60323"/>
                </a:lnTo>
                <a:lnTo>
                  <a:pt x="21994" y="80800"/>
                </a:lnTo>
                <a:lnTo>
                  <a:pt x="21294" y="108044"/>
                </a:lnTo>
                <a:lnTo>
                  <a:pt x="9568" y="130155"/>
                </a:lnTo>
                <a:lnTo>
                  <a:pt x="0" y="135347"/>
                </a:lnTo>
                <a:lnTo>
                  <a:pt x="6709" y="144623"/>
                </a:lnTo>
                <a:lnTo>
                  <a:pt x="26836" y="153082"/>
                </a:lnTo>
                <a:lnTo>
                  <a:pt x="64990" y="200862"/>
                </a:lnTo>
                <a:lnTo>
                  <a:pt x="68082" y="216439"/>
                </a:lnTo>
                <a:lnTo>
                  <a:pt x="90834" y="227698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1" name="Freeform: Shape 2699">
            <a:extLst>
              <a:ext uri="{FF2B5EF4-FFF2-40B4-BE49-F238E27FC236}">
                <a16:creationId xmlns:a16="http://schemas.microsoft.com/office/drawing/2014/main" id="{BD9EE6AE-C06D-163C-8032-09FB11931AE8}"/>
              </a:ext>
            </a:extLst>
          </p:cNvPr>
          <p:cNvSpPr/>
          <p:nvPr/>
        </p:nvSpPr>
        <p:spPr>
          <a:xfrm>
            <a:off x="8897786" y="5317504"/>
            <a:ext cx="253542" cy="207396"/>
          </a:xfrm>
          <a:custGeom>
            <a:avLst/>
            <a:gdLst>
              <a:gd name="connsiteX0" fmla="*/ 177877 w 253542"/>
              <a:gd name="connsiteY0" fmla="*/ 0 h 207396"/>
              <a:gd name="connsiteX1" fmla="*/ 218947 w 253542"/>
              <a:gd name="connsiteY1" fmla="*/ 32437 h 207396"/>
              <a:gd name="connsiteX2" fmla="*/ 246134 w 253542"/>
              <a:gd name="connsiteY2" fmla="*/ 80217 h 207396"/>
              <a:gd name="connsiteX3" fmla="*/ 249926 w 253542"/>
              <a:gd name="connsiteY3" fmla="*/ 104544 h 207396"/>
              <a:gd name="connsiteX4" fmla="*/ 253543 w 253542"/>
              <a:gd name="connsiteY4" fmla="*/ 124846 h 207396"/>
              <a:gd name="connsiteX5" fmla="*/ 241000 w 253542"/>
              <a:gd name="connsiteY5" fmla="*/ 136106 h 207396"/>
              <a:gd name="connsiteX6" fmla="*/ 222681 w 253542"/>
              <a:gd name="connsiteY6" fmla="*/ 136806 h 207396"/>
              <a:gd name="connsiteX7" fmla="*/ 199170 w 253542"/>
              <a:gd name="connsiteY7" fmla="*/ 151449 h 207396"/>
              <a:gd name="connsiteX8" fmla="*/ 148473 w 253542"/>
              <a:gd name="connsiteY8" fmla="*/ 149291 h 207396"/>
              <a:gd name="connsiteX9" fmla="*/ 127121 w 253542"/>
              <a:gd name="connsiteY9" fmla="*/ 161133 h 207396"/>
              <a:gd name="connsiteX10" fmla="*/ 125605 w 253542"/>
              <a:gd name="connsiteY10" fmla="*/ 169943 h 207396"/>
              <a:gd name="connsiteX11" fmla="*/ 96902 w 253542"/>
              <a:gd name="connsiteY11" fmla="*/ 180152 h 207396"/>
              <a:gd name="connsiteX12" fmla="*/ 56589 w 253542"/>
              <a:gd name="connsiteY12" fmla="*/ 205121 h 207396"/>
              <a:gd name="connsiteX13" fmla="*/ 56123 w 253542"/>
              <a:gd name="connsiteY13" fmla="*/ 207396 h 207396"/>
              <a:gd name="connsiteX14" fmla="*/ 34479 w 253542"/>
              <a:gd name="connsiteY14" fmla="*/ 191703 h 207396"/>
              <a:gd name="connsiteX15" fmla="*/ 23919 w 253542"/>
              <a:gd name="connsiteY15" fmla="*/ 167901 h 207396"/>
              <a:gd name="connsiteX16" fmla="*/ 7584 w 253542"/>
              <a:gd name="connsiteY16" fmla="*/ 139373 h 207396"/>
              <a:gd name="connsiteX17" fmla="*/ 0 w 253542"/>
              <a:gd name="connsiteY17" fmla="*/ 101394 h 207396"/>
              <a:gd name="connsiteX18" fmla="*/ 4959 w 253542"/>
              <a:gd name="connsiteY18" fmla="*/ 66390 h 207396"/>
              <a:gd name="connsiteX19" fmla="*/ 6592 w 253542"/>
              <a:gd name="connsiteY19" fmla="*/ 69774 h 207396"/>
              <a:gd name="connsiteX20" fmla="*/ 14585 w 253542"/>
              <a:gd name="connsiteY20" fmla="*/ 61140 h 207396"/>
              <a:gd name="connsiteX21" fmla="*/ 13535 w 253542"/>
              <a:gd name="connsiteY21" fmla="*/ 44980 h 207396"/>
              <a:gd name="connsiteX22" fmla="*/ 37396 w 253542"/>
              <a:gd name="connsiteY22" fmla="*/ 31678 h 207396"/>
              <a:gd name="connsiteX23" fmla="*/ 58748 w 253542"/>
              <a:gd name="connsiteY23" fmla="*/ 25669 h 207396"/>
              <a:gd name="connsiteX24" fmla="*/ 75666 w 253542"/>
              <a:gd name="connsiteY24" fmla="*/ 13360 h 207396"/>
              <a:gd name="connsiteX25" fmla="*/ 115337 w 253542"/>
              <a:gd name="connsiteY25" fmla="*/ 3792 h 207396"/>
              <a:gd name="connsiteX26" fmla="*/ 134414 w 253542"/>
              <a:gd name="connsiteY26" fmla="*/ 6768 h 207396"/>
              <a:gd name="connsiteX27" fmla="*/ 163058 w 253542"/>
              <a:gd name="connsiteY27" fmla="*/ 0 h 207396"/>
              <a:gd name="connsiteX28" fmla="*/ 177877 w 253542"/>
              <a:gd name="connsiteY28" fmla="*/ 0 h 2073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253542" h="207396">
                <a:moveTo>
                  <a:pt x="177877" y="0"/>
                </a:moveTo>
                <a:lnTo>
                  <a:pt x="218947" y="32437"/>
                </a:lnTo>
                <a:lnTo>
                  <a:pt x="246134" y="80217"/>
                </a:lnTo>
                <a:lnTo>
                  <a:pt x="249926" y="104544"/>
                </a:lnTo>
                <a:lnTo>
                  <a:pt x="253543" y="124846"/>
                </a:lnTo>
                <a:lnTo>
                  <a:pt x="241000" y="136106"/>
                </a:lnTo>
                <a:lnTo>
                  <a:pt x="222681" y="136806"/>
                </a:lnTo>
                <a:lnTo>
                  <a:pt x="199170" y="151449"/>
                </a:lnTo>
                <a:lnTo>
                  <a:pt x="148473" y="149291"/>
                </a:lnTo>
                <a:lnTo>
                  <a:pt x="127121" y="161133"/>
                </a:lnTo>
                <a:lnTo>
                  <a:pt x="125605" y="169943"/>
                </a:lnTo>
                <a:lnTo>
                  <a:pt x="96902" y="180152"/>
                </a:lnTo>
                <a:lnTo>
                  <a:pt x="56589" y="205121"/>
                </a:lnTo>
                <a:lnTo>
                  <a:pt x="56123" y="207396"/>
                </a:lnTo>
                <a:lnTo>
                  <a:pt x="34479" y="191703"/>
                </a:lnTo>
                <a:lnTo>
                  <a:pt x="23919" y="167901"/>
                </a:lnTo>
                <a:lnTo>
                  <a:pt x="7584" y="139373"/>
                </a:lnTo>
                <a:lnTo>
                  <a:pt x="0" y="101394"/>
                </a:lnTo>
                <a:lnTo>
                  <a:pt x="4959" y="66390"/>
                </a:lnTo>
                <a:lnTo>
                  <a:pt x="6592" y="69774"/>
                </a:lnTo>
                <a:lnTo>
                  <a:pt x="14585" y="61140"/>
                </a:lnTo>
                <a:lnTo>
                  <a:pt x="13535" y="44980"/>
                </a:lnTo>
                <a:lnTo>
                  <a:pt x="37396" y="31678"/>
                </a:lnTo>
                <a:lnTo>
                  <a:pt x="58748" y="25669"/>
                </a:lnTo>
                <a:lnTo>
                  <a:pt x="75666" y="13360"/>
                </a:lnTo>
                <a:lnTo>
                  <a:pt x="115337" y="3792"/>
                </a:lnTo>
                <a:lnTo>
                  <a:pt x="134414" y="6768"/>
                </a:lnTo>
                <a:lnTo>
                  <a:pt x="163058" y="0"/>
                </a:lnTo>
                <a:lnTo>
                  <a:pt x="177877" y="0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2" name="Freeform: Shape 2700">
            <a:extLst>
              <a:ext uri="{FF2B5EF4-FFF2-40B4-BE49-F238E27FC236}">
                <a16:creationId xmlns:a16="http://schemas.microsoft.com/office/drawing/2014/main" id="{F9640950-572E-1BED-89DA-8B51628E69F4}"/>
              </a:ext>
            </a:extLst>
          </p:cNvPr>
          <p:cNvSpPr/>
          <p:nvPr/>
        </p:nvSpPr>
        <p:spPr>
          <a:xfrm>
            <a:off x="9057111" y="5072829"/>
            <a:ext cx="590685" cy="374888"/>
          </a:xfrm>
          <a:custGeom>
            <a:avLst/>
            <a:gdLst>
              <a:gd name="connsiteX0" fmla="*/ 10734 w 590685"/>
              <a:gd name="connsiteY0" fmla="*/ 1809 h 374888"/>
              <a:gd name="connsiteX1" fmla="*/ 38329 w 590685"/>
              <a:gd name="connsiteY1" fmla="*/ 4492 h 374888"/>
              <a:gd name="connsiteX2" fmla="*/ 51513 w 590685"/>
              <a:gd name="connsiteY2" fmla="*/ 15402 h 374888"/>
              <a:gd name="connsiteX3" fmla="*/ 50172 w 590685"/>
              <a:gd name="connsiteY3" fmla="*/ 30803 h 374888"/>
              <a:gd name="connsiteX4" fmla="*/ 42762 w 590685"/>
              <a:gd name="connsiteY4" fmla="*/ 42004 h 374888"/>
              <a:gd name="connsiteX5" fmla="*/ 53789 w 590685"/>
              <a:gd name="connsiteY5" fmla="*/ 60206 h 374888"/>
              <a:gd name="connsiteX6" fmla="*/ 78758 w 590685"/>
              <a:gd name="connsiteY6" fmla="*/ 44046 h 374888"/>
              <a:gd name="connsiteX7" fmla="*/ 106002 w 590685"/>
              <a:gd name="connsiteY7" fmla="*/ 45505 h 374888"/>
              <a:gd name="connsiteX8" fmla="*/ 117087 w 590685"/>
              <a:gd name="connsiteY8" fmla="*/ 57348 h 374888"/>
              <a:gd name="connsiteX9" fmla="*/ 127296 w 590685"/>
              <a:gd name="connsiteY9" fmla="*/ 54431 h 374888"/>
              <a:gd name="connsiteX10" fmla="*/ 162533 w 590685"/>
              <a:gd name="connsiteY10" fmla="*/ 67557 h 374888"/>
              <a:gd name="connsiteX11" fmla="*/ 191936 w 590685"/>
              <a:gd name="connsiteY11" fmla="*/ 53789 h 374888"/>
              <a:gd name="connsiteX12" fmla="*/ 211713 w 590685"/>
              <a:gd name="connsiteY12" fmla="*/ 59506 h 374888"/>
              <a:gd name="connsiteX13" fmla="*/ 228690 w 590685"/>
              <a:gd name="connsiteY13" fmla="*/ 52097 h 374888"/>
              <a:gd name="connsiteX14" fmla="*/ 249342 w 590685"/>
              <a:gd name="connsiteY14" fmla="*/ 59506 h 374888"/>
              <a:gd name="connsiteX15" fmla="*/ 266960 w 590685"/>
              <a:gd name="connsiteY15" fmla="*/ 59506 h 374888"/>
              <a:gd name="connsiteX16" fmla="*/ 305231 w 590685"/>
              <a:gd name="connsiteY16" fmla="*/ 63823 h 374888"/>
              <a:gd name="connsiteX17" fmla="*/ 317657 w 590685"/>
              <a:gd name="connsiteY17" fmla="*/ 55131 h 374888"/>
              <a:gd name="connsiteX18" fmla="*/ 343444 w 590685"/>
              <a:gd name="connsiteY18" fmla="*/ 47080 h 374888"/>
              <a:gd name="connsiteX19" fmla="*/ 352194 w 590685"/>
              <a:gd name="connsiteY19" fmla="*/ 32437 h 374888"/>
              <a:gd name="connsiteX20" fmla="*/ 412459 w 590685"/>
              <a:gd name="connsiteY20" fmla="*/ 4492 h 374888"/>
              <a:gd name="connsiteX21" fmla="*/ 439003 w 590685"/>
              <a:gd name="connsiteY21" fmla="*/ 0 h 374888"/>
              <a:gd name="connsiteX22" fmla="*/ 470565 w 590685"/>
              <a:gd name="connsiteY22" fmla="*/ 2975 h 374888"/>
              <a:gd name="connsiteX23" fmla="*/ 503818 w 590685"/>
              <a:gd name="connsiteY23" fmla="*/ 16685 h 374888"/>
              <a:gd name="connsiteX24" fmla="*/ 514495 w 590685"/>
              <a:gd name="connsiteY24" fmla="*/ 28178 h 374888"/>
              <a:gd name="connsiteX25" fmla="*/ 534155 w 590685"/>
              <a:gd name="connsiteY25" fmla="*/ 20710 h 374888"/>
              <a:gd name="connsiteX26" fmla="*/ 560582 w 590685"/>
              <a:gd name="connsiteY26" fmla="*/ 33312 h 374888"/>
              <a:gd name="connsiteX27" fmla="*/ 564958 w 590685"/>
              <a:gd name="connsiteY27" fmla="*/ 43754 h 374888"/>
              <a:gd name="connsiteX28" fmla="*/ 589344 w 590685"/>
              <a:gd name="connsiteY28" fmla="*/ 44747 h 374888"/>
              <a:gd name="connsiteX29" fmla="*/ 590686 w 590685"/>
              <a:gd name="connsiteY29" fmla="*/ 49588 h 374888"/>
              <a:gd name="connsiteX30" fmla="*/ 586777 w 590685"/>
              <a:gd name="connsiteY30" fmla="*/ 88209 h 374888"/>
              <a:gd name="connsiteX31" fmla="*/ 573592 w 590685"/>
              <a:gd name="connsiteY31" fmla="*/ 100519 h 374888"/>
              <a:gd name="connsiteX32" fmla="*/ 554982 w 590685"/>
              <a:gd name="connsiteY32" fmla="*/ 98127 h 374888"/>
              <a:gd name="connsiteX33" fmla="*/ 527329 w 590685"/>
              <a:gd name="connsiteY33" fmla="*/ 122979 h 374888"/>
              <a:gd name="connsiteX34" fmla="*/ 531996 w 590685"/>
              <a:gd name="connsiteY34" fmla="*/ 167726 h 374888"/>
              <a:gd name="connsiteX35" fmla="*/ 524996 w 590685"/>
              <a:gd name="connsiteY35" fmla="*/ 187678 h 374888"/>
              <a:gd name="connsiteX36" fmla="*/ 496468 w 590685"/>
              <a:gd name="connsiteY36" fmla="*/ 209263 h 374888"/>
              <a:gd name="connsiteX37" fmla="*/ 500318 w 590685"/>
              <a:gd name="connsiteY37" fmla="*/ 220056 h 374888"/>
              <a:gd name="connsiteX38" fmla="*/ 517236 w 590685"/>
              <a:gd name="connsiteY38" fmla="*/ 222506 h 374888"/>
              <a:gd name="connsiteX39" fmla="*/ 537480 w 590685"/>
              <a:gd name="connsiteY39" fmla="*/ 251676 h 374888"/>
              <a:gd name="connsiteX40" fmla="*/ 552823 w 590685"/>
              <a:gd name="connsiteY40" fmla="*/ 276353 h 374888"/>
              <a:gd name="connsiteX41" fmla="*/ 552882 w 590685"/>
              <a:gd name="connsiteY41" fmla="*/ 277870 h 374888"/>
              <a:gd name="connsiteX42" fmla="*/ 530304 w 590685"/>
              <a:gd name="connsiteY42" fmla="*/ 272270 h 374888"/>
              <a:gd name="connsiteX43" fmla="*/ 515486 w 590685"/>
              <a:gd name="connsiteY43" fmla="*/ 284054 h 374888"/>
              <a:gd name="connsiteX44" fmla="*/ 487600 w 590685"/>
              <a:gd name="connsiteY44" fmla="*/ 261944 h 374888"/>
              <a:gd name="connsiteX45" fmla="*/ 458022 w 590685"/>
              <a:gd name="connsiteY45" fmla="*/ 261944 h 374888"/>
              <a:gd name="connsiteX46" fmla="*/ 446296 w 590685"/>
              <a:gd name="connsiteY46" fmla="*/ 275187 h 374888"/>
              <a:gd name="connsiteX47" fmla="*/ 430194 w 590685"/>
              <a:gd name="connsiteY47" fmla="*/ 276703 h 374888"/>
              <a:gd name="connsiteX48" fmla="*/ 413917 w 590685"/>
              <a:gd name="connsiteY48" fmla="*/ 294322 h 374888"/>
              <a:gd name="connsiteX49" fmla="*/ 413742 w 590685"/>
              <a:gd name="connsiteY49" fmla="*/ 295489 h 374888"/>
              <a:gd name="connsiteX50" fmla="*/ 401491 w 590685"/>
              <a:gd name="connsiteY50" fmla="*/ 295489 h 374888"/>
              <a:gd name="connsiteX51" fmla="*/ 377222 w 590685"/>
              <a:gd name="connsiteY51" fmla="*/ 313924 h 374888"/>
              <a:gd name="connsiteX52" fmla="*/ 375763 w 590685"/>
              <a:gd name="connsiteY52" fmla="*/ 337376 h 374888"/>
              <a:gd name="connsiteX53" fmla="*/ 383756 w 590685"/>
              <a:gd name="connsiteY53" fmla="*/ 354995 h 374888"/>
              <a:gd name="connsiteX54" fmla="*/ 370571 w 590685"/>
              <a:gd name="connsiteY54" fmla="*/ 366021 h 374888"/>
              <a:gd name="connsiteX55" fmla="*/ 327109 w 590685"/>
              <a:gd name="connsiteY55" fmla="*/ 363162 h 374888"/>
              <a:gd name="connsiteX56" fmla="*/ 307448 w 590685"/>
              <a:gd name="connsiteY56" fmla="*/ 372672 h 374888"/>
              <a:gd name="connsiteX57" fmla="*/ 289713 w 590685"/>
              <a:gd name="connsiteY57" fmla="*/ 362404 h 374888"/>
              <a:gd name="connsiteX58" fmla="*/ 269877 w 590685"/>
              <a:gd name="connsiteY58" fmla="*/ 362404 h 374888"/>
              <a:gd name="connsiteX59" fmla="*/ 255935 w 590685"/>
              <a:gd name="connsiteY59" fmla="*/ 373372 h 374888"/>
              <a:gd name="connsiteX60" fmla="*/ 236916 w 590685"/>
              <a:gd name="connsiteY60" fmla="*/ 371913 h 374888"/>
              <a:gd name="connsiteX61" fmla="*/ 233941 w 590685"/>
              <a:gd name="connsiteY61" fmla="*/ 354995 h 374888"/>
              <a:gd name="connsiteX62" fmla="*/ 207396 w 590685"/>
              <a:gd name="connsiteY62" fmla="*/ 355812 h 374888"/>
              <a:gd name="connsiteX63" fmla="*/ 182485 w 590685"/>
              <a:gd name="connsiteY63" fmla="*/ 351320 h 374888"/>
              <a:gd name="connsiteX64" fmla="*/ 164692 w 590685"/>
              <a:gd name="connsiteY64" fmla="*/ 368238 h 374888"/>
              <a:gd name="connsiteX65" fmla="*/ 139022 w 590685"/>
              <a:gd name="connsiteY65" fmla="*/ 374889 h 374888"/>
              <a:gd name="connsiteX66" fmla="*/ 105361 w 590685"/>
              <a:gd name="connsiteY66" fmla="*/ 374189 h 374888"/>
              <a:gd name="connsiteX67" fmla="*/ 94976 w 590685"/>
              <a:gd name="connsiteY67" fmla="*/ 369113 h 374888"/>
              <a:gd name="connsiteX68" fmla="*/ 94218 w 590685"/>
              <a:gd name="connsiteY68" fmla="*/ 369521 h 374888"/>
              <a:gd name="connsiteX69" fmla="*/ 90601 w 590685"/>
              <a:gd name="connsiteY69" fmla="*/ 349220 h 374888"/>
              <a:gd name="connsiteX70" fmla="*/ 86809 w 590685"/>
              <a:gd name="connsiteY70" fmla="*/ 324892 h 374888"/>
              <a:gd name="connsiteX71" fmla="*/ 59623 w 590685"/>
              <a:gd name="connsiteY71" fmla="*/ 277112 h 374888"/>
              <a:gd name="connsiteX72" fmla="*/ 18552 w 590685"/>
              <a:gd name="connsiteY72" fmla="*/ 244675 h 374888"/>
              <a:gd name="connsiteX73" fmla="*/ 19952 w 590685"/>
              <a:gd name="connsiteY73" fmla="*/ 244675 h 374888"/>
              <a:gd name="connsiteX74" fmla="*/ 26486 w 590685"/>
              <a:gd name="connsiteY74" fmla="*/ 226473 h 374888"/>
              <a:gd name="connsiteX75" fmla="*/ 13476 w 590685"/>
              <a:gd name="connsiteY75" fmla="*/ 205763 h 374888"/>
              <a:gd name="connsiteX76" fmla="*/ 11026 w 590685"/>
              <a:gd name="connsiteY76" fmla="*/ 189020 h 374888"/>
              <a:gd name="connsiteX77" fmla="*/ 47138 w 590685"/>
              <a:gd name="connsiteY77" fmla="*/ 155941 h 374888"/>
              <a:gd name="connsiteX78" fmla="*/ 53789 w 590685"/>
              <a:gd name="connsiteY78" fmla="*/ 135231 h 374888"/>
              <a:gd name="connsiteX79" fmla="*/ 39846 w 590685"/>
              <a:gd name="connsiteY79" fmla="*/ 108745 h 374888"/>
              <a:gd name="connsiteX80" fmla="*/ 10443 w 590685"/>
              <a:gd name="connsiteY80" fmla="*/ 78583 h 374888"/>
              <a:gd name="connsiteX81" fmla="*/ 0 w 590685"/>
              <a:gd name="connsiteY81" fmla="*/ 37396 h 374888"/>
              <a:gd name="connsiteX82" fmla="*/ 16277 w 590685"/>
              <a:gd name="connsiteY82" fmla="*/ 21294 h 374888"/>
              <a:gd name="connsiteX83" fmla="*/ 10734 w 590685"/>
              <a:gd name="connsiteY83" fmla="*/ 1809 h 3748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</a:cxnLst>
            <a:rect l="l" t="t" r="r" b="b"/>
            <a:pathLst>
              <a:path w="590685" h="374888">
                <a:moveTo>
                  <a:pt x="10734" y="1809"/>
                </a:moveTo>
                <a:lnTo>
                  <a:pt x="38329" y="4492"/>
                </a:lnTo>
                <a:lnTo>
                  <a:pt x="51513" y="15402"/>
                </a:lnTo>
                <a:lnTo>
                  <a:pt x="50172" y="30803"/>
                </a:lnTo>
                <a:lnTo>
                  <a:pt x="42762" y="42004"/>
                </a:lnTo>
                <a:lnTo>
                  <a:pt x="53789" y="60206"/>
                </a:lnTo>
                <a:lnTo>
                  <a:pt x="78758" y="44046"/>
                </a:lnTo>
                <a:lnTo>
                  <a:pt x="106002" y="45505"/>
                </a:lnTo>
                <a:lnTo>
                  <a:pt x="117087" y="57348"/>
                </a:lnTo>
                <a:lnTo>
                  <a:pt x="127296" y="54431"/>
                </a:lnTo>
                <a:lnTo>
                  <a:pt x="162533" y="67557"/>
                </a:lnTo>
                <a:lnTo>
                  <a:pt x="191936" y="53789"/>
                </a:lnTo>
                <a:lnTo>
                  <a:pt x="211713" y="59506"/>
                </a:lnTo>
                <a:lnTo>
                  <a:pt x="228690" y="52097"/>
                </a:lnTo>
                <a:lnTo>
                  <a:pt x="249342" y="59506"/>
                </a:lnTo>
                <a:lnTo>
                  <a:pt x="266960" y="59506"/>
                </a:lnTo>
                <a:lnTo>
                  <a:pt x="305231" y="63823"/>
                </a:lnTo>
                <a:lnTo>
                  <a:pt x="317657" y="55131"/>
                </a:lnTo>
                <a:lnTo>
                  <a:pt x="343444" y="47080"/>
                </a:lnTo>
                <a:lnTo>
                  <a:pt x="352194" y="32437"/>
                </a:lnTo>
                <a:lnTo>
                  <a:pt x="412459" y="4492"/>
                </a:lnTo>
                <a:lnTo>
                  <a:pt x="439003" y="0"/>
                </a:lnTo>
                <a:lnTo>
                  <a:pt x="470565" y="2975"/>
                </a:lnTo>
                <a:lnTo>
                  <a:pt x="503818" y="16685"/>
                </a:lnTo>
                <a:lnTo>
                  <a:pt x="514495" y="28178"/>
                </a:lnTo>
                <a:lnTo>
                  <a:pt x="534155" y="20710"/>
                </a:lnTo>
                <a:lnTo>
                  <a:pt x="560582" y="33312"/>
                </a:lnTo>
                <a:lnTo>
                  <a:pt x="564958" y="43754"/>
                </a:lnTo>
                <a:lnTo>
                  <a:pt x="589344" y="44747"/>
                </a:lnTo>
                <a:lnTo>
                  <a:pt x="590686" y="49588"/>
                </a:lnTo>
                <a:lnTo>
                  <a:pt x="586777" y="88209"/>
                </a:lnTo>
                <a:lnTo>
                  <a:pt x="573592" y="100519"/>
                </a:lnTo>
                <a:lnTo>
                  <a:pt x="554982" y="98127"/>
                </a:lnTo>
                <a:lnTo>
                  <a:pt x="527329" y="122979"/>
                </a:lnTo>
                <a:lnTo>
                  <a:pt x="531996" y="167726"/>
                </a:lnTo>
                <a:lnTo>
                  <a:pt x="524996" y="187678"/>
                </a:lnTo>
                <a:lnTo>
                  <a:pt x="496468" y="209263"/>
                </a:lnTo>
                <a:lnTo>
                  <a:pt x="500318" y="220056"/>
                </a:lnTo>
                <a:lnTo>
                  <a:pt x="517236" y="222506"/>
                </a:lnTo>
                <a:lnTo>
                  <a:pt x="537480" y="251676"/>
                </a:lnTo>
                <a:lnTo>
                  <a:pt x="552823" y="276353"/>
                </a:lnTo>
                <a:lnTo>
                  <a:pt x="552882" y="277870"/>
                </a:lnTo>
                <a:lnTo>
                  <a:pt x="530304" y="272270"/>
                </a:lnTo>
                <a:lnTo>
                  <a:pt x="515486" y="284054"/>
                </a:lnTo>
                <a:lnTo>
                  <a:pt x="487600" y="261944"/>
                </a:lnTo>
                <a:lnTo>
                  <a:pt x="458022" y="261944"/>
                </a:lnTo>
                <a:lnTo>
                  <a:pt x="446296" y="275187"/>
                </a:lnTo>
                <a:lnTo>
                  <a:pt x="430194" y="276703"/>
                </a:lnTo>
                <a:lnTo>
                  <a:pt x="413917" y="294322"/>
                </a:lnTo>
                <a:lnTo>
                  <a:pt x="413742" y="295489"/>
                </a:lnTo>
                <a:lnTo>
                  <a:pt x="401491" y="295489"/>
                </a:lnTo>
                <a:lnTo>
                  <a:pt x="377222" y="313924"/>
                </a:lnTo>
                <a:lnTo>
                  <a:pt x="375763" y="337376"/>
                </a:lnTo>
                <a:lnTo>
                  <a:pt x="383756" y="354995"/>
                </a:lnTo>
                <a:lnTo>
                  <a:pt x="370571" y="366021"/>
                </a:lnTo>
                <a:lnTo>
                  <a:pt x="327109" y="363162"/>
                </a:lnTo>
                <a:lnTo>
                  <a:pt x="307448" y="372672"/>
                </a:lnTo>
                <a:lnTo>
                  <a:pt x="289713" y="362404"/>
                </a:lnTo>
                <a:lnTo>
                  <a:pt x="269877" y="362404"/>
                </a:lnTo>
                <a:lnTo>
                  <a:pt x="255935" y="373372"/>
                </a:lnTo>
                <a:lnTo>
                  <a:pt x="236916" y="371913"/>
                </a:lnTo>
                <a:lnTo>
                  <a:pt x="233941" y="354995"/>
                </a:lnTo>
                <a:lnTo>
                  <a:pt x="207396" y="355812"/>
                </a:lnTo>
                <a:lnTo>
                  <a:pt x="182485" y="351320"/>
                </a:lnTo>
                <a:lnTo>
                  <a:pt x="164692" y="368238"/>
                </a:lnTo>
                <a:lnTo>
                  <a:pt x="139022" y="374889"/>
                </a:lnTo>
                <a:lnTo>
                  <a:pt x="105361" y="374189"/>
                </a:lnTo>
                <a:lnTo>
                  <a:pt x="94976" y="369113"/>
                </a:lnTo>
                <a:lnTo>
                  <a:pt x="94218" y="369521"/>
                </a:lnTo>
                <a:lnTo>
                  <a:pt x="90601" y="349220"/>
                </a:lnTo>
                <a:lnTo>
                  <a:pt x="86809" y="324892"/>
                </a:lnTo>
                <a:lnTo>
                  <a:pt x="59623" y="277112"/>
                </a:lnTo>
                <a:lnTo>
                  <a:pt x="18552" y="244675"/>
                </a:lnTo>
                <a:lnTo>
                  <a:pt x="19952" y="244675"/>
                </a:lnTo>
                <a:lnTo>
                  <a:pt x="26486" y="226473"/>
                </a:lnTo>
                <a:lnTo>
                  <a:pt x="13476" y="205763"/>
                </a:lnTo>
                <a:lnTo>
                  <a:pt x="11026" y="189020"/>
                </a:lnTo>
                <a:lnTo>
                  <a:pt x="47138" y="155941"/>
                </a:lnTo>
                <a:lnTo>
                  <a:pt x="53789" y="135231"/>
                </a:lnTo>
                <a:lnTo>
                  <a:pt x="39846" y="108745"/>
                </a:lnTo>
                <a:lnTo>
                  <a:pt x="10443" y="78583"/>
                </a:lnTo>
                <a:lnTo>
                  <a:pt x="0" y="37396"/>
                </a:lnTo>
                <a:lnTo>
                  <a:pt x="16277" y="21294"/>
                </a:lnTo>
                <a:lnTo>
                  <a:pt x="10734" y="1809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3" name="Freeform: Shape 2701">
            <a:extLst>
              <a:ext uri="{FF2B5EF4-FFF2-40B4-BE49-F238E27FC236}">
                <a16:creationId xmlns:a16="http://schemas.microsoft.com/office/drawing/2014/main" id="{14E1A401-1849-E0AF-8D41-4AA295A34633}"/>
              </a:ext>
            </a:extLst>
          </p:cNvPr>
          <p:cNvSpPr/>
          <p:nvPr/>
        </p:nvSpPr>
        <p:spPr>
          <a:xfrm>
            <a:off x="8832679" y="4563235"/>
            <a:ext cx="900700" cy="577150"/>
          </a:xfrm>
          <a:custGeom>
            <a:avLst/>
            <a:gdLst>
              <a:gd name="connsiteX0" fmla="*/ 203021 w 900700"/>
              <a:gd name="connsiteY0" fmla="*/ 21410 h 577150"/>
              <a:gd name="connsiteX1" fmla="*/ 223148 w 900700"/>
              <a:gd name="connsiteY1" fmla="*/ 20710 h 577150"/>
              <a:gd name="connsiteX2" fmla="*/ 236333 w 900700"/>
              <a:gd name="connsiteY2" fmla="*/ 8284 h 577150"/>
              <a:gd name="connsiteX3" fmla="*/ 256226 w 900700"/>
              <a:gd name="connsiteY3" fmla="*/ 8284 h 577150"/>
              <a:gd name="connsiteX4" fmla="*/ 292980 w 900700"/>
              <a:gd name="connsiteY4" fmla="*/ 29578 h 577150"/>
              <a:gd name="connsiteX5" fmla="*/ 321625 w 900700"/>
              <a:gd name="connsiteY5" fmla="*/ 30395 h 577150"/>
              <a:gd name="connsiteX6" fmla="*/ 348753 w 900700"/>
              <a:gd name="connsiteY6" fmla="*/ 42763 h 577150"/>
              <a:gd name="connsiteX7" fmla="*/ 358262 w 900700"/>
              <a:gd name="connsiteY7" fmla="*/ 58981 h 577150"/>
              <a:gd name="connsiteX8" fmla="*/ 379672 w 900700"/>
              <a:gd name="connsiteY8" fmla="*/ 69132 h 577150"/>
              <a:gd name="connsiteX9" fmla="*/ 411992 w 900700"/>
              <a:gd name="connsiteY9" fmla="*/ 58981 h 577150"/>
              <a:gd name="connsiteX10" fmla="*/ 433286 w 900700"/>
              <a:gd name="connsiteY10" fmla="*/ 57522 h 577150"/>
              <a:gd name="connsiteX11" fmla="*/ 450263 w 900700"/>
              <a:gd name="connsiteY11" fmla="*/ 37745 h 577150"/>
              <a:gd name="connsiteX12" fmla="*/ 518578 w 900700"/>
              <a:gd name="connsiteY12" fmla="*/ 25903 h 577150"/>
              <a:gd name="connsiteX13" fmla="*/ 542089 w 900700"/>
              <a:gd name="connsiteY13" fmla="*/ 11201 h 577150"/>
              <a:gd name="connsiteX14" fmla="*/ 605971 w 900700"/>
              <a:gd name="connsiteY14" fmla="*/ 0 h 577150"/>
              <a:gd name="connsiteX15" fmla="*/ 617755 w 900700"/>
              <a:gd name="connsiteY15" fmla="*/ 45738 h 577150"/>
              <a:gd name="connsiteX16" fmla="*/ 659001 w 900700"/>
              <a:gd name="connsiteY16" fmla="*/ 82550 h 577150"/>
              <a:gd name="connsiteX17" fmla="*/ 663435 w 900700"/>
              <a:gd name="connsiteY17" fmla="*/ 103027 h 577150"/>
              <a:gd name="connsiteX18" fmla="*/ 717807 w 900700"/>
              <a:gd name="connsiteY18" fmla="*/ 145848 h 577150"/>
              <a:gd name="connsiteX19" fmla="*/ 725275 w 900700"/>
              <a:gd name="connsiteY19" fmla="*/ 173676 h 577150"/>
              <a:gd name="connsiteX20" fmla="*/ 742952 w 900700"/>
              <a:gd name="connsiteY20" fmla="*/ 203196 h 577150"/>
              <a:gd name="connsiteX21" fmla="*/ 738401 w 900700"/>
              <a:gd name="connsiteY21" fmla="*/ 298931 h 577150"/>
              <a:gd name="connsiteX22" fmla="*/ 751760 w 900700"/>
              <a:gd name="connsiteY22" fmla="*/ 326817 h 577150"/>
              <a:gd name="connsiteX23" fmla="*/ 769379 w 900700"/>
              <a:gd name="connsiteY23" fmla="*/ 357737 h 577150"/>
              <a:gd name="connsiteX24" fmla="*/ 797265 w 900700"/>
              <a:gd name="connsiteY24" fmla="*/ 363746 h 577150"/>
              <a:gd name="connsiteX25" fmla="*/ 834952 w 900700"/>
              <a:gd name="connsiteY25" fmla="*/ 364504 h 577150"/>
              <a:gd name="connsiteX26" fmla="*/ 851579 w 900700"/>
              <a:gd name="connsiteY26" fmla="*/ 352253 h 577150"/>
              <a:gd name="connsiteX27" fmla="*/ 883258 w 900700"/>
              <a:gd name="connsiteY27" fmla="*/ 349452 h 577150"/>
              <a:gd name="connsiteX28" fmla="*/ 900468 w 900700"/>
              <a:gd name="connsiteY28" fmla="*/ 363454 h 577150"/>
              <a:gd name="connsiteX29" fmla="*/ 889966 w 900700"/>
              <a:gd name="connsiteY29" fmla="*/ 373897 h 577150"/>
              <a:gd name="connsiteX30" fmla="*/ 900701 w 900700"/>
              <a:gd name="connsiteY30" fmla="*/ 382531 h 577150"/>
              <a:gd name="connsiteX31" fmla="*/ 900701 w 900700"/>
              <a:gd name="connsiteY31" fmla="*/ 397991 h 577150"/>
              <a:gd name="connsiteX32" fmla="*/ 886058 w 900700"/>
              <a:gd name="connsiteY32" fmla="*/ 424127 h 577150"/>
              <a:gd name="connsiteX33" fmla="*/ 864530 w 900700"/>
              <a:gd name="connsiteY33" fmla="*/ 428794 h 577150"/>
              <a:gd name="connsiteX34" fmla="*/ 828944 w 900700"/>
              <a:gd name="connsiteY34" fmla="*/ 431069 h 577150"/>
              <a:gd name="connsiteX35" fmla="*/ 823518 w 900700"/>
              <a:gd name="connsiteY35" fmla="*/ 452713 h 577150"/>
              <a:gd name="connsiteX36" fmla="*/ 810450 w 900700"/>
              <a:gd name="connsiteY36" fmla="*/ 466656 h 577150"/>
              <a:gd name="connsiteX37" fmla="*/ 818909 w 900700"/>
              <a:gd name="connsiteY37" fmla="*/ 481183 h 577150"/>
              <a:gd name="connsiteX38" fmla="*/ 817392 w 900700"/>
              <a:gd name="connsiteY38" fmla="*/ 511402 h 577150"/>
              <a:gd name="connsiteX39" fmla="*/ 806716 w 900700"/>
              <a:gd name="connsiteY39" fmla="*/ 529896 h 577150"/>
              <a:gd name="connsiteX40" fmla="*/ 813775 w 900700"/>
              <a:gd name="connsiteY40" fmla="*/ 554340 h 577150"/>
              <a:gd name="connsiteX41" fmla="*/ 789389 w 900700"/>
              <a:gd name="connsiteY41" fmla="*/ 553348 h 577150"/>
              <a:gd name="connsiteX42" fmla="*/ 785014 w 900700"/>
              <a:gd name="connsiteY42" fmla="*/ 542906 h 577150"/>
              <a:gd name="connsiteX43" fmla="*/ 758586 w 900700"/>
              <a:gd name="connsiteY43" fmla="*/ 530304 h 577150"/>
              <a:gd name="connsiteX44" fmla="*/ 738926 w 900700"/>
              <a:gd name="connsiteY44" fmla="*/ 537772 h 577150"/>
              <a:gd name="connsiteX45" fmla="*/ 728250 w 900700"/>
              <a:gd name="connsiteY45" fmla="*/ 526279 h 577150"/>
              <a:gd name="connsiteX46" fmla="*/ 694996 w 900700"/>
              <a:gd name="connsiteY46" fmla="*/ 512569 h 577150"/>
              <a:gd name="connsiteX47" fmla="*/ 663435 w 900700"/>
              <a:gd name="connsiteY47" fmla="*/ 509594 h 577150"/>
              <a:gd name="connsiteX48" fmla="*/ 636890 w 900700"/>
              <a:gd name="connsiteY48" fmla="*/ 514086 h 577150"/>
              <a:gd name="connsiteX49" fmla="*/ 576626 w 900700"/>
              <a:gd name="connsiteY49" fmla="*/ 542031 h 577150"/>
              <a:gd name="connsiteX50" fmla="*/ 567875 w 900700"/>
              <a:gd name="connsiteY50" fmla="*/ 556674 h 577150"/>
              <a:gd name="connsiteX51" fmla="*/ 542089 w 900700"/>
              <a:gd name="connsiteY51" fmla="*/ 564725 h 577150"/>
              <a:gd name="connsiteX52" fmla="*/ 529663 w 900700"/>
              <a:gd name="connsiteY52" fmla="*/ 573417 h 577150"/>
              <a:gd name="connsiteX53" fmla="*/ 491392 w 900700"/>
              <a:gd name="connsiteY53" fmla="*/ 569100 h 577150"/>
              <a:gd name="connsiteX54" fmla="*/ 473774 w 900700"/>
              <a:gd name="connsiteY54" fmla="*/ 569100 h 577150"/>
              <a:gd name="connsiteX55" fmla="*/ 453121 w 900700"/>
              <a:gd name="connsiteY55" fmla="*/ 561691 h 577150"/>
              <a:gd name="connsiteX56" fmla="*/ 436145 w 900700"/>
              <a:gd name="connsiteY56" fmla="*/ 569100 h 577150"/>
              <a:gd name="connsiteX57" fmla="*/ 416368 w 900700"/>
              <a:gd name="connsiteY57" fmla="*/ 563383 h 577150"/>
              <a:gd name="connsiteX58" fmla="*/ 386965 w 900700"/>
              <a:gd name="connsiteY58" fmla="*/ 577151 h 577150"/>
              <a:gd name="connsiteX59" fmla="*/ 351728 w 900700"/>
              <a:gd name="connsiteY59" fmla="*/ 564025 h 577150"/>
              <a:gd name="connsiteX60" fmla="*/ 341519 w 900700"/>
              <a:gd name="connsiteY60" fmla="*/ 566942 h 577150"/>
              <a:gd name="connsiteX61" fmla="*/ 330434 w 900700"/>
              <a:gd name="connsiteY61" fmla="*/ 555099 h 577150"/>
              <a:gd name="connsiteX62" fmla="*/ 303190 w 900700"/>
              <a:gd name="connsiteY62" fmla="*/ 553640 h 577150"/>
              <a:gd name="connsiteX63" fmla="*/ 278220 w 900700"/>
              <a:gd name="connsiteY63" fmla="*/ 569800 h 577150"/>
              <a:gd name="connsiteX64" fmla="*/ 267194 w 900700"/>
              <a:gd name="connsiteY64" fmla="*/ 551598 h 577150"/>
              <a:gd name="connsiteX65" fmla="*/ 274603 w 900700"/>
              <a:gd name="connsiteY65" fmla="*/ 540397 h 577150"/>
              <a:gd name="connsiteX66" fmla="*/ 275945 w 900700"/>
              <a:gd name="connsiteY66" fmla="*/ 524996 h 577150"/>
              <a:gd name="connsiteX67" fmla="*/ 262761 w 900700"/>
              <a:gd name="connsiteY67" fmla="*/ 514086 h 577150"/>
              <a:gd name="connsiteX68" fmla="*/ 235166 w 900700"/>
              <a:gd name="connsiteY68" fmla="*/ 511402 h 577150"/>
              <a:gd name="connsiteX69" fmla="*/ 229040 w 900700"/>
              <a:gd name="connsiteY69" fmla="*/ 489817 h 577150"/>
              <a:gd name="connsiteX70" fmla="*/ 226065 w 900700"/>
              <a:gd name="connsiteY70" fmla="*/ 474182 h 577150"/>
              <a:gd name="connsiteX71" fmla="*/ 242983 w 900700"/>
              <a:gd name="connsiteY71" fmla="*/ 455164 h 577150"/>
              <a:gd name="connsiteX72" fmla="*/ 207630 w 900700"/>
              <a:gd name="connsiteY72" fmla="*/ 447929 h 577150"/>
              <a:gd name="connsiteX73" fmla="*/ 190711 w 900700"/>
              <a:gd name="connsiteY73" fmla="*/ 470506 h 577150"/>
              <a:gd name="connsiteX74" fmla="*/ 174551 w 900700"/>
              <a:gd name="connsiteY74" fmla="*/ 456038 h 577150"/>
              <a:gd name="connsiteX75" fmla="*/ 153258 w 900700"/>
              <a:gd name="connsiteY75" fmla="*/ 464789 h 577150"/>
              <a:gd name="connsiteX76" fmla="*/ 143690 w 900700"/>
              <a:gd name="connsiteY76" fmla="*/ 447929 h 577150"/>
              <a:gd name="connsiteX77" fmla="*/ 110028 w 900700"/>
              <a:gd name="connsiteY77" fmla="*/ 436670 h 577150"/>
              <a:gd name="connsiteX78" fmla="*/ 105944 w 900700"/>
              <a:gd name="connsiteY78" fmla="*/ 426169 h 577150"/>
              <a:gd name="connsiteX79" fmla="*/ 117787 w 900700"/>
              <a:gd name="connsiteY79" fmla="*/ 400499 h 577150"/>
              <a:gd name="connsiteX80" fmla="*/ 90893 w 900700"/>
              <a:gd name="connsiteY80" fmla="*/ 380197 h 577150"/>
              <a:gd name="connsiteX81" fmla="*/ 64232 w 900700"/>
              <a:gd name="connsiteY81" fmla="*/ 366313 h 577150"/>
              <a:gd name="connsiteX82" fmla="*/ 57756 w 900700"/>
              <a:gd name="connsiteY82" fmla="*/ 348227 h 577150"/>
              <a:gd name="connsiteX83" fmla="*/ 24911 w 900700"/>
              <a:gd name="connsiteY83" fmla="*/ 309432 h 577150"/>
              <a:gd name="connsiteX84" fmla="*/ 18669 w 900700"/>
              <a:gd name="connsiteY84" fmla="*/ 296655 h 577150"/>
              <a:gd name="connsiteX85" fmla="*/ 0 w 900700"/>
              <a:gd name="connsiteY85" fmla="*/ 290121 h 577150"/>
              <a:gd name="connsiteX86" fmla="*/ 20186 w 900700"/>
              <a:gd name="connsiteY86" fmla="*/ 269061 h 577150"/>
              <a:gd name="connsiteX87" fmla="*/ 37862 w 900700"/>
              <a:gd name="connsiteY87" fmla="*/ 264102 h 577150"/>
              <a:gd name="connsiteX88" fmla="*/ 47313 w 900700"/>
              <a:gd name="connsiteY88" fmla="*/ 246367 h 577150"/>
              <a:gd name="connsiteX89" fmla="*/ 74558 w 900700"/>
              <a:gd name="connsiteY89" fmla="*/ 248584 h 577150"/>
              <a:gd name="connsiteX90" fmla="*/ 92876 w 900700"/>
              <a:gd name="connsiteY90" fmla="*/ 231024 h 577150"/>
              <a:gd name="connsiteX91" fmla="*/ 92293 w 900700"/>
              <a:gd name="connsiteY91" fmla="*/ 211072 h 577150"/>
              <a:gd name="connsiteX92" fmla="*/ 128230 w 900700"/>
              <a:gd name="connsiteY92" fmla="*/ 157399 h 577150"/>
              <a:gd name="connsiteX93" fmla="*/ 149641 w 900700"/>
              <a:gd name="connsiteY93" fmla="*/ 95035 h 577150"/>
              <a:gd name="connsiteX94" fmla="*/ 170818 w 900700"/>
              <a:gd name="connsiteY94" fmla="*/ 55306 h 577150"/>
              <a:gd name="connsiteX95" fmla="*/ 195204 w 900700"/>
              <a:gd name="connsiteY95" fmla="*/ 50814 h 577150"/>
              <a:gd name="connsiteX96" fmla="*/ 205413 w 900700"/>
              <a:gd name="connsiteY96" fmla="*/ 28120 h 577150"/>
              <a:gd name="connsiteX97" fmla="*/ 203021 w 900700"/>
              <a:gd name="connsiteY97" fmla="*/ 21410 h 57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900700" h="577150">
                <a:moveTo>
                  <a:pt x="203021" y="21410"/>
                </a:moveTo>
                <a:lnTo>
                  <a:pt x="223148" y="20710"/>
                </a:lnTo>
                <a:lnTo>
                  <a:pt x="236333" y="8284"/>
                </a:lnTo>
                <a:lnTo>
                  <a:pt x="256226" y="8284"/>
                </a:lnTo>
                <a:lnTo>
                  <a:pt x="292980" y="29578"/>
                </a:lnTo>
                <a:lnTo>
                  <a:pt x="321625" y="30395"/>
                </a:lnTo>
                <a:lnTo>
                  <a:pt x="348753" y="42763"/>
                </a:lnTo>
                <a:lnTo>
                  <a:pt x="358262" y="58981"/>
                </a:lnTo>
                <a:lnTo>
                  <a:pt x="379672" y="69132"/>
                </a:lnTo>
                <a:lnTo>
                  <a:pt x="411992" y="58981"/>
                </a:lnTo>
                <a:lnTo>
                  <a:pt x="433286" y="57522"/>
                </a:lnTo>
                <a:lnTo>
                  <a:pt x="450263" y="37745"/>
                </a:lnTo>
                <a:lnTo>
                  <a:pt x="518578" y="25903"/>
                </a:lnTo>
                <a:lnTo>
                  <a:pt x="542089" y="11201"/>
                </a:lnTo>
                <a:lnTo>
                  <a:pt x="605971" y="0"/>
                </a:lnTo>
                <a:lnTo>
                  <a:pt x="617755" y="45738"/>
                </a:lnTo>
                <a:lnTo>
                  <a:pt x="659001" y="82550"/>
                </a:lnTo>
                <a:lnTo>
                  <a:pt x="663435" y="103027"/>
                </a:lnTo>
                <a:lnTo>
                  <a:pt x="717807" y="145848"/>
                </a:lnTo>
                <a:lnTo>
                  <a:pt x="725275" y="173676"/>
                </a:lnTo>
                <a:lnTo>
                  <a:pt x="742952" y="203196"/>
                </a:lnTo>
                <a:lnTo>
                  <a:pt x="738401" y="298931"/>
                </a:lnTo>
                <a:lnTo>
                  <a:pt x="751760" y="326817"/>
                </a:lnTo>
                <a:lnTo>
                  <a:pt x="769379" y="357737"/>
                </a:lnTo>
                <a:lnTo>
                  <a:pt x="797265" y="363746"/>
                </a:lnTo>
                <a:lnTo>
                  <a:pt x="834952" y="364504"/>
                </a:lnTo>
                <a:lnTo>
                  <a:pt x="851579" y="352253"/>
                </a:lnTo>
                <a:lnTo>
                  <a:pt x="883258" y="349452"/>
                </a:lnTo>
                <a:lnTo>
                  <a:pt x="900468" y="363454"/>
                </a:lnTo>
                <a:lnTo>
                  <a:pt x="889966" y="373897"/>
                </a:lnTo>
                <a:lnTo>
                  <a:pt x="900701" y="382531"/>
                </a:lnTo>
                <a:lnTo>
                  <a:pt x="900701" y="397991"/>
                </a:lnTo>
                <a:lnTo>
                  <a:pt x="886058" y="424127"/>
                </a:lnTo>
                <a:lnTo>
                  <a:pt x="864530" y="428794"/>
                </a:lnTo>
                <a:lnTo>
                  <a:pt x="828944" y="431069"/>
                </a:lnTo>
                <a:lnTo>
                  <a:pt x="823518" y="452713"/>
                </a:lnTo>
                <a:lnTo>
                  <a:pt x="810450" y="466656"/>
                </a:lnTo>
                <a:lnTo>
                  <a:pt x="818909" y="481183"/>
                </a:lnTo>
                <a:lnTo>
                  <a:pt x="817392" y="511402"/>
                </a:lnTo>
                <a:lnTo>
                  <a:pt x="806716" y="529896"/>
                </a:lnTo>
                <a:lnTo>
                  <a:pt x="813775" y="554340"/>
                </a:lnTo>
                <a:lnTo>
                  <a:pt x="789389" y="553348"/>
                </a:lnTo>
                <a:lnTo>
                  <a:pt x="785014" y="542906"/>
                </a:lnTo>
                <a:lnTo>
                  <a:pt x="758586" y="530304"/>
                </a:lnTo>
                <a:lnTo>
                  <a:pt x="738926" y="537772"/>
                </a:lnTo>
                <a:lnTo>
                  <a:pt x="728250" y="526279"/>
                </a:lnTo>
                <a:lnTo>
                  <a:pt x="694996" y="512569"/>
                </a:lnTo>
                <a:lnTo>
                  <a:pt x="663435" y="509594"/>
                </a:lnTo>
                <a:lnTo>
                  <a:pt x="636890" y="514086"/>
                </a:lnTo>
                <a:lnTo>
                  <a:pt x="576626" y="542031"/>
                </a:lnTo>
                <a:lnTo>
                  <a:pt x="567875" y="556674"/>
                </a:lnTo>
                <a:lnTo>
                  <a:pt x="542089" y="564725"/>
                </a:lnTo>
                <a:lnTo>
                  <a:pt x="529663" y="573417"/>
                </a:lnTo>
                <a:lnTo>
                  <a:pt x="491392" y="569100"/>
                </a:lnTo>
                <a:lnTo>
                  <a:pt x="473774" y="569100"/>
                </a:lnTo>
                <a:lnTo>
                  <a:pt x="453121" y="561691"/>
                </a:lnTo>
                <a:lnTo>
                  <a:pt x="436145" y="569100"/>
                </a:lnTo>
                <a:lnTo>
                  <a:pt x="416368" y="563383"/>
                </a:lnTo>
                <a:lnTo>
                  <a:pt x="386965" y="577151"/>
                </a:lnTo>
                <a:lnTo>
                  <a:pt x="351728" y="564025"/>
                </a:lnTo>
                <a:lnTo>
                  <a:pt x="341519" y="566942"/>
                </a:lnTo>
                <a:lnTo>
                  <a:pt x="330434" y="555099"/>
                </a:lnTo>
                <a:lnTo>
                  <a:pt x="303190" y="553640"/>
                </a:lnTo>
                <a:lnTo>
                  <a:pt x="278220" y="569800"/>
                </a:lnTo>
                <a:lnTo>
                  <a:pt x="267194" y="551598"/>
                </a:lnTo>
                <a:lnTo>
                  <a:pt x="274603" y="540397"/>
                </a:lnTo>
                <a:lnTo>
                  <a:pt x="275945" y="524996"/>
                </a:lnTo>
                <a:lnTo>
                  <a:pt x="262761" y="514086"/>
                </a:lnTo>
                <a:lnTo>
                  <a:pt x="235166" y="511402"/>
                </a:lnTo>
                <a:lnTo>
                  <a:pt x="229040" y="489817"/>
                </a:lnTo>
                <a:lnTo>
                  <a:pt x="226065" y="474182"/>
                </a:lnTo>
                <a:lnTo>
                  <a:pt x="242983" y="455164"/>
                </a:lnTo>
                <a:lnTo>
                  <a:pt x="207630" y="447929"/>
                </a:lnTo>
                <a:lnTo>
                  <a:pt x="190711" y="470506"/>
                </a:lnTo>
                <a:lnTo>
                  <a:pt x="174551" y="456038"/>
                </a:lnTo>
                <a:lnTo>
                  <a:pt x="153258" y="464789"/>
                </a:lnTo>
                <a:lnTo>
                  <a:pt x="143690" y="447929"/>
                </a:lnTo>
                <a:lnTo>
                  <a:pt x="110028" y="436670"/>
                </a:lnTo>
                <a:lnTo>
                  <a:pt x="105944" y="426169"/>
                </a:lnTo>
                <a:lnTo>
                  <a:pt x="117787" y="400499"/>
                </a:lnTo>
                <a:lnTo>
                  <a:pt x="90893" y="380197"/>
                </a:lnTo>
                <a:lnTo>
                  <a:pt x="64232" y="366313"/>
                </a:lnTo>
                <a:lnTo>
                  <a:pt x="57756" y="348227"/>
                </a:lnTo>
                <a:lnTo>
                  <a:pt x="24911" y="309432"/>
                </a:lnTo>
                <a:lnTo>
                  <a:pt x="18669" y="296655"/>
                </a:lnTo>
                <a:lnTo>
                  <a:pt x="0" y="290121"/>
                </a:lnTo>
                <a:lnTo>
                  <a:pt x="20186" y="269061"/>
                </a:lnTo>
                <a:lnTo>
                  <a:pt x="37862" y="264102"/>
                </a:lnTo>
                <a:lnTo>
                  <a:pt x="47313" y="246367"/>
                </a:lnTo>
                <a:lnTo>
                  <a:pt x="74558" y="248584"/>
                </a:lnTo>
                <a:lnTo>
                  <a:pt x="92876" y="231024"/>
                </a:lnTo>
                <a:lnTo>
                  <a:pt x="92293" y="211072"/>
                </a:lnTo>
                <a:lnTo>
                  <a:pt x="128230" y="157399"/>
                </a:lnTo>
                <a:lnTo>
                  <a:pt x="149641" y="95035"/>
                </a:lnTo>
                <a:lnTo>
                  <a:pt x="170818" y="55306"/>
                </a:lnTo>
                <a:lnTo>
                  <a:pt x="195204" y="50814"/>
                </a:lnTo>
                <a:lnTo>
                  <a:pt x="205413" y="28120"/>
                </a:lnTo>
                <a:lnTo>
                  <a:pt x="203021" y="21410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4" name="Freeform: Shape 2702">
            <a:extLst>
              <a:ext uri="{FF2B5EF4-FFF2-40B4-BE49-F238E27FC236}">
                <a16:creationId xmlns:a16="http://schemas.microsoft.com/office/drawing/2014/main" id="{9BBD1289-1882-CD3A-FD7E-7A7BC82514A1}"/>
              </a:ext>
            </a:extLst>
          </p:cNvPr>
          <p:cNvSpPr/>
          <p:nvPr/>
        </p:nvSpPr>
        <p:spPr>
          <a:xfrm>
            <a:off x="8552534" y="1071043"/>
            <a:ext cx="1022980" cy="1833838"/>
          </a:xfrm>
          <a:custGeom>
            <a:avLst/>
            <a:gdLst>
              <a:gd name="connsiteX0" fmla="*/ 807766 w 1022980"/>
              <a:gd name="connsiteY0" fmla="*/ 1696449 h 1833838"/>
              <a:gd name="connsiteX1" fmla="*/ 803799 w 1022980"/>
              <a:gd name="connsiteY1" fmla="*/ 1667221 h 1833838"/>
              <a:gd name="connsiteX2" fmla="*/ 850937 w 1022980"/>
              <a:gd name="connsiteY2" fmla="*/ 1622300 h 1833838"/>
              <a:gd name="connsiteX3" fmla="*/ 875148 w 1022980"/>
              <a:gd name="connsiteY3" fmla="*/ 1610574 h 1833838"/>
              <a:gd name="connsiteX4" fmla="*/ 902393 w 1022980"/>
              <a:gd name="connsiteY4" fmla="*/ 1562094 h 1833838"/>
              <a:gd name="connsiteX5" fmla="*/ 931037 w 1022980"/>
              <a:gd name="connsiteY5" fmla="*/ 1519331 h 1833838"/>
              <a:gd name="connsiteX6" fmla="*/ 952273 w 1022980"/>
              <a:gd name="connsiteY6" fmla="*/ 1468634 h 1833838"/>
              <a:gd name="connsiteX7" fmla="*/ 993460 w 1022980"/>
              <a:gd name="connsiteY7" fmla="*/ 1398685 h 1833838"/>
              <a:gd name="connsiteX8" fmla="*/ 1022980 w 1022980"/>
              <a:gd name="connsiteY8" fmla="*/ 1326053 h 1833838"/>
              <a:gd name="connsiteX9" fmla="*/ 1016213 w 1022980"/>
              <a:gd name="connsiteY9" fmla="*/ 1295250 h 1833838"/>
              <a:gd name="connsiteX10" fmla="*/ 972166 w 1022980"/>
              <a:gd name="connsiteY10" fmla="*/ 1244495 h 1833838"/>
              <a:gd name="connsiteX11" fmla="*/ 945680 w 1022980"/>
              <a:gd name="connsiteY11" fmla="*/ 1235685 h 1833838"/>
              <a:gd name="connsiteX12" fmla="*/ 898601 w 1022980"/>
              <a:gd name="connsiteY12" fmla="*/ 1169529 h 1833838"/>
              <a:gd name="connsiteX13" fmla="*/ 906710 w 1022980"/>
              <a:gd name="connsiteY13" fmla="*/ 1139309 h 1833838"/>
              <a:gd name="connsiteX14" fmla="*/ 925787 w 1022980"/>
              <a:gd name="connsiteY14" fmla="*/ 1112939 h 1833838"/>
              <a:gd name="connsiteX15" fmla="*/ 923628 w 1022980"/>
              <a:gd name="connsiteY15" fmla="*/ 1082661 h 1833838"/>
              <a:gd name="connsiteX16" fmla="*/ 892883 w 1022980"/>
              <a:gd name="connsiteY16" fmla="*/ 1061484 h 1833838"/>
              <a:gd name="connsiteX17" fmla="*/ 881740 w 1022980"/>
              <a:gd name="connsiteY17" fmla="*/ 1037915 h 1833838"/>
              <a:gd name="connsiteX18" fmla="*/ 880340 w 1022980"/>
              <a:gd name="connsiteY18" fmla="*/ 1000520 h 1833838"/>
              <a:gd name="connsiteX19" fmla="*/ 888333 w 1022980"/>
              <a:gd name="connsiteY19" fmla="*/ 990952 h 1833838"/>
              <a:gd name="connsiteX20" fmla="*/ 879582 w 1022980"/>
              <a:gd name="connsiteY20" fmla="*/ 971875 h 1833838"/>
              <a:gd name="connsiteX21" fmla="*/ 854613 w 1022980"/>
              <a:gd name="connsiteY21" fmla="*/ 967441 h 1833838"/>
              <a:gd name="connsiteX22" fmla="*/ 841311 w 1022980"/>
              <a:gd name="connsiteY22" fmla="*/ 950464 h 1833838"/>
              <a:gd name="connsiteX23" fmla="*/ 841311 w 1022980"/>
              <a:gd name="connsiteY23" fmla="*/ 916628 h 1833838"/>
              <a:gd name="connsiteX24" fmla="*/ 855313 w 1022980"/>
              <a:gd name="connsiteY24" fmla="*/ 898192 h 1833838"/>
              <a:gd name="connsiteX25" fmla="*/ 835536 w 1022980"/>
              <a:gd name="connsiteY25" fmla="*/ 893117 h 1833838"/>
              <a:gd name="connsiteX26" fmla="*/ 834836 w 1022980"/>
              <a:gd name="connsiteY26" fmla="*/ 875498 h 1833838"/>
              <a:gd name="connsiteX27" fmla="*/ 839270 w 1022980"/>
              <a:gd name="connsiteY27" fmla="*/ 809400 h 1833838"/>
              <a:gd name="connsiteX28" fmla="*/ 857646 w 1022980"/>
              <a:gd name="connsiteY28" fmla="*/ 804966 h 1833838"/>
              <a:gd name="connsiteX29" fmla="*/ 812083 w 1022980"/>
              <a:gd name="connsiteY29" fmla="*/ 699080 h 1833838"/>
              <a:gd name="connsiteX30" fmla="*/ 770079 w 1022980"/>
              <a:gd name="connsiteY30" fmla="*/ 621781 h 1833838"/>
              <a:gd name="connsiteX31" fmla="*/ 761212 w 1022980"/>
              <a:gd name="connsiteY31" fmla="*/ 593194 h 1833838"/>
              <a:gd name="connsiteX32" fmla="*/ 736884 w 1022980"/>
              <a:gd name="connsiteY32" fmla="*/ 566708 h 1833838"/>
              <a:gd name="connsiteX33" fmla="*/ 753919 w 1022980"/>
              <a:gd name="connsiteY33" fmla="*/ 518345 h 1833838"/>
              <a:gd name="connsiteX34" fmla="*/ 774454 w 1022980"/>
              <a:gd name="connsiteY34" fmla="*/ 485092 h 1833838"/>
              <a:gd name="connsiteX35" fmla="*/ 784080 w 1022980"/>
              <a:gd name="connsiteY35" fmla="*/ 455222 h 1833838"/>
              <a:gd name="connsiteX36" fmla="*/ 771537 w 1022980"/>
              <a:gd name="connsiteY36" fmla="*/ 443379 h 1833838"/>
              <a:gd name="connsiteX37" fmla="*/ 725216 w 1022980"/>
              <a:gd name="connsiteY37" fmla="*/ 413976 h 1833838"/>
              <a:gd name="connsiteX38" fmla="*/ 717049 w 1022980"/>
              <a:gd name="connsiteY38" fmla="*/ 394899 h 1833838"/>
              <a:gd name="connsiteX39" fmla="*/ 701647 w 1022980"/>
              <a:gd name="connsiteY39" fmla="*/ 371272 h 1833838"/>
              <a:gd name="connsiteX40" fmla="*/ 673644 w 1022980"/>
              <a:gd name="connsiteY40" fmla="*/ 355870 h 1833838"/>
              <a:gd name="connsiteX41" fmla="*/ 659759 w 1022980"/>
              <a:gd name="connsiteY41" fmla="*/ 353711 h 1833838"/>
              <a:gd name="connsiteX42" fmla="*/ 642024 w 1022980"/>
              <a:gd name="connsiteY42" fmla="*/ 307332 h 1833838"/>
              <a:gd name="connsiteX43" fmla="*/ 628140 w 1022980"/>
              <a:gd name="connsiteY43" fmla="*/ 290355 h 1833838"/>
              <a:gd name="connsiteX44" fmla="*/ 635490 w 1022980"/>
              <a:gd name="connsiteY44" fmla="*/ 255818 h 1833838"/>
              <a:gd name="connsiteX45" fmla="*/ 639924 w 1022980"/>
              <a:gd name="connsiteY45" fmla="*/ 228632 h 1833838"/>
              <a:gd name="connsiteX46" fmla="*/ 623589 w 1022980"/>
              <a:gd name="connsiteY46" fmla="*/ 223090 h 1833838"/>
              <a:gd name="connsiteX47" fmla="*/ 640157 w 1022980"/>
              <a:gd name="connsiteY47" fmla="*/ 211772 h 1833838"/>
              <a:gd name="connsiteX48" fmla="*/ 666935 w 1022980"/>
              <a:gd name="connsiteY48" fmla="*/ 201037 h 1833838"/>
              <a:gd name="connsiteX49" fmla="*/ 663552 w 1022980"/>
              <a:gd name="connsiteY49" fmla="*/ 158625 h 1833838"/>
              <a:gd name="connsiteX50" fmla="*/ 681520 w 1022980"/>
              <a:gd name="connsiteY50" fmla="*/ 130097 h 1833838"/>
              <a:gd name="connsiteX51" fmla="*/ 684787 w 1022980"/>
              <a:gd name="connsiteY51" fmla="*/ 109095 h 1833838"/>
              <a:gd name="connsiteX52" fmla="*/ 664660 w 1022980"/>
              <a:gd name="connsiteY52" fmla="*/ 87684 h 1833838"/>
              <a:gd name="connsiteX53" fmla="*/ 658709 w 1022980"/>
              <a:gd name="connsiteY53" fmla="*/ 71116 h 1833838"/>
              <a:gd name="connsiteX54" fmla="*/ 624756 w 1022980"/>
              <a:gd name="connsiteY54" fmla="*/ 67557 h 1833838"/>
              <a:gd name="connsiteX55" fmla="*/ 602704 w 1022980"/>
              <a:gd name="connsiteY55" fmla="*/ 59448 h 1833838"/>
              <a:gd name="connsiteX56" fmla="*/ 588352 w 1022980"/>
              <a:gd name="connsiteY56" fmla="*/ 44630 h 1833838"/>
              <a:gd name="connsiteX57" fmla="*/ 563500 w 1022980"/>
              <a:gd name="connsiteY57" fmla="*/ 13243 h 1833838"/>
              <a:gd name="connsiteX58" fmla="*/ 544481 w 1022980"/>
              <a:gd name="connsiteY58" fmla="*/ 0 h 1833838"/>
              <a:gd name="connsiteX59" fmla="*/ 501018 w 1022980"/>
              <a:gd name="connsiteY59" fmla="*/ 758 h 1833838"/>
              <a:gd name="connsiteX60" fmla="*/ 484100 w 1022980"/>
              <a:gd name="connsiteY60" fmla="*/ 19135 h 1833838"/>
              <a:gd name="connsiteX61" fmla="*/ 485617 w 1022980"/>
              <a:gd name="connsiteY61" fmla="*/ 27945 h 1833838"/>
              <a:gd name="connsiteX62" fmla="*/ 470157 w 1022980"/>
              <a:gd name="connsiteY62" fmla="*/ 31562 h 1833838"/>
              <a:gd name="connsiteX63" fmla="*/ 443729 w 1022980"/>
              <a:gd name="connsiteY63" fmla="*/ 26486 h 1833838"/>
              <a:gd name="connsiteX64" fmla="*/ 422318 w 1022980"/>
              <a:gd name="connsiteY64" fmla="*/ 36054 h 1833838"/>
              <a:gd name="connsiteX65" fmla="*/ 423894 w 1022980"/>
              <a:gd name="connsiteY65" fmla="*/ 47780 h 1833838"/>
              <a:gd name="connsiteX66" fmla="*/ 407733 w 1022980"/>
              <a:gd name="connsiteY66" fmla="*/ 69891 h 1833838"/>
              <a:gd name="connsiteX67" fmla="*/ 395949 w 1022980"/>
              <a:gd name="connsiteY67" fmla="*/ 77125 h 1833838"/>
              <a:gd name="connsiteX68" fmla="*/ 405575 w 1022980"/>
              <a:gd name="connsiteY68" fmla="*/ 92585 h 1833838"/>
              <a:gd name="connsiteX69" fmla="*/ 398924 w 1022980"/>
              <a:gd name="connsiteY69" fmla="*/ 108803 h 1833838"/>
              <a:gd name="connsiteX70" fmla="*/ 393849 w 1022980"/>
              <a:gd name="connsiteY70" fmla="*/ 160958 h 1833838"/>
              <a:gd name="connsiteX71" fmla="*/ 403242 w 1022980"/>
              <a:gd name="connsiteY71" fmla="*/ 191878 h 1833838"/>
              <a:gd name="connsiteX72" fmla="*/ 410592 w 1022980"/>
              <a:gd name="connsiteY72" fmla="*/ 209380 h 1833838"/>
              <a:gd name="connsiteX73" fmla="*/ 403242 w 1022980"/>
              <a:gd name="connsiteY73" fmla="*/ 222740 h 1833838"/>
              <a:gd name="connsiteX74" fmla="*/ 385740 w 1022980"/>
              <a:gd name="connsiteY74" fmla="*/ 234582 h 1833838"/>
              <a:gd name="connsiteX75" fmla="*/ 368063 w 1022980"/>
              <a:gd name="connsiteY75" fmla="*/ 233124 h 1833838"/>
              <a:gd name="connsiteX76" fmla="*/ 351961 w 1022980"/>
              <a:gd name="connsiteY76" fmla="*/ 248584 h 1833838"/>
              <a:gd name="connsiteX77" fmla="*/ 338718 w 1022980"/>
              <a:gd name="connsiteY77" fmla="*/ 255876 h 1833838"/>
              <a:gd name="connsiteX78" fmla="*/ 326992 w 1022980"/>
              <a:gd name="connsiteY78" fmla="*/ 277870 h 1833838"/>
              <a:gd name="connsiteX79" fmla="*/ 304240 w 1022980"/>
              <a:gd name="connsiteY79" fmla="*/ 274312 h 1833838"/>
              <a:gd name="connsiteX80" fmla="*/ 270403 w 1022980"/>
              <a:gd name="connsiteY80" fmla="*/ 250684 h 1833838"/>
              <a:gd name="connsiteX81" fmla="*/ 249051 w 1022980"/>
              <a:gd name="connsiteY81" fmla="*/ 249984 h 1833838"/>
              <a:gd name="connsiteX82" fmla="*/ 234991 w 1022980"/>
              <a:gd name="connsiteY82" fmla="*/ 264686 h 1833838"/>
              <a:gd name="connsiteX83" fmla="*/ 210022 w 1022980"/>
              <a:gd name="connsiteY83" fmla="*/ 289013 h 1833838"/>
              <a:gd name="connsiteX84" fmla="*/ 162358 w 1022980"/>
              <a:gd name="connsiteY84" fmla="*/ 287496 h 1833838"/>
              <a:gd name="connsiteX85" fmla="*/ 133655 w 1022980"/>
              <a:gd name="connsiteY85" fmla="*/ 275770 h 1833838"/>
              <a:gd name="connsiteX86" fmla="*/ 117495 w 1022980"/>
              <a:gd name="connsiteY86" fmla="*/ 253659 h 1833838"/>
              <a:gd name="connsiteX87" fmla="*/ 109445 w 1022980"/>
              <a:gd name="connsiteY87" fmla="*/ 232307 h 1833838"/>
              <a:gd name="connsiteX88" fmla="*/ 66040 w 1022980"/>
              <a:gd name="connsiteY88" fmla="*/ 197129 h 1833838"/>
              <a:gd name="connsiteX89" fmla="*/ 50463 w 1022980"/>
              <a:gd name="connsiteY89" fmla="*/ 174318 h 1833838"/>
              <a:gd name="connsiteX90" fmla="*/ 31503 w 1022980"/>
              <a:gd name="connsiteY90" fmla="*/ 171168 h 1833838"/>
              <a:gd name="connsiteX91" fmla="*/ 17502 w 1022980"/>
              <a:gd name="connsiteY91" fmla="*/ 183010 h 1833838"/>
              <a:gd name="connsiteX92" fmla="*/ 13768 w 1022980"/>
              <a:gd name="connsiteY92" fmla="*/ 200746 h 1833838"/>
              <a:gd name="connsiteX93" fmla="*/ 19719 w 1022980"/>
              <a:gd name="connsiteY93" fmla="*/ 215972 h 1833838"/>
              <a:gd name="connsiteX94" fmla="*/ 12835 w 1022980"/>
              <a:gd name="connsiteY94" fmla="*/ 220639 h 1833838"/>
              <a:gd name="connsiteX95" fmla="*/ 4142 w 1022980"/>
              <a:gd name="connsiteY95" fmla="*/ 216322 h 1833838"/>
              <a:gd name="connsiteX96" fmla="*/ 0 w 1022980"/>
              <a:gd name="connsiteY96" fmla="*/ 222565 h 1833838"/>
              <a:gd name="connsiteX97" fmla="*/ 16802 w 1022980"/>
              <a:gd name="connsiteY97" fmla="*/ 242633 h 1833838"/>
              <a:gd name="connsiteX98" fmla="*/ 43229 w 1022980"/>
              <a:gd name="connsiteY98" fmla="*/ 255876 h 1833838"/>
              <a:gd name="connsiteX99" fmla="*/ 79283 w 1022980"/>
              <a:gd name="connsiteY99" fmla="*/ 297589 h 1833838"/>
              <a:gd name="connsiteX100" fmla="*/ 105652 w 1022980"/>
              <a:gd name="connsiteY100" fmla="*/ 317541 h 1833838"/>
              <a:gd name="connsiteX101" fmla="*/ 145382 w 1022980"/>
              <a:gd name="connsiteY101" fmla="*/ 320458 h 1833838"/>
              <a:gd name="connsiteX102" fmla="*/ 160958 w 1022980"/>
              <a:gd name="connsiteY102" fmla="*/ 330026 h 1833838"/>
              <a:gd name="connsiteX103" fmla="*/ 174843 w 1022980"/>
              <a:gd name="connsiteY103" fmla="*/ 333759 h 1833838"/>
              <a:gd name="connsiteX104" fmla="*/ 194503 w 1022980"/>
              <a:gd name="connsiteY104" fmla="*/ 356512 h 1833838"/>
              <a:gd name="connsiteX105" fmla="*/ 202029 w 1022980"/>
              <a:gd name="connsiteY105" fmla="*/ 375472 h 1833838"/>
              <a:gd name="connsiteX106" fmla="*/ 210897 w 1022980"/>
              <a:gd name="connsiteY106" fmla="*/ 376989 h 1833838"/>
              <a:gd name="connsiteX107" fmla="*/ 218072 w 1022980"/>
              <a:gd name="connsiteY107" fmla="*/ 374947 h 1833838"/>
              <a:gd name="connsiteX108" fmla="*/ 235749 w 1022980"/>
              <a:gd name="connsiteY108" fmla="*/ 399041 h 1833838"/>
              <a:gd name="connsiteX109" fmla="*/ 249692 w 1022980"/>
              <a:gd name="connsiteY109" fmla="*/ 400558 h 1833838"/>
              <a:gd name="connsiteX110" fmla="*/ 259377 w 1022980"/>
              <a:gd name="connsiteY110" fmla="*/ 415318 h 1833838"/>
              <a:gd name="connsiteX111" fmla="*/ 251734 w 1022980"/>
              <a:gd name="connsiteY111" fmla="*/ 433695 h 1833838"/>
              <a:gd name="connsiteX112" fmla="*/ 257393 w 1022980"/>
              <a:gd name="connsiteY112" fmla="*/ 463214 h 1833838"/>
              <a:gd name="connsiteX113" fmla="*/ 248001 w 1022980"/>
              <a:gd name="connsiteY113" fmla="*/ 486375 h 1833838"/>
              <a:gd name="connsiteX114" fmla="*/ 250334 w 1022980"/>
              <a:gd name="connsiteY114" fmla="*/ 506735 h 1833838"/>
              <a:gd name="connsiteX115" fmla="*/ 277228 w 1022980"/>
              <a:gd name="connsiteY115" fmla="*/ 508602 h 1833838"/>
              <a:gd name="connsiteX116" fmla="*/ 283471 w 1022980"/>
              <a:gd name="connsiteY116" fmla="*/ 532230 h 1833838"/>
              <a:gd name="connsiteX117" fmla="*/ 274020 w 1022980"/>
              <a:gd name="connsiteY117" fmla="*/ 547223 h 1833838"/>
              <a:gd name="connsiteX118" fmla="*/ 277228 w 1022980"/>
              <a:gd name="connsiteY118" fmla="*/ 575401 h 1833838"/>
              <a:gd name="connsiteX119" fmla="*/ 288546 w 1022980"/>
              <a:gd name="connsiteY119" fmla="*/ 591911 h 1833838"/>
              <a:gd name="connsiteX120" fmla="*/ 295314 w 1022980"/>
              <a:gd name="connsiteY120" fmla="*/ 628490 h 1833838"/>
              <a:gd name="connsiteX121" fmla="*/ 290238 w 1022980"/>
              <a:gd name="connsiteY121" fmla="*/ 645408 h 1833838"/>
              <a:gd name="connsiteX122" fmla="*/ 294672 w 1022980"/>
              <a:gd name="connsiteY122" fmla="*/ 660868 h 1833838"/>
              <a:gd name="connsiteX123" fmla="*/ 294672 w 1022980"/>
              <a:gd name="connsiteY123" fmla="*/ 700655 h 1833838"/>
              <a:gd name="connsiteX124" fmla="*/ 288021 w 1022980"/>
              <a:gd name="connsiteY124" fmla="*/ 715357 h 1833838"/>
              <a:gd name="connsiteX125" fmla="*/ 298347 w 1022980"/>
              <a:gd name="connsiteY125" fmla="*/ 744643 h 1833838"/>
              <a:gd name="connsiteX126" fmla="*/ 317541 w 1022980"/>
              <a:gd name="connsiteY126" fmla="*/ 751294 h 1833838"/>
              <a:gd name="connsiteX127" fmla="*/ 335101 w 1022980"/>
              <a:gd name="connsiteY127" fmla="*/ 788864 h 1833838"/>
              <a:gd name="connsiteX128" fmla="*/ 346477 w 1022980"/>
              <a:gd name="connsiteY128" fmla="*/ 801174 h 1833838"/>
              <a:gd name="connsiteX129" fmla="*/ 345485 w 1022980"/>
              <a:gd name="connsiteY129" fmla="*/ 823226 h 1833838"/>
              <a:gd name="connsiteX130" fmla="*/ 352311 w 1022980"/>
              <a:gd name="connsiteY130" fmla="*/ 830927 h 1833838"/>
              <a:gd name="connsiteX131" fmla="*/ 371622 w 1022980"/>
              <a:gd name="connsiteY131" fmla="*/ 831744 h 1833838"/>
              <a:gd name="connsiteX132" fmla="*/ 390290 w 1022980"/>
              <a:gd name="connsiteY132" fmla="*/ 850937 h 1833838"/>
              <a:gd name="connsiteX133" fmla="*/ 428736 w 1022980"/>
              <a:gd name="connsiteY133" fmla="*/ 850937 h 1833838"/>
              <a:gd name="connsiteX134" fmla="*/ 454930 w 1022980"/>
              <a:gd name="connsiteY134" fmla="*/ 876373 h 1833838"/>
              <a:gd name="connsiteX135" fmla="*/ 440404 w 1022980"/>
              <a:gd name="connsiteY135" fmla="*/ 883432 h 1833838"/>
              <a:gd name="connsiteX136" fmla="*/ 450321 w 1022980"/>
              <a:gd name="connsiteY136" fmla="*/ 897317 h 1833838"/>
              <a:gd name="connsiteX137" fmla="*/ 451896 w 1022980"/>
              <a:gd name="connsiteY137" fmla="*/ 928179 h 1833838"/>
              <a:gd name="connsiteX138" fmla="*/ 444837 w 1022980"/>
              <a:gd name="connsiteY138" fmla="*/ 934363 h 1833838"/>
              <a:gd name="connsiteX139" fmla="*/ 475816 w 1022980"/>
              <a:gd name="connsiteY139" fmla="*/ 962949 h 1833838"/>
              <a:gd name="connsiteX140" fmla="*/ 453472 w 1022980"/>
              <a:gd name="connsiteY140" fmla="*/ 958224 h 1833838"/>
              <a:gd name="connsiteX141" fmla="*/ 444837 w 1022980"/>
              <a:gd name="connsiteY141" fmla="*/ 961374 h 1833838"/>
              <a:gd name="connsiteX142" fmla="*/ 471207 w 1022980"/>
              <a:gd name="connsiteY142" fmla="*/ 982901 h 1833838"/>
              <a:gd name="connsiteX143" fmla="*/ 471907 w 1022980"/>
              <a:gd name="connsiteY143" fmla="*/ 995269 h 1833838"/>
              <a:gd name="connsiteX144" fmla="*/ 441045 w 1022980"/>
              <a:gd name="connsiteY144" fmla="*/ 978409 h 1833838"/>
              <a:gd name="connsiteX145" fmla="*/ 415609 w 1022980"/>
              <a:gd name="connsiteY145" fmla="*/ 979167 h 1833838"/>
              <a:gd name="connsiteX146" fmla="*/ 388598 w 1022980"/>
              <a:gd name="connsiteY146" fmla="*/ 996844 h 1833838"/>
              <a:gd name="connsiteX147" fmla="*/ 389298 w 1022980"/>
              <a:gd name="connsiteY147" fmla="*/ 1012946 h 1833838"/>
              <a:gd name="connsiteX148" fmla="*/ 370746 w 1022980"/>
              <a:gd name="connsiteY148" fmla="*/ 1032314 h 1833838"/>
              <a:gd name="connsiteX149" fmla="*/ 370746 w 1022980"/>
              <a:gd name="connsiteY149" fmla="*/ 1046141 h 1833838"/>
              <a:gd name="connsiteX150" fmla="*/ 362287 w 1022980"/>
              <a:gd name="connsiteY150" fmla="*/ 1052383 h 1833838"/>
              <a:gd name="connsiteX151" fmla="*/ 330726 w 1022980"/>
              <a:gd name="connsiteY151" fmla="*/ 1085462 h 1833838"/>
              <a:gd name="connsiteX152" fmla="*/ 326000 w 1022980"/>
              <a:gd name="connsiteY152" fmla="*/ 1118715 h 1833838"/>
              <a:gd name="connsiteX153" fmla="*/ 318241 w 1022980"/>
              <a:gd name="connsiteY153" fmla="*/ 1120932 h 1833838"/>
              <a:gd name="connsiteX154" fmla="*/ 312990 w 1022980"/>
              <a:gd name="connsiteY154" fmla="*/ 1110956 h 1833838"/>
              <a:gd name="connsiteX155" fmla="*/ 303656 w 1022980"/>
              <a:gd name="connsiteY155" fmla="*/ 1112473 h 1833838"/>
              <a:gd name="connsiteX156" fmla="*/ 310657 w 1022980"/>
              <a:gd name="connsiteY156" fmla="*/ 1132425 h 1833838"/>
              <a:gd name="connsiteX157" fmla="*/ 306048 w 1022980"/>
              <a:gd name="connsiteY157" fmla="*/ 1148701 h 1833838"/>
              <a:gd name="connsiteX158" fmla="*/ 285221 w 1022980"/>
              <a:gd name="connsiteY158" fmla="*/ 1150977 h 1833838"/>
              <a:gd name="connsiteX159" fmla="*/ 272736 w 1022980"/>
              <a:gd name="connsiteY159" fmla="*/ 1167953 h 1833838"/>
              <a:gd name="connsiteX160" fmla="*/ 278162 w 1022980"/>
              <a:gd name="connsiteY160" fmla="*/ 1193389 h 1833838"/>
              <a:gd name="connsiteX161" fmla="*/ 292163 w 1022980"/>
              <a:gd name="connsiteY161" fmla="*/ 1203482 h 1833838"/>
              <a:gd name="connsiteX162" fmla="*/ 267486 w 1022980"/>
              <a:gd name="connsiteY162" fmla="*/ 1195723 h 1833838"/>
              <a:gd name="connsiteX163" fmla="*/ 260427 w 1022980"/>
              <a:gd name="connsiteY163" fmla="*/ 1186505 h 1833838"/>
              <a:gd name="connsiteX164" fmla="*/ 246659 w 1022980"/>
              <a:gd name="connsiteY164" fmla="*/ 1191814 h 1833838"/>
              <a:gd name="connsiteX165" fmla="*/ 238841 w 1022980"/>
              <a:gd name="connsiteY165" fmla="*/ 1213458 h 1833838"/>
              <a:gd name="connsiteX166" fmla="*/ 241992 w 1022980"/>
              <a:gd name="connsiteY166" fmla="*/ 1223492 h 1833838"/>
              <a:gd name="connsiteX167" fmla="*/ 228107 w 1022980"/>
              <a:gd name="connsiteY167" fmla="*/ 1217250 h 1833838"/>
              <a:gd name="connsiteX168" fmla="*/ 222740 w 1022980"/>
              <a:gd name="connsiteY168" fmla="*/ 1225068 h 1833838"/>
              <a:gd name="connsiteX169" fmla="*/ 236508 w 1022980"/>
              <a:gd name="connsiteY169" fmla="*/ 1238661 h 1833838"/>
              <a:gd name="connsiteX170" fmla="*/ 236858 w 1022980"/>
              <a:gd name="connsiteY170" fmla="*/ 1248403 h 1833838"/>
              <a:gd name="connsiteX171" fmla="*/ 224665 w 1022980"/>
              <a:gd name="connsiteY171" fmla="*/ 1261530 h 1833838"/>
              <a:gd name="connsiteX172" fmla="*/ 218714 w 1022980"/>
              <a:gd name="connsiteY172" fmla="*/ 1273023 h 1833838"/>
              <a:gd name="connsiteX173" fmla="*/ 200804 w 1022980"/>
              <a:gd name="connsiteY173" fmla="*/ 1284515 h 1833838"/>
              <a:gd name="connsiteX174" fmla="*/ 191120 w 1022980"/>
              <a:gd name="connsiteY174" fmla="*/ 1277631 h 1833838"/>
              <a:gd name="connsiteX175" fmla="*/ 188786 w 1022980"/>
              <a:gd name="connsiteY175" fmla="*/ 1270339 h 1833838"/>
              <a:gd name="connsiteX176" fmla="*/ 175368 w 1022980"/>
              <a:gd name="connsiteY176" fmla="*/ 1265964 h 1833838"/>
              <a:gd name="connsiteX177" fmla="*/ 161425 w 1022980"/>
              <a:gd name="connsiteY177" fmla="*/ 1271214 h 1833838"/>
              <a:gd name="connsiteX178" fmla="*/ 166384 w 1022980"/>
              <a:gd name="connsiteY178" fmla="*/ 1289533 h 1833838"/>
              <a:gd name="connsiteX179" fmla="*/ 155066 w 1022980"/>
              <a:gd name="connsiteY179" fmla="*/ 1299159 h 1833838"/>
              <a:gd name="connsiteX180" fmla="*/ 163117 w 1022980"/>
              <a:gd name="connsiteY180" fmla="*/ 1318469 h 1833838"/>
              <a:gd name="connsiteX181" fmla="*/ 155299 w 1022980"/>
              <a:gd name="connsiteY181" fmla="*/ 1337196 h 1833838"/>
              <a:gd name="connsiteX182" fmla="*/ 145790 w 1022980"/>
              <a:gd name="connsiteY182" fmla="*/ 1339588 h 1833838"/>
              <a:gd name="connsiteX183" fmla="*/ 135814 w 1022980"/>
              <a:gd name="connsiteY183" fmla="*/ 1356506 h 1833838"/>
              <a:gd name="connsiteX184" fmla="*/ 143456 w 1022980"/>
              <a:gd name="connsiteY184" fmla="*/ 1376867 h 1833838"/>
              <a:gd name="connsiteX185" fmla="*/ 148824 w 1022980"/>
              <a:gd name="connsiteY185" fmla="*/ 1381067 h 1833838"/>
              <a:gd name="connsiteX186" fmla="*/ 142581 w 1022980"/>
              <a:gd name="connsiteY186" fmla="*/ 1401136 h 1833838"/>
              <a:gd name="connsiteX187" fmla="*/ 146490 w 1022980"/>
              <a:gd name="connsiteY187" fmla="*/ 1414670 h 1833838"/>
              <a:gd name="connsiteX188" fmla="*/ 159616 w 1022980"/>
              <a:gd name="connsiteY188" fmla="*/ 1408603 h 1833838"/>
              <a:gd name="connsiteX189" fmla="*/ 170293 w 1022980"/>
              <a:gd name="connsiteY189" fmla="*/ 1419979 h 1833838"/>
              <a:gd name="connsiteX190" fmla="*/ 166792 w 1022980"/>
              <a:gd name="connsiteY190" fmla="*/ 1441973 h 1833838"/>
              <a:gd name="connsiteX191" fmla="*/ 161425 w 1022980"/>
              <a:gd name="connsiteY191" fmla="*/ 1452649 h 1833838"/>
              <a:gd name="connsiteX192" fmla="*/ 168426 w 1022980"/>
              <a:gd name="connsiteY192" fmla="*/ 1471960 h 1833838"/>
              <a:gd name="connsiteX193" fmla="*/ 164225 w 1022980"/>
              <a:gd name="connsiteY193" fmla="*/ 1480827 h 1833838"/>
              <a:gd name="connsiteX194" fmla="*/ 184177 w 1022980"/>
              <a:gd name="connsiteY194" fmla="*/ 1513614 h 1833838"/>
              <a:gd name="connsiteX195" fmla="*/ 194153 w 1022980"/>
              <a:gd name="connsiteY195" fmla="*/ 1522190 h 1833838"/>
              <a:gd name="connsiteX196" fmla="*/ 187211 w 1022980"/>
              <a:gd name="connsiteY196" fmla="*/ 1534441 h 1833838"/>
              <a:gd name="connsiteX197" fmla="*/ 202788 w 1022980"/>
              <a:gd name="connsiteY197" fmla="*/ 1558244 h 1833838"/>
              <a:gd name="connsiteX198" fmla="*/ 188028 w 1022980"/>
              <a:gd name="connsiteY198" fmla="*/ 1564486 h 1833838"/>
              <a:gd name="connsiteX199" fmla="*/ 191178 w 1022980"/>
              <a:gd name="connsiteY199" fmla="*/ 1596106 h 1833838"/>
              <a:gd name="connsiteX200" fmla="*/ 184177 w 1022980"/>
              <a:gd name="connsiteY200" fmla="*/ 1608532 h 1833838"/>
              <a:gd name="connsiteX201" fmla="*/ 183244 w 1022980"/>
              <a:gd name="connsiteY201" fmla="*/ 1650245 h 1833838"/>
              <a:gd name="connsiteX202" fmla="*/ 194853 w 1022980"/>
              <a:gd name="connsiteY202" fmla="*/ 1664829 h 1833838"/>
              <a:gd name="connsiteX203" fmla="*/ 184177 w 1022980"/>
              <a:gd name="connsiteY203" fmla="*/ 1687290 h 1833838"/>
              <a:gd name="connsiteX204" fmla="*/ 184177 w 1022980"/>
              <a:gd name="connsiteY204" fmla="*/ 1702633 h 1833838"/>
              <a:gd name="connsiteX205" fmla="*/ 191820 w 1022980"/>
              <a:gd name="connsiteY205" fmla="*/ 1713368 h 1833838"/>
              <a:gd name="connsiteX206" fmla="*/ 218714 w 1022980"/>
              <a:gd name="connsiteY206" fmla="*/ 1701058 h 1833838"/>
              <a:gd name="connsiteX207" fmla="*/ 228865 w 1022980"/>
              <a:gd name="connsiteY207" fmla="*/ 1708817 h 1833838"/>
              <a:gd name="connsiteX208" fmla="*/ 233357 w 1022980"/>
              <a:gd name="connsiteY208" fmla="*/ 1696566 h 1833838"/>
              <a:gd name="connsiteX209" fmla="*/ 256576 w 1022980"/>
              <a:gd name="connsiteY209" fmla="*/ 1721069 h 1833838"/>
              <a:gd name="connsiteX210" fmla="*/ 270519 w 1022980"/>
              <a:gd name="connsiteY210" fmla="*/ 1718910 h 1833838"/>
              <a:gd name="connsiteX211" fmla="*/ 284404 w 1022980"/>
              <a:gd name="connsiteY211" fmla="*/ 1731220 h 1833838"/>
              <a:gd name="connsiteX212" fmla="*/ 313749 w 1022980"/>
              <a:gd name="connsiteY212" fmla="*/ 1728069 h 1833838"/>
              <a:gd name="connsiteX213" fmla="*/ 322266 w 1022980"/>
              <a:gd name="connsiteY213" fmla="*/ 1731978 h 1833838"/>
              <a:gd name="connsiteX214" fmla="*/ 314449 w 1022980"/>
              <a:gd name="connsiteY214" fmla="*/ 1746621 h 1833838"/>
              <a:gd name="connsiteX215" fmla="*/ 325300 w 1022980"/>
              <a:gd name="connsiteY215" fmla="*/ 1746621 h 1833838"/>
              <a:gd name="connsiteX216" fmla="*/ 349978 w 1022980"/>
              <a:gd name="connsiteY216" fmla="*/ 1729586 h 1833838"/>
              <a:gd name="connsiteX217" fmla="*/ 349978 w 1022980"/>
              <a:gd name="connsiteY217" fmla="*/ 1743529 h 1833838"/>
              <a:gd name="connsiteX218" fmla="*/ 337726 w 1022980"/>
              <a:gd name="connsiteY218" fmla="*/ 1760506 h 1833838"/>
              <a:gd name="connsiteX219" fmla="*/ 363162 w 1022980"/>
              <a:gd name="connsiteY219" fmla="*/ 1796735 h 1833838"/>
              <a:gd name="connsiteX220" fmla="*/ 368471 w 1022980"/>
              <a:gd name="connsiteY220" fmla="*/ 1808986 h 1833838"/>
              <a:gd name="connsiteX221" fmla="*/ 361529 w 1022980"/>
              <a:gd name="connsiteY221" fmla="*/ 1829813 h 1833838"/>
              <a:gd name="connsiteX222" fmla="*/ 368471 w 1022980"/>
              <a:gd name="connsiteY222" fmla="*/ 1833839 h 1833838"/>
              <a:gd name="connsiteX223" fmla="*/ 379322 w 1022980"/>
              <a:gd name="connsiteY223" fmla="*/ 1803619 h 1833838"/>
              <a:gd name="connsiteX224" fmla="*/ 391515 w 1022980"/>
              <a:gd name="connsiteY224" fmla="*/ 1797551 h 1833838"/>
              <a:gd name="connsiteX225" fmla="*/ 394024 w 1022980"/>
              <a:gd name="connsiteY225" fmla="*/ 1810619 h 1833838"/>
              <a:gd name="connsiteX226" fmla="*/ 411700 w 1022980"/>
              <a:gd name="connsiteY226" fmla="*/ 1802919 h 1833838"/>
              <a:gd name="connsiteX227" fmla="*/ 426285 w 1022980"/>
              <a:gd name="connsiteY227" fmla="*/ 1802102 h 1833838"/>
              <a:gd name="connsiteX228" fmla="*/ 459422 w 1022980"/>
              <a:gd name="connsiteY228" fmla="*/ 1778125 h 1833838"/>
              <a:gd name="connsiteX229" fmla="*/ 478032 w 1022980"/>
              <a:gd name="connsiteY229" fmla="*/ 1778125 h 1833838"/>
              <a:gd name="connsiteX230" fmla="*/ 518228 w 1022980"/>
              <a:gd name="connsiteY230" fmla="*/ 1752047 h 1833838"/>
              <a:gd name="connsiteX231" fmla="*/ 520445 w 1022980"/>
              <a:gd name="connsiteY231" fmla="*/ 1741079 h 1833838"/>
              <a:gd name="connsiteX232" fmla="*/ 546756 w 1022980"/>
              <a:gd name="connsiteY232" fmla="*/ 1748838 h 1833838"/>
              <a:gd name="connsiteX233" fmla="*/ 564375 w 1022980"/>
              <a:gd name="connsiteY233" fmla="*/ 1745804 h 1833838"/>
              <a:gd name="connsiteX234" fmla="*/ 580710 w 1022980"/>
              <a:gd name="connsiteY234" fmla="*/ 1720952 h 1833838"/>
              <a:gd name="connsiteX235" fmla="*/ 584444 w 1022980"/>
              <a:gd name="connsiteY235" fmla="*/ 1729528 h 1833838"/>
              <a:gd name="connsiteX236" fmla="*/ 575984 w 1022980"/>
              <a:gd name="connsiteY236" fmla="*/ 1746563 h 1833838"/>
              <a:gd name="connsiteX237" fmla="*/ 586777 w 1022980"/>
              <a:gd name="connsiteY237" fmla="*/ 1751055 h 1833838"/>
              <a:gd name="connsiteX238" fmla="*/ 597511 w 1022980"/>
              <a:gd name="connsiteY238" fmla="*/ 1726553 h 1833838"/>
              <a:gd name="connsiteX239" fmla="*/ 606846 w 1022980"/>
              <a:gd name="connsiteY239" fmla="*/ 1728769 h 1833838"/>
              <a:gd name="connsiteX240" fmla="*/ 598328 w 1022980"/>
              <a:gd name="connsiteY240" fmla="*/ 1707942 h 1833838"/>
              <a:gd name="connsiteX241" fmla="*/ 606846 w 1022980"/>
              <a:gd name="connsiteY241" fmla="*/ 1699425 h 1833838"/>
              <a:gd name="connsiteX242" fmla="*/ 616880 w 1022980"/>
              <a:gd name="connsiteY242" fmla="*/ 1719552 h 1833838"/>
              <a:gd name="connsiteX243" fmla="*/ 628490 w 1022980"/>
              <a:gd name="connsiteY243" fmla="*/ 1721885 h 1833838"/>
              <a:gd name="connsiteX244" fmla="*/ 633098 w 1022980"/>
              <a:gd name="connsiteY244" fmla="*/ 1707184 h 1833838"/>
              <a:gd name="connsiteX245" fmla="*/ 643249 w 1022980"/>
              <a:gd name="connsiteY245" fmla="*/ 1729528 h 1833838"/>
              <a:gd name="connsiteX246" fmla="*/ 656259 w 1022980"/>
              <a:gd name="connsiteY246" fmla="*/ 1724919 h 1833838"/>
              <a:gd name="connsiteX247" fmla="*/ 657834 w 1022980"/>
              <a:gd name="connsiteY247" fmla="*/ 1710859 h 1833838"/>
              <a:gd name="connsiteX248" fmla="*/ 669327 w 1022980"/>
              <a:gd name="connsiteY248" fmla="*/ 1714009 h 1833838"/>
              <a:gd name="connsiteX249" fmla="*/ 673994 w 1022980"/>
              <a:gd name="connsiteY249" fmla="*/ 1724977 h 1833838"/>
              <a:gd name="connsiteX250" fmla="*/ 687121 w 1022980"/>
              <a:gd name="connsiteY250" fmla="*/ 1712493 h 1833838"/>
              <a:gd name="connsiteX251" fmla="*/ 713256 w 1022980"/>
              <a:gd name="connsiteY251" fmla="*/ 1707184 h 1833838"/>
              <a:gd name="connsiteX252" fmla="*/ 727958 w 1022980"/>
              <a:gd name="connsiteY252" fmla="*/ 1720310 h 1833838"/>
              <a:gd name="connsiteX253" fmla="*/ 759636 w 1022980"/>
              <a:gd name="connsiteY253" fmla="*/ 1715701 h 1833838"/>
              <a:gd name="connsiteX254" fmla="*/ 761912 w 1022980"/>
              <a:gd name="connsiteY254" fmla="*/ 1704909 h 1833838"/>
              <a:gd name="connsiteX255" fmla="*/ 753336 w 1022980"/>
              <a:gd name="connsiteY255" fmla="*/ 1696508 h 1833838"/>
              <a:gd name="connsiteX256" fmla="*/ 762728 w 1022980"/>
              <a:gd name="connsiteY256" fmla="*/ 1691024 h 1833838"/>
              <a:gd name="connsiteX257" fmla="*/ 776496 w 1022980"/>
              <a:gd name="connsiteY257" fmla="*/ 1695574 h 1833838"/>
              <a:gd name="connsiteX258" fmla="*/ 779647 w 1022980"/>
              <a:gd name="connsiteY258" fmla="*/ 1707942 h 1833838"/>
              <a:gd name="connsiteX259" fmla="*/ 799657 w 1022980"/>
              <a:gd name="connsiteY259" fmla="*/ 1713309 h 1833838"/>
              <a:gd name="connsiteX260" fmla="*/ 807766 w 1022980"/>
              <a:gd name="connsiteY260" fmla="*/ 1696274 h 1833838"/>
              <a:gd name="connsiteX261" fmla="*/ 426694 w 1022980"/>
              <a:gd name="connsiteY261" fmla="*/ 953965 h 1833838"/>
              <a:gd name="connsiteX262" fmla="*/ 418876 w 1022980"/>
              <a:gd name="connsiteY262" fmla="*/ 963357 h 1833838"/>
              <a:gd name="connsiteX263" fmla="*/ 401083 w 1022980"/>
              <a:gd name="connsiteY263" fmla="*/ 961957 h 1833838"/>
              <a:gd name="connsiteX264" fmla="*/ 387198 w 1022980"/>
              <a:gd name="connsiteY264" fmla="*/ 942005 h 1833838"/>
              <a:gd name="connsiteX265" fmla="*/ 406333 w 1022980"/>
              <a:gd name="connsiteY265" fmla="*/ 928470 h 1833838"/>
              <a:gd name="connsiteX266" fmla="*/ 437195 w 1022980"/>
              <a:gd name="connsiteY266" fmla="*/ 933138 h 1833838"/>
              <a:gd name="connsiteX267" fmla="*/ 435503 w 1022980"/>
              <a:gd name="connsiteY267" fmla="*/ 941947 h 1833838"/>
              <a:gd name="connsiteX268" fmla="*/ 417360 w 1022980"/>
              <a:gd name="connsiteY268" fmla="*/ 942764 h 1833838"/>
              <a:gd name="connsiteX269" fmla="*/ 426694 w 1022980"/>
              <a:gd name="connsiteY269" fmla="*/ 953906 h 1833838"/>
              <a:gd name="connsiteX270" fmla="*/ 139781 w 1022980"/>
              <a:gd name="connsiteY270" fmla="*/ 1244145 h 1833838"/>
              <a:gd name="connsiteX271" fmla="*/ 141940 w 1022980"/>
              <a:gd name="connsiteY271" fmla="*/ 1230843 h 1833838"/>
              <a:gd name="connsiteX272" fmla="*/ 154074 w 1022980"/>
              <a:gd name="connsiteY272" fmla="*/ 1241111 h 1833838"/>
              <a:gd name="connsiteX273" fmla="*/ 146140 w 1022980"/>
              <a:gd name="connsiteY273" fmla="*/ 1249745 h 1833838"/>
              <a:gd name="connsiteX274" fmla="*/ 139781 w 1022980"/>
              <a:gd name="connsiteY274" fmla="*/ 1244203 h 1833838"/>
              <a:gd name="connsiteX275" fmla="*/ 130913 w 1022980"/>
              <a:gd name="connsiteY275" fmla="*/ 1256338 h 1833838"/>
              <a:gd name="connsiteX276" fmla="*/ 142931 w 1022980"/>
              <a:gd name="connsiteY276" fmla="*/ 1266314 h 1833838"/>
              <a:gd name="connsiteX277" fmla="*/ 155824 w 1022980"/>
              <a:gd name="connsiteY277" fmla="*/ 1259896 h 1833838"/>
              <a:gd name="connsiteX278" fmla="*/ 154016 w 1022980"/>
              <a:gd name="connsiteY278" fmla="*/ 1276931 h 1833838"/>
              <a:gd name="connsiteX279" fmla="*/ 136047 w 1022980"/>
              <a:gd name="connsiteY279" fmla="*/ 1287257 h 1833838"/>
              <a:gd name="connsiteX280" fmla="*/ 124554 w 1022980"/>
              <a:gd name="connsiteY280" fmla="*/ 1273256 h 1833838"/>
              <a:gd name="connsiteX281" fmla="*/ 130913 w 1022980"/>
              <a:gd name="connsiteY281" fmla="*/ 1256279 h 1833838"/>
              <a:gd name="connsiteX282" fmla="*/ 342277 w 1022980"/>
              <a:gd name="connsiteY282" fmla="*/ 1792593 h 1833838"/>
              <a:gd name="connsiteX283" fmla="*/ 346244 w 1022980"/>
              <a:gd name="connsiteY283" fmla="*/ 1807994 h 1833838"/>
              <a:gd name="connsiteX284" fmla="*/ 333059 w 1022980"/>
              <a:gd name="connsiteY284" fmla="*/ 1816979 h 1833838"/>
              <a:gd name="connsiteX285" fmla="*/ 325708 w 1022980"/>
              <a:gd name="connsiteY285" fmla="*/ 1807994 h 1833838"/>
              <a:gd name="connsiteX286" fmla="*/ 335276 w 1022980"/>
              <a:gd name="connsiteY286" fmla="*/ 1802510 h 1833838"/>
              <a:gd name="connsiteX287" fmla="*/ 342277 w 1022980"/>
              <a:gd name="connsiteY287" fmla="*/ 1792534 h 1833838"/>
              <a:gd name="connsiteX288" fmla="*/ 314974 w 1022980"/>
              <a:gd name="connsiteY288" fmla="*/ 1769607 h 1833838"/>
              <a:gd name="connsiteX289" fmla="*/ 320808 w 1022980"/>
              <a:gd name="connsiteY289" fmla="*/ 1784133 h 1833838"/>
              <a:gd name="connsiteX290" fmla="*/ 312640 w 1022980"/>
              <a:gd name="connsiteY290" fmla="*/ 1785942 h 1833838"/>
              <a:gd name="connsiteX291" fmla="*/ 314974 w 1022980"/>
              <a:gd name="connsiteY291" fmla="*/ 1769607 h 1833838"/>
              <a:gd name="connsiteX292" fmla="*/ 273378 w 1022980"/>
              <a:gd name="connsiteY292" fmla="*/ 1749830 h 1833838"/>
              <a:gd name="connsiteX293" fmla="*/ 304590 w 1022980"/>
              <a:gd name="connsiteY293" fmla="*/ 1743588 h 1833838"/>
              <a:gd name="connsiteX294" fmla="*/ 302489 w 1022980"/>
              <a:gd name="connsiteY294" fmla="*/ 1755314 h 1833838"/>
              <a:gd name="connsiteX295" fmla="*/ 284171 w 1022980"/>
              <a:gd name="connsiteY295" fmla="*/ 1770132 h 1833838"/>
              <a:gd name="connsiteX296" fmla="*/ 269761 w 1022980"/>
              <a:gd name="connsiteY296" fmla="*/ 1761906 h 1833838"/>
              <a:gd name="connsiteX297" fmla="*/ 273378 w 1022980"/>
              <a:gd name="connsiteY297" fmla="*/ 1749830 h 1833838"/>
              <a:gd name="connsiteX298" fmla="*/ 231374 w 1022980"/>
              <a:gd name="connsiteY298" fmla="*/ 1715876 h 1833838"/>
              <a:gd name="connsiteX299" fmla="*/ 252318 w 1022980"/>
              <a:gd name="connsiteY299" fmla="*/ 1733903 h 1833838"/>
              <a:gd name="connsiteX300" fmla="*/ 239833 w 1022980"/>
              <a:gd name="connsiteY300" fmla="*/ 1742071 h 1833838"/>
              <a:gd name="connsiteX301" fmla="*/ 231374 w 1022980"/>
              <a:gd name="connsiteY301" fmla="*/ 1732387 h 1833838"/>
              <a:gd name="connsiteX302" fmla="*/ 231374 w 1022980"/>
              <a:gd name="connsiteY302" fmla="*/ 1715876 h 1833838"/>
              <a:gd name="connsiteX303" fmla="*/ 185344 w 1022980"/>
              <a:gd name="connsiteY303" fmla="*/ 1724336 h 1833838"/>
              <a:gd name="connsiteX304" fmla="*/ 204421 w 1022980"/>
              <a:gd name="connsiteY304" fmla="*/ 1727019 h 1833838"/>
              <a:gd name="connsiteX305" fmla="*/ 193045 w 1022980"/>
              <a:gd name="connsiteY305" fmla="*/ 1731803 h 1833838"/>
              <a:gd name="connsiteX306" fmla="*/ 185344 w 1022980"/>
              <a:gd name="connsiteY306" fmla="*/ 1724394 h 1833838"/>
              <a:gd name="connsiteX307" fmla="*/ 49880 w 1022980"/>
              <a:gd name="connsiteY307" fmla="*/ 1753797 h 1833838"/>
              <a:gd name="connsiteX308" fmla="*/ 73449 w 1022980"/>
              <a:gd name="connsiteY308" fmla="*/ 1761906 h 1833838"/>
              <a:gd name="connsiteX309" fmla="*/ 79283 w 1022980"/>
              <a:gd name="connsiteY309" fmla="*/ 1752688 h 1833838"/>
              <a:gd name="connsiteX310" fmla="*/ 63765 w 1022980"/>
              <a:gd name="connsiteY310" fmla="*/ 1742829 h 1833838"/>
              <a:gd name="connsiteX311" fmla="*/ 64173 w 1022980"/>
              <a:gd name="connsiteY311" fmla="*/ 1727311 h 1833838"/>
              <a:gd name="connsiteX312" fmla="*/ 74849 w 1022980"/>
              <a:gd name="connsiteY312" fmla="*/ 1726144 h 1833838"/>
              <a:gd name="connsiteX313" fmla="*/ 105069 w 1022980"/>
              <a:gd name="connsiteY313" fmla="*/ 1746913 h 1833838"/>
              <a:gd name="connsiteX314" fmla="*/ 107986 w 1022980"/>
              <a:gd name="connsiteY314" fmla="*/ 1762373 h 1833838"/>
              <a:gd name="connsiteX315" fmla="*/ 93518 w 1022980"/>
              <a:gd name="connsiteY315" fmla="*/ 1760156 h 1833838"/>
              <a:gd name="connsiteX316" fmla="*/ 86517 w 1022980"/>
              <a:gd name="connsiteY316" fmla="*/ 1767798 h 1833838"/>
              <a:gd name="connsiteX317" fmla="*/ 97368 w 1022980"/>
              <a:gd name="connsiteY317" fmla="*/ 1785242 h 1833838"/>
              <a:gd name="connsiteX318" fmla="*/ 112303 w 1022980"/>
              <a:gd name="connsiteY318" fmla="*/ 1783667 h 1833838"/>
              <a:gd name="connsiteX319" fmla="*/ 116912 w 1022980"/>
              <a:gd name="connsiteY319" fmla="*/ 1801460 h 1833838"/>
              <a:gd name="connsiteX320" fmla="*/ 102910 w 1022980"/>
              <a:gd name="connsiteY320" fmla="*/ 1809103 h 1833838"/>
              <a:gd name="connsiteX321" fmla="*/ 86284 w 1022980"/>
              <a:gd name="connsiteY321" fmla="*/ 1793293 h 1833838"/>
              <a:gd name="connsiteX322" fmla="*/ 65982 w 1022980"/>
              <a:gd name="connsiteY322" fmla="*/ 1786700 h 1833838"/>
              <a:gd name="connsiteX323" fmla="*/ 54664 w 1022980"/>
              <a:gd name="connsiteY323" fmla="*/ 1772932 h 1833838"/>
              <a:gd name="connsiteX324" fmla="*/ 42004 w 1022980"/>
              <a:gd name="connsiteY324" fmla="*/ 1764065 h 1833838"/>
              <a:gd name="connsiteX325" fmla="*/ 49822 w 1022980"/>
              <a:gd name="connsiteY325" fmla="*/ 1753739 h 1833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</a:cxnLst>
            <a:rect l="l" t="t" r="r" b="b"/>
            <a:pathLst>
              <a:path w="1022980" h="1833838">
                <a:moveTo>
                  <a:pt x="807766" y="1696449"/>
                </a:moveTo>
                <a:lnTo>
                  <a:pt x="803799" y="1667221"/>
                </a:lnTo>
                <a:lnTo>
                  <a:pt x="850937" y="1622300"/>
                </a:lnTo>
                <a:lnTo>
                  <a:pt x="875148" y="1610574"/>
                </a:lnTo>
                <a:lnTo>
                  <a:pt x="902393" y="1562094"/>
                </a:lnTo>
                <a:lnTo>
                  <a:pt x="931037" y="1519331"/>
                </a:lnTo>
                <a:lnTo>
                  <a:pt x="952273" y="1468634"/>
                </a:lnTo>
                <a:lnTo>
                  <a:pt x="993460" y="1398685"/>
                </a:lnTo>
                <a:lnTo>
                  <a:pt x="1022980" y="1326053"/>
                </a:lnTo>
                <a:lnTo>
                  <a:pt x="1016213" y="1295250"/>
                </a:lnTo>
                <a:lnTo>
                  <a:pt x="972166" y="1244495"/>
                </a:lnTo>
                <a:lnTo>
                  <a:pt x="945680" y="1235685"/>
                </a:lnTo>
                <a:lnTo>
                  <a:pt x="898601" y="1169529"/>
                </a:lnTo>
                <a:lnTo>
                  <a:pt x="906710" y="1139309"/>
                </a:lnTo>
                <a:lnTo>
                  <a:pt x="925787" y="1112939"/>
                </a:lnTo>
                <a:lnTo>
                  <a:pt x="923628" y="1082661"/>
                </a:lnTo>
                <a:lnTo>
                  <a:pt x="892883" y="1061484"/>
                </a:lnTo>
                <a:lnTo>
                  <a:pt x="881740" y="1037915"/>
                </a:lnTo>
                <a:lnTo>
                  <a:pt x="880340" y="1000520"/>
                </a:lnTo>
                <a:lnTo>
                  <a:pt x="888333" y="990952"/>
                </a:lnTo>
                <a:lnTo>
                  <a:pt x="879582" y="971875"/>
                </a:lnTo>
                <a:lnTo>
                  <a:pt x="854613" y="967441"/>
                </a:lnTo>
                <a:lnTo>
                  <a:pt x="841311" y="950464"/>
                </a:lnTo>
                <a:lnTo>
                  <a:pt x="841311" y="916628"/>
                </a:lnTo>
                <a:lnTo>
                  <a:pt x="855313" y="898192"/>
                </a:lnTo>
                <a:lnTo>
                  <a:pt x="835536" y="893117"/>
                </a:lnTo>
                <a:lnTo>
                  <a:pt x="834836" y="875498"/>
                </a:lnTo>
                <a:lnTo>
                  <a:pt x="839270" y="809400"/>
                </a:lnTo>
                <a:lnTo>
                  <a:pt x="857646" y="804966"/>
                </a:lnTo>
                <a:lnTo>
                  <a:pt x="812083" y="699080"/>
                </a:lnTo>
                <a:lnTo>
                  <a:pt x="770079" y="621781"/>
                </a:lnTo>
                <a:lnTo>
                  <a:pt x="761212" y="593194"/>
                </a:lnTo>
                <a:lnTo>
                  <a:pt x="736884" y="566708"/>
                </a:lnTo>
                <a:lnTo>
                  <a:pt x="753919" y="518345"/>
                </a:lnTo>
                <a:lnTo>
                  <a:pt x="774454" y="485092"/>
                </a:lnTo>
                <a:lnTo>
                  <a:pt x="784080" y="455222"/>
                </a:lnTo>
                <a:lnTo>
                  <a:pt x="771537" y="443379"/>
                </a:lnTo>
                <a:lnTo>
                  <a:pt x="725216" y="413976"/>
                </a:lnTo>
                <a:lnTo>
                  <a:pt x="717049" y="394899"/>
                </a:lnTo>
                <a:lnTo>
                  <a:pt x="701647" y="371272"/>
                </a:lnTo>
                <a:lnTo>
                  <a:pt x="673644" y="355870"/>
                </a:lnTo>
                <a:lnTo>
                  <a:pt x="659759" y="353711"/>
                </a:lnTo>
                <a:lnTo>
                  <a:pt x="642024" y="307332"/>
                </a:lnTo>
                <a:lnTo>
                  <a:pt x="628140" y="290355"/>
                </a:lnTo>
                <a:lnTo>
                  <a:pt x="635490" y="255818"/>
                </a:lnTo>
                <a:lnTo>
                  <a:pt x="639924" y="228632"/>
                </a:lnTo>
                <a:lnTo>
                  <a:pt x="623589" y="223090"/>
                </a:lnTo>
                <a:lnTo>
                  <a:pt x="640157" y="211772"/>
                </a:lnTo>
                <a:lnTo>
                  <a:pt x="666935" y="201037"/>
                </a:lnTo>
                <a:lnTo>
                  <a:pt x="663552" y="158625"/>
                </a:lnTo>
                <a:lnTo>
                  <a:pt x="681520" y="130097"/>
                </a:lnTo>
                <a:lnTo>
                  <a:pt x="684787" y="109095"/>
                </a:lnTo>
                <a:lnTo>
                  <a:pt x="664660" y="87684"/>
                </a:lnTo>
                <a:lnTo>
                  <a:pt x="658709" y="71116"/>
                </a:lnTo>
                <a:lnTo>
                  <a:pt x="624756" y="67557"/>
                </a:lnTo>
                <a:lnTo>
                  <a:pt x="602704" y="59448"/>
                </a:lnTo>
                <a:lnTo>
                  <a:pt x="588352" y="44630"/>
                </a:lnTo>
                <a:lnTo>
                  <a:pt x="563500" y="13243"/>
                </a:lnTo>
                <a:lnTo>
                  <a:pt x="544481" y="0"/>
                </a:lnTo>
                <a:lnTo>
                  <a:pt x="501018" y="758"/>
                </a:lnTo>
                <a:lnTo>
                  <a:pt x="484100" y="19135"/>
                </a:lnTo>
                <a:lnTo>
                  <a:pt x="485617" y="27945"/>
                </a:lnTo>
                <a:lnTo>
                  <a:pt x="470157" y="31562"/>
                </a:lnTo>
                <a:lnTo>
                  <a:pt x="443729" y="26486"/>
                </a:lnTo>
                <a:lnTo>
                  <a:pt x="422318" y="36054"/>
                </a:lnTo>
                <a:lnTo>
                  <a:pt x="423894" y="47780"/>
                </a:lnTo>
                <a:lnTo>
                  <a:pt x="407733" y="69891"/>
                </a:lnTo>
                <a:lnTo>
                  <a:pt x="395949" y="77125"/>
                </a:lnTo>
                <a:lnTo>
                  <a:pt x="405575" y="92585"/>
                </a:lnTo>
                <a:lnTo>
                  <a:pt x="398924" y="108803"/>
                </a:lnTo>
                <a:lnTo>
                  <a:pt x="393849" y="160958"/>
                </a:lnTo>
                <a:lnTo>
                  <a:pt x="403242" y="191878"/>
                </a:lnTo>
                <a:lnTo>
                  <a:pt x="410592" y="209380"/>
                </a:lnTo>
                <a:lnTo>
                  <a:pt x="403242" y="222740"/>
                </a:lnTo>
                <a:lnTo>
                  <a:pt x="385740" y="234582"/>
                </a:lnTo>
                <a:lnTo>
                  <a:pt x="368063" y="233124"/>
                </a:lnTo>
                <a:lnTo>
                  <a:pt x="351961" y="248584"/>
                </a:lnTo>
                <a:lnTo>
                  <a:pt x="338718" y="255876"/>
                </a:lnTo>
                <a:lnTo>
                  <a:pt x="326992" y="277870"/>
                </a:lnTo>
                <a:lnTo>
                  <a:pt x="304240" y="274312"/>
                </a:lnTo>
                <a:lnTo>
                  <a:pt x="270403" y="250684"/>
                </a:lnTo>
                <a:lnTo>
                  <a:pt x="249051" y="249984"/>
                </a:lnTo>
                <a:lnTo>
                  <a:pt x="234991" y="264686"/>
                </a:lnTo>
                <a:lnTo>
                  <a:pt x="210022" y="289013"/>
                </a:lnTo>
                <a:lnTo>
                  <a:pt x="162358" y="287496"/>
                </a:lnTo>
                <a:lnTo>
                  <a:pt x="133655" y="275770"/>
                </a:lnTo>
                <a:lnTo>
                  <a:pt x="117495" y="253659"/>
                </a:lnTo>
                <a:lnTo>
                  <a:pt x="109445" y="232307"/>
                </a:lnTo>
                <a:lnTo>
                  <a:pt x="66040" y="197129"/>
                </a:lnTo>
                <a:lnTo>
                  <a:pt x="50463" y="174318"/>
                </a:lnTo>
                <a:lnTo>
                  <a:pt x="31503" y="171168"/>
                </a:lnTo>
                <a:lnTo>
                  <a:pt x="17502" y="183010"/>
                </a:lnTo>
                <a:lnTo>
                  <a:pt x="13768" y="200746"/>
                </a:lnTo>
                <a:lnTo>
                  <a:pt x="19719" y="215972"/>
                </a:lnTo>
                <a:lnTo>
                  <a:pt x="12835" y="220639"/>
                </a:lnTo>
                <a:lnTo>
                  <a:pt x="4142" y="216322"/>
                </a:lnTo>
                <a:lnTo>
                  <a:pt x="0" y="222565"/>
                </a:lnTo>
                <a:lnTo>
                  <a:pt x="16802" y="242633"/>
                </a:lnTo>
                <a:lnTo>
                  <a:pt x="43229" y="255876"/>
                </a:lnTo>
                <a:lnTo>
                  <a:pt x="79283" y="297589"/>
                </a:lnTo>
                <a:lnTo>
                  <a:pt x="105652" y="317541"/>
                </a:lnTo>
                <a:lnTo>
                  <a:pt x="145382" y="320458"/>
                </a:lnTo>
                <a:lnTo>
                  <a:pt x="160958" y="330026"/>
                </a:lnTo>
                <a:lnTo>
                  <a:pt x="174843" y="333759"/>
                </a:lnTo>
                <a:lnTo>
                  <a:pt x="194503" y="356512"/>
                </a:lnTo>
                <a:lnTo>
                  <a:pt x="202029" y="375472"/>
                </a:lnTo>
                <a:lnTo>
                  <a:pt x="210897" y="376989"/>
                </a:lnTo>
                <a:lnTo>
                  <a:pt x="218072" y="374947"/>
                </a:lnTo>
                <a:lnTo>
                  <a:pt x="235749" y="399041"/>
                </a:lnTo>
                <a:lnTo>
                  <a:pt x="249692" y="400558"/>
                </a:lnTo>
                <a:lnTo>
                  <a:pt x="259377" y="415318"/>
                </a:lnTo>
                <a:lnTo>
                  <a:pt x="251734" y="433695"/>
                </a:lnTo>
                <a:lnTo>
                  <a:pt x="257393" y="463214"/>
                </a:lnTo>
                <a:lnTo>
                  <a:pt x="248001" y="486375"/>
                </a:lnTo>
                <a:lnTo>
                  <a:pt x="250334" y="506735"/>
                </a:lnTo>
                <a:lnTo>
                  <a:pt x="277228" y="508602"/>
                </a:lnTo>
                <a:lnTo>
                  <a:pt x="283471" y="532230"/>
                </a:lnTo>
                <a:lnTo>
                  <a:pt x="274020" y="547223"/>
                </a:lnTo>
                <a:lnTo>
                  <a:pt x="277228" y="575401"/>
                </a:lnTo>
                <a:lnTo>
                  <a:pt x="288546" y="591911"/>
                </a:lnTo>
                <a:lnTo>
                  <a:pt x="295314" y="628490"/>
                </a:lnTo>
                <a:lnTo>
                  <a:pt x="290238" y="645408"/>
                </a:lnTo>
                <a:lnTo>
                  <a:pt x="294672" y="660868"/>
                </a:lnTo>
                <a:lnTo>
                  <a:pt x="294672" y="700655"/>
                </a:lnTo>
                <a:lnTo>
                  <a:pt x="288021" y="715357"/>
                </a:lnTo>
                <a:lnTo>
                  <a:pt x="298347" y="744643"/>
                </a:lnTo>
                <a:lnTo>
                  <a:pt x="317541" y="751294"/>
                </a:lnTo>
                <a:lnTo>
                  <a:pt x="335101" y="788864"/>
                </a:lnTo>
                <a:lnTo>
                  <a:pt x="346477" y="801174"/>
                </a:lnTo>
                <a:lnTo>
                  <a:pt x="345485" y="823226"/>
                </a:lnTo>
                <a:lnTo>
                  <a:pt x="352311" y="830927"/>
                </a:lnTo>
                <a:lnTo>
                  <a:pt x="371622" y="831744"/>
                </a:lnTo>
                <a:lnTo>
                  <a:pt x="390290" y="850937"/>
                </a:lnTo>
                <a:lnTo>
                  <a:pt x="428736" y="850937"/>
                </a:lnTo>
                <a:lnTo>
                  <a:pt x="454930" y="876373"/>
                </a:lnTo>
                <a:lnTo>
                  <a:pt x="440404" y="883432"/>
                </a:lnTo>
                <a:lnTo>
                  <a:pt x="450321" y="897317"/>
                </a:lnTo>
                <a:lnTo>
                  <a:pt x="451896" y="928179"/>
                </a:lnTo>
                <a:lnTo>
                  <a:pt x="444837" y="934363"/>
                </a:lnTo>
                <a:lnTo>
                  <a:pt x="475816" y="962949"/>
                </a:lnTo>
                <a:lnTo>
                  <a:pt x="453472" y="958224"/>
                </a:lnTo>
                <a:lnTo>
                  <a:pt x="444837" y="961374"/>
                </a:lnTo>
                <a:lnTo>
                  <a:pt x="471207" y="982901"/>
                </a:lnTo>
                <a:lnTo>
                  <a:pt x="471907" y="995269"/>
                </a:lnTo>
                <a:lnTo>
                  <a:pt x="441045" y="978409"/>
                </a:lnTo>
                <a:lnTo>
                  <a:pt x="415609" y="979167"/>
                </a:lnTo>
                <a:lnTo>
                  <a:pt x="388598" y="996844"/>
                </a:lnTo>
                <a:lnTo>
                  <a:pt x="389298" y="1012946"/>
                </a:lnTo>
                <a:lnTo>
                  <a:pt x="370746" y="1032314"/>
                </a:lnTo>
                <a:lnTo>
                  <a:pt x="370746" y="1046141"/>
                </a:lnTo>
                <a:lnTo>
                  <a:pt x="362287" y="1052383"/>
                </a:lnTo>
                <a:lnTo>
                  <a:pt x="330726" y="1085462"/>
                </a:lnTo>
                <a:lnTo>
                  <a:pt x="326000" y="1118715"/>
                </a:lnTo>
                <a:lnTo>
                  <a:pt x="318241" y="1120932"/>
                </a:lnTo>
                <a:lnTo>
                  <a:pt x="312990" y="1110956"/>
                </a:lnTo>
                <a:lnTo>
                  <a:pt x="303656" y="1112473"/>
                </a:lnTo>
                <a:lnTo>
                  <a:pt x="310657" y="1132425"/>
                </a:lnTo>
                <a:lnTo>
                  <a:pt x="306048" y="1148701"/>
                </a:lnTo>
                <a:lnTo>
                  <a:pt x="285221" y="1150977"/>
                </a:lnTo>
                <a:lnTo>
                  <a:pt x="272736" y="1167953"/>
                </a:lnTo>
                <a:lnTo>
                  <a:pt x="278162" y="1193389"/>
                </a:lnTo>
                <a:lnTo>
                  <a:pt x="292163" y="1203482"/>
                </a:lnTo>
                <a:lnTo>
                  <a:pt x="267486" y="1195723"/>
                </a:lnTo>
                <a:lnTo>
                  <a:pt x="260427" y="1186505"/>
                </a:lnTo>
                <a:lnTo>
                  <a:pt x="246659" y="1191814"/>
                </a:lnTo>
                <a:lnTo>
                  <a:pt x="238841" y="1213458"/>
                </a:lnTo>
                <a:lnTo>
                  <a:pt x="241992" y="1223492"/>
                </a:lnTo>
                <a:lnTo>
                  <a:pt x="228107" y="1217250"/>
                </a:lnTo>
                <a:lnTo>
                  <a:pt x="222740" y="1225068"/>
                </a:lnTo>
                <a:lnTo>
                  <a:pt x="236508" y="1238661"/>
                </a:lnTo>
                <a:lnTo>
                  <a:pt x="236858" y="1248403"/>
                </a:lnTo>
                <a:lnTo>
                  <a:pt x="224665" y="1261530"/>
                </a:lnTo>
                <a:lnTo>
                  <a:pt x="218714" y="1273023"/>
                </a:lnTo>
                <a:lnTo>
                  <a:pt x="200804" y="1284515"/>
                </a:lnTo>
                <a:lnTo>
                  <a:pt x="191120" y="1277631"/>
                </a:lnTo>
                <a:lnTo>
                  <a:pt x="188786" y="1270339"/>
                </a:lnTo>
                <a:lnTo>
                  <a:pt x="175368" y="1265964"/>
                </a:lnTo>
                <a:lnTo>
                  <a:pt x="161425" y="1271214"/>
                </a:lnTo>
                <a:lnTo>
                  <a:pt x="166384" y="1289533"/>
                </a:lnTo>
                <a:lnTo>
                  <a:pt x="155066" y="1299159"/>
                </a:lnTo>
                <a:lnTo>
                  <a:pt x="163117" y="1318469"/>
                </a:lnTo>
                <a:lnTo>
                  <a:pt x="155299" y="1337196"/>
                </a:lnTo>
                <a:lnTo>
                  <a:pt x="145790" y="1339588"/>
                </a:lnTo>
                <a:lnTo>
                  <a:pt x="135814" y="1356506"/>
                </a:lnTo>
                <a:lnTo>
                  <a:pt x="143456" y="1376867"/>
                </a:lnTo>
                <a:lnTo>
                  <a:pt x="148824" y="1381067"/>
                </a:lnTo>
                <a:lnTo>
                  <a:pt x="142581" y="1401136"/>
                </a:lnTo>
                <a:lnTo>
                  <a:pt x="146490" y="1414670"/>
                </a:lnTo>
                <a:lnTo>
                  <a:pt x="159616" y="1408603"/>
                </a:lnTo>
                <a:lnTo>
                  <a:pt x="170293" y="1419979"/>
                </a:lnTo>
                <a:lnTo>
                  <a:pt x="166792" y="1441973"/>
                </a:lnTo>
                <a:lnTo>
                  <a:pt x="161425" y="1452649"/>
                </a:lnTo>
                <a:lnTo>
                  <a:pt x="168426" y="1471960"/>
                </a:lnTo>
                <a:lnTo>
                  <a:pt x="164225" y="1480827"/>
                </a:lnTo>
                <a:lnTo>
                  <a:pt x="184177" y="1513614"/>
                </a:lnTo>
                <a:lnTo>
                  <a:pt x="194153" y="1522190"/>
                </a:lnTo>
                <a:lnTo>
                  <a:pt x="187211" y="1534441"/>
                </a:lnTo>
                <a:lnTo>
                  <a:pt x="202788" y="1558244"/>
                </a:lnTo>
                <a:lnTo>
                  <a:pt x="188028" y="1564486"/>
                </a:lnTo>
                <a:lnTo>
                  <a:pt x="191178" y="1596106"/>
                </a:lnTo>
                <a:lnTo>
                  <a:pt x="184177" y="1608532"/>
                </a:lnTo>
                <a:lnTo>
                  <a:pt x="183244" y="1650245"/>
                </a:lnTo>
                <a:lnTo>
                  <a:pt x="194853" y="1664829"/>
                </a:lnTo>
                <a:lnTo>
                  <a:pt x="184177" y="1687290"/>
                </a:lnTo>
                <a:lnTo>
                  <a:pt x="184177" y="1702633"/>
                </a:lnTo>
                <a:lnTo>
                  <a:pt x="191820" y="1713368"/>
                </a:lnTo>
                <a:lnTo>
                  <a:pt x="218714" y="1701058"/>
                </a:lnTo>
                <a:lnTo>
                  <a:pt x="228865" y="1708817"/>
                </a:lnTo>
                <a:lnTo>
                  <a:pt x="233357" y="1696566"/>
                </a:lnTo>
                <a:lnTo>
                  <a:pt x="256576" y="1721069"/>
                </a:lnTo>
                <a:lnTo>
                  <a:pt x="270519" y="1718910"/>
                </a:lnTo>
                <a:lnTo>
                  <a:pt x="284404" y="1731220"/>
                </a:lnTo>
                <a:lnTo>
                  <a:pt x="313749" y="1728069"/>
                </a:lnTo>
                <a:lnTo>
                  <a:pt x="322266" y="1731978"/>
                </a:lnTo>
                <a:lnTo>
                  <a:pt x="314449" y="1746621"/>
                </a:lnTo>
                <a:lnTo>
                  <a:pt x="325300" y="1746621"/>
                </a:lnTo>
                <a:lnTo>
                  <a:pt x="349978" y="1729586"/>
                </a:lnTo>
                <a:lnTo>
                  <a:pt x="349978" y="1743529"/>
                </a:lnTo>
                <a:lnTo>
                  <a:pt x="337726" y="1760506"/>
                </a:lnTo>
                <a:lnTo>
                  <a:pt x="363162" y="1796735"/>
                </a:lnTo>
                <a:lnTo>
                  <a:pt x="368471" y="1808986"/>
                </a:lnTo>
                <a:lnTo>
                  <a:pt x="361529" y="1829813"/>
                </a:lnTo>
                <a:lnTo>
                  <a:pt x="368471" y="1833839"/>
                </a:lnTo>
                <a:lnTo>
                  <a:pt x="379322" y="1803619"/>
                </a:lnTo>
                <a:lnTo>
                  <a:pt x="391515" y="1797551"/>
                </a:lnTo>
                <a:lnTo>
                  <a:pt x="394024" y="1810619"/>
                </a:lnTo>
                <a:lnTo>
                  <a:pt x="411700" y="1802919"/>
                </a:lnTo>
                <a:lnTo>
                  <a:pt x="426285" y="1802102"/>
                </a:lnTo>
                <a:lnTo>
                  <a:pt x="459422" y="1778125"/>
                </a:lnTo>
                <a:lnTo>
                  <a:pt x="478032" y="1778125"/>
                </a:lnTo>
                <a:lnTo>
                  <a:pt x="518228" y="1752047"/>
                </a:lnTo>
                <a:lnTo>
                  <a:pt x="520445" y="1741079"/>
                </a:lnTo>
                <a:lnTo>
                  <a:pt x="546756" y="1748838"/>
                </a:lnTo>
                <a:lnTo>
                  <a:pt x="564375" y="1745804"/>
                </a:lnTo>
                <a:lnTo>
                  <a:pt x="580710" y="1720952"/>
                </a:lnTo>
                <a:lnTo>
                  <a:pt x="584444" y="1729528"/>
                </a:lnTo>
                <a:lnTo>
                  <a:pt x="575984" y="1746563"/>
                </a:lnTo>
                <a:lnTo>
                  <a:pt x="586777" y="1751055"/>
                </a:lnTo>
                <a:lnTo>
                  <a:pt x="597511" y="1726553"/>
                </a:lnTo>
                <a:lnTo>
                  <a:pt x="606846" y="1728769"/>
                </a:lnTo>
                <a:lnTo>
                  <a:pt x="598328" y="1707942"/>
                </a:lnTo>
                <a:lnTo>
                  <a:pt x="606846" y="1699425"/>
                </a:lnTo>
                <a:lnTo>
                  <a:pt x="616880" y="1719552"/>
                </a:lnTo>
                <a:lnTo>
                  <a:pt x="628490" y="1721885"/>
                </a:lnTo>
                <a:lnTo>
                  <a:pt x="633098" y="1707184"/>
                </a:lnTo>
                <a:lnTo>
                  <a:pt x="643249" y="1729528"/>
                </a:lnTo>
                <a:lnTo>
                  <a:pt x="656259" y="1724919"/>
                </a:lnTo>
                <a:lnTo>
                  <a:pt x="657834" y="1710859"/>
                </a:lnTo>
                <a:lnTo>
                  <a:pt x="669327" y="1714009"/>
                </a:lnTo>
                <a:lnTo>
                  <a:pt x="673994" y="1724977"/>
                </a:lnTo>
                <a:lnTo>
                  <a:pt x="687121" y="1712493"/>
                </a:lnTo>
                <a:lnTo>
                  <a:pt x="713256" y="1707184"/>
                </a:lnTo>
                <a:lnTo>
                  <a:pt x="727958" y="1720310"/>
                </a:lnTo>
                <a:lnTo>
                  <a:pt x="759636" y="1715701"/>
                </a:lnTo>
                <a:lnTo>
                  <a:pt x="761912" y="1704909"/>
                </a:lnTo>
                <a:lnTo>
                  <a:pt x="753336" y="1696508"/>
                </a:lnTo>
                <a:lnTo>
                  <a:pt x="762728" y="1691024"/>
                </a:lnTo>
                <a:lnTo>
                  <a:pt x="776496" y="1695574"/>
                </a:lnTo>
                <a:lnTo>
                  <a:pt x="779647" y="1707942"/>
                </a:lnTo>
                <a:lnTo>
                  <a:pt x="799657" y="1713309"/>
                </a:lnTo>
                <a:cubicBezTo>
                  <a:pt x="799657" y="1713309"/>
                  <a:pt x="803682" y="1703275"/>
                  <a:pt x="807766" y="1696274"/>
                </a:cubicBezTo>
                <a:close/>
                <a:moveTo>
                  <a:pt x="426694" y="953965"/>
                </a:moveTo>
                <a:lnTo>
                  <a:pt x="418876" y="963357"/>
                </a:lnTo>
                <a:lnTo>
                  <a:pt x="401083" y="961957"/>
                </a:lnTo>
                <a:lnTo>
                  <a:pt x="387198" y="942005"/>
                </a:lnTo>
                <a:lnTo>
                  <a:pt x="406333" y="928470"/>
                </a:lnTo>
                <a:lnTo>
                  <a:pt x="437195" y="933138"/>
                </a:lnTo>
                <a:lnTo>
                  <a:pt x="435503" y="941947"/>
                </a:lnTo>
                <a:lnTo>
                  <a:pt x="417360" y="942764"/>
                </a:lnTo>
                <a:lnTo>
                  <a:pt x="426694" y="953906"/>
                </a:lnTo>
                <a:close/>
                <a:moveTo>
                  <a:pt x="139781" y="1244145"/>
                </a:moveTo>
                <a:lnTo>
                  <a:pt x="141940" y="1230843"/>
                </a:lnTo>
                <a:lnTo>
                  <a:pt x="154074" y="1241111"/>
                </a:lnTo>
                <a:lnTo>
                  <a:pt x="146140" y="1249745"/>
                </a:lnTo>
                <a:lnTo>
                  <a:pt x="139781" y="1244203"/>
                </a:lnTo>
                <a:close/>
                <a:moveTo>
                  <a:pt x="130913" y="1256338"/>
                </a:moveTo>
                <a:lnTo>
                  <a:pt x="142931" y="1266314"/>
                </a:lnTo>
                <a:lnTo>
                  <a:pt x="155824" y="1259896"/>
                </a:lnTo>
                <a:lnTo>
                  <a:pt x="154016" y="1276931"/>
                </a:lnTo>
                <a:lnTo>
                  <a:pt x="136047" y="1287257"/>
                </a:lnTo>
                <a:lnTo>
                  <a:pt x="124554" y="1273256"/>
                </a:lnTo>
                <a:lnTo>
                  <a:pt x="130913" y="1256279"/>
                </a:lnTo>
                <a:close/>
                <a:moveTo>
                  <a:pt x="342277" y="1792593"/>
                </a:moveTo>
                <a:lnTo>
                  <a:pt x="346244" y="1807994"/>
                </a:lnTo>
                <a:lnTo>
                  <a:pt x="333059" y="1816979"/>
                </a:lnTo>
                <a:lnTo>
                  <a:pt x="325708" y="1807994"/>
                </a:lnTo>
                <a:lnTo>
                  <a:pt x="335276" y="1802510"/>
                </a:lnTo>
                <a:lnTo>
                  <a:pt x="342277" y="1792534"/>
                </a:lnTo>
                <a:close/>
                <a:moveTo>
                  <a:pt x="314974" y="1769607"/>
                </a:moveTo>
                <a:lnTo>
                  <a:pt x="320808" y="1784133"/>
                </a:lnTo>
                <a:lnTo>
                  <a:pt x="312640" y="1785942"/>
                </a:lnTo>
                <a:lnTo>
                  <a:pt x="314974" y="1769607"/>
                </a:lnTo>
                <a:close/>
                <a:moveTo>
                  <a:pt x="273378" y="1749830"/>
                </a:moveTo>
                <a:lnTo>
                  <a:pt x="304590" y="1743588"/>
                </a:lnTo>
                <a:lnTo>
                  <a:pt x="302489" y="1755314"/>
                </a:lnTo>
                <a:lnTo>
                  <a:pt x="284171" y="1770132"/>
                </a:lnTo>
                <a:lnTo>
                  <a:pt x="269761" y="1761906"/>
                </a:lnTo>
                <a:lnTo>
                  <a:pt x="273378" y="1749830"/>
                </a:lnTo>
                <a:close/>
                <a:moveTo>
                  <a:pt x="231374" y="1715876"/>
                </a:moveTo>
                <a:lnTo>
                  <a:pt x="252318" y="1733903"/>
                </a:lnTo>
                <a:lnTo>
                  <a:pt x="239833" y="1742071"/>
                </a:lnTo>
                <a:lnTo>
                  <a:pt x="231374" y="1732387"/>
                </a:lnTo>
                <a:lnTo>
                  <a:pt x="231374" y="1715876"/>
                </a:lnTo>
                <a:close/>
                <a:moveTo>
                  <a:pt x="185344" y="1724336"/>
                </a:moveTo>
                <a:lnTo>
                  <a:pt x="204421" y="1727019"/>
                </a:lnTo>
                <a:lnTo>
                  <a:pt x="193045" y="1731803"/>
                </a:lnTo>
                <a:lnTo>
                  <a:pt x="185344" y="1724394"/>
                </a:lnTo>
                <a:close/>
                <a:moveTo>
                  <a:pt x="49880" y="1753797"/>
                </a:moveTo>
                <a:lnTo>
                  <a:pt x="73449" y="1761906"/>
                </a:lnTo>
                <a:lnTo>
                  <a:pt x="79283" y="1752688"/>
                </a:lnTo>
                <a:lnTo>
                  <a:pt x="63765" y="1742829"/>
                </a:lnTo>
                <a:lnTo>
                  <a:pt x="64173" y="1727311"/>
                </a:lnTo>
                <a:lnTo>
                  <a:pt x="74849" y="1726144"/>
                </a:lnTo>
                <a:lnTo>
                  <a:pt x="105069" y="1746913"/>
                </a:lnTo>
                <a:lnTo>
                  <a:pt x="107986" y="1762373"/>
                </a:lnTo>
                <a:lnTo>
                  <a:pt x="93518" y="1760156"/>
                </a:lnTo>
                <a:lnTo>
                  <a:pt x="86517" y="1767798"/>
                </a:lnTo>
                <a:lnTo>
                  <a:pt x="97368" y="1785242"/>
                </a:lnTo>
                <a:lnTo>
                  <a:pt x="112303" y="1783667"/>
                </a:lnTo>
                <a:lnTo>
                  <a:pt x="116912" y="1801460"/>
                </a:lnTo>
                <a:lnTo>
                  <a:pt x="102910" y="1809103"/>
                </a:lnTo>
                <a:lnTo>
                  <a:pt x="86284" y="1793293"/>
                </a:lnTo>
                <a:lnTo>
                  <a:pt x="65982" y="1786700"/>
                </a:lnTo>
                <a:lnTo>
                  <a:pt x="54664" y="1772932"/>
                </a:lnTo>
                <a:lnTo>
                  <a:pt x="42004" y="1764065"/>
                </a:lnTo>
                <a:lnTo>
                  <a:pt x="49822" y="1753739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5" name="Freeform: Shape 2703">
            <a:extLst>
              <a:ext uri="{FF2B5EF4-FFF2-40B4-BE49-F238E27FC236}">
                <a16:creationId xmlns:a16="http://schemas.microsoft.com/office/drawing/2014/main" id="{8D1CDD73-8829-F7DE-0EF8-8A74EB5E82B5}"/>
              </a:ext>
            </a:extLst>
          </p:cNvPr>
          <p:cNvSpPr/>
          <p:nvPr/>
        </p:nvSpPr>
        <p:spPr>
          <a:xfrm>
            <a:off x="7880173" y="1293607"/>
            <a:ext cx="1018487" cy="2301019"/>
          </a:xfrm>
          <a:custGeom>
            <a:avLst/>
            <a:gdLst>
              <a:gd name="connsiteX0" fmla="*/ 17035 w 1018487"/>
              <a:gd name="connsiteY0" fmla="*/ 1760214 h 2301019"/>
              <a:gd name="connsiteX1" fmla="*/ 29636 w 1018487"/>
              <a:gd name="connsiteY1" fmla="*/ 1768732 h 2301019"/>
              <a:gd name="connsiteX2" fmla="*/ 41188 w 1018487"/>
              <a:gd name="connsiteY2" fmla="*/ 1789326 h 2301019"/>
              <a:gd name="connsiteX3" fmla="*/ 52330 w 1018487"/>
              <a:gd name="connsiteY3" fmla="*/ 1768732 h 2301019"/>
              <a:gd name="connsiteX4" fmla="*/ 48013 w 1018487"/>
              <a:gd name="connsiteY4" fmla="*/ 1705550 h 2301019"/>
              <a:gd name="connsiteX5" fmla="*/ 32553 w 1018487"/>
              <a:gd name="connsiteY5" fmla="*/ 1678248 h 2301019"/>
              <a:gd name="connsiteX6" fmla="*/ 40663 w 1018487"/>
              <a:gd name="connsiteY6" fmla="*/ 1660687 h 2301019"/>
              <a:gd name="connsiteX7" fmla="*/ 54664 w 1018487"/>
              <a:gd name="connsiteY7" fmla="*/ 1653337 h 2301019"/>
              <a:gd name="connsiteX8" fmla="*/ 44396 w 1018487"/>
              <a:gd name="connsiteY8" fmla="*/ 1632685 h 2301019"/>
              <a:gd name="connsiteX9" fmla="*/ 50930 w 1018487"/>
              <a:gd name="connsiteY9" fmla="*/ 1620900 h 2301019"/>
              <a:gd name="connsiteX10" fmla="*/ 82492 w 1018487"/>
              <a:gd name="connsiteY10" fmla="*/ 1618041 h 2301019"/>
              <a:gd name="connsiteX11" fmla="*/ 91359 w 1018487"/>
              <a:gd name="connsiteY11" fmla="*/ 1602523 h 2301019"/>
              <a:gd name="connsiteX12" fmla="*/ 89901 w 1018487"/>
              <a:gd name="connsiteY12" fmla="*/ 1581171 h 2301019"/>
              <a:gd name="connsiteX13" fmla="*/ 104661 w 1018487"/>
              <a:gd name="connsiteY13" fmla="*/ 1549668 h 2301019"/>
              <a:gd name="connsiteX14" fmla="*/ 89901 w 1018487"/>
              <a:gd name="connsiteY14" fmla="*/ 1529074 h 2301019"/>
              <a:gd name="connsiteX15" fmla="*/ 82492 w 1018487"/>
              <a:gd name="connsiteY15" fmla="*/ 1482694 h 2301019"/>
              <a:gd name="connsiteX16" fmla="*/ 63473 w 1018487"/>
              <a:gd name="connsiteY16" fmla="*/ 1445240 h 2301019"/>
              <a:gd name="connsiteX17" fmla="*/ 64932 w 1018487"/>
              <a:gd name="connsiteY17" fmla="*/ 1428380 h 2301019"/>
              <a:gd name="connsiteX18" fmla="*/ 111253 w 1018487"/>
              <a:gd name="connsiteY18" fmla="*/ 1412920 h 2301019"/>
              <a:gd name="connsiteX19" fmla="*/ 112012 w 1018487"/>
              <a:gd name="connsiteY19" fmla="*/ 1379784 h 2301019"/>
              <a:gd name="connsiteX20" fmla="*/ 121579 w 1018487"/>
              <a:gd name="connsiteY20" fmla="*/ 1357031 h 2301019"/>
              <a:gd name="connsiteX21" fmla="*/ 86284 w 1018487"/>
              <a:gd name="connsiteY21" fmla="*/ 1318119 h 2301019"/>
              <a:gd name="connsiteX22" fmla="*/ 56822 w 1018487"/>
              <a:gd name="connsiteY22" fmla="*/ 1303359 h 2301019"/>
              <a:gd name="connsiteX23" fmla="*/ 55306 w 1018487"/>
              <a:gd name="connsiteY23" fmla="*/ 1265205 h 2301019"/>
              <a:gd name="connsiteX24" fmla="*/ 62015 w 1018487"/>
              <a:gd name="connsiteY24" fmla="*/ 1227634 h 2301019"/>
              <a:gd name="connsiteX25" fmla="*/ 56822 w 1018487"/>
              <a:gd name="connsiteY25" fmla="*/ 1186447 h 2301019"/>
              <a:gd name="connsiteX26" fmla="*/ 45680 w 1018487"/>
              <a:gd name="connsiteY26" fmla="*/ 1158503 h 2301019"/>
              <a:gd name="connsiteX27" fmla="*/ 54664 w 1018487"/>
              <a:gd name="connsiteY27" fmla="*/ 1126824 h 2301019"/>
              <a:gd name="connsiteX28" fmla="*/ 48655 w 1018487"/>
              <a:gd name="connsiteY28" fmla="*/ 1073269 h 2301019"/>
              <a:gd name="connsiteX29" fmla="*/ 39146 w 1018487"/>
              <a:gd name="connsiteY29" fmla="*/ 1020997 h 2301019"/>
              <a:gd name="connsiteX30" fmla="*/ 46496 w 1018487"/>
              <a:gd name="connsiteY30" fmla="*/ 975375 h 2301019"/>
              <a:gd name="connsiteX31" fmla="*/ 69249 w 1018487"/>
              <a:gd name="connsiteY31" fmla="*/ 935004 h 2301019"/>
              <a:gd name="connsiteX32" fmla="*/ 91301 w 1018487"/>
              <a:gd name="connsiteY32" fmla="*/ 921820 h 2301019"/>
              <a:gd name="connsiteX33" fmla="*/ 118546 w 1018487"/>
              <a:gd name="connsiteY33" fmla="*/ 927537 h 2301019"/>
              <a:gd name="connsiteX34" fmla="*/ 153141 w 1018487"/>
              <a:gd name="connsiteY34" fmla="*/ 929754 h 2301019"/>
              <a:gd name="connsiteX35" fmla="*/ 170759 w 1018487"/>
              <a:gd name="connsiteY35" fmla="*/ 905601 h 2301019"/>
              <a:gd name="connsiteX36" fmla="*/ 167726 w 1018487"/>
              <a:gd name="connsiteY36" fmla="*/ 867389 h 2301019"/>
              <a:gd name="connsiteX37" fmla="*/ 158216 w 1018487"/>
              <a:gd name="connsiteY37" fmla="*/ 851871 h 2301019"/>
              <a:gd name="connsiteX38" fmla="*/ 159675 w 1018487"/>
              <a:gd name="connsiteY38" fmla="*/ 826902 h 2301019"/>
              <a:gd name="connsiteX39" fmla="*/ 194212 w 1018487"/>
              <a:gd name="connsiteY39" fmla="*/ 742426 h 2301019"/>
              <a:gd name="connsiteX40" fmla="*/ 195670 w 1018487"/>
              <a:gd name="connsiteY40" fmla="*/ 693830 h 2301019"/>
              <a:gd name="connsiteX41" fmla="*/ 205880 w 1018487"/>
              <a:gd name="connsiteY41" fmla="*/ 647567 h 2301019"/>
              <a:gd name="connsiteX42" fmla="*/ 216206 w 1018487"/>
              <a:gd name="connsiteY42" fmla="*/ 621897 h 2301019"/>
              <a:gd name="connsiteX43" fmla="*/ 215505 w 1018487"/>
              <a:gd name="connsiteY43" fmla="*/ 592378 h 2301019"/>
              <a:gd name="connsiteX44" fmla="*/ 200862 w 1018487"/>
              <a:gd name="connsiteY44" fmla="*/ 577793 h 2301019"/>
              <a:gd name="connsiteX45" fmla="*/ 201504 w 1018487"/>
              <a:gd name="connsiteY45" fmla="*/ 557141 h 2301019"/>
              <a:gd name="connsiteX46" fmla="*/ 233882 w 1018487"/>
              <a:gd name="connsiteY46" fmla="*/ 538239 h 2301019"/>
              <a:gd name="connsiteX47" fmla="*/ 268361 w 1018487"/>
              <a:gd name="connsiteY47" fmla="*/ 530655 h 2301019"/>
              <a:gd name="connsiteX48" fmla="*/ 284521 w 1018487"/>
              <a:gd name="connsiteY48" fmla="*/ 516770 h 2301019"/>
              <a:gd name="connsiteX49" fmla="*/ 286038 w 1018487"/>
              <a:gd name="connsiteY49" fmla="*/ 496234 h 2301019"/>
              <a:gd name="connsiteX50" fmla="*/ 313924 w 1018487"/>
              <a:gd name="connsiteY50" fmla="*/ 446996 h 2301019"/>
              <a:gd name="connsiteX51" fmla="*/ 342627 w 1018487"/>
              <a:gd name="connsiteY51" fmla="*/ 407267 h 2301019"/>
              <a:gd name="connsiteX52" fmla="*/ 352253 w 1018487"/>
              <a:gd name="connsiteY52" fmla="*/ 383814 h 2301019"/>
              <a:gd name="connsiteX53" fmla="*/ 341168 w 1018487"/>
              <a:gd name="connsiteY53" fmla="*/ 353595 h 2301019"/>
              <a:gd name="connsiteX54" fmla="*/ 329442 w 1018487"/>
              <a:gd name="connsiteY54" fmla="*/ 340352 h 2301019"/>
              <a:gd name="connsiteX55" fmla="*/ 328742 w 1018487"/>
              <a:gd name="connsiteY55" fmla="*/ 293330 h 2301019"/>
              <a:gd name="connsiteX56" fmla="*/ 341868 w 1018487"/>
              <a:gd name="connsiteY56" fmla="*/ 286621 h 2301019"/>
              <a:gd name="connsiteX57" fmla="*/ 354470 w 1018487"/>
              <a:gd name="connsiteY57" fmla="*/ 269761 h 2301019"/>
              <a:gd name="connsiteX58" fmla="*/ 360362 w 1018487"/>
              <a:gd name="connsiteY58" fmla="*/ 244733 h 2301019"/>
              <a:gd name="connsiteX59" fmla="*/ 374247 w 1018487"/>
              <a:gd name="connsiteY59" fmla="*/ 237441 h 2301019"/>
              <a:gd name="connsiteX60" fmla="*/ 389648 w 1018487"/>
              <a:gd name="connsiteY60" fmla="*/ 203604 h 2301019"/>
              <a:gd name="connsiteX61" fmla="*/ 410826 w 1018487"/>
              <a:gd name="connsiteY61" fmla="*/ 187386 h 2301019"/>
              <a:gd name="connsiteX62" fmla="*/ 433695 w 1018487"/>
              <a:gd name="connsiteY62" fmla="*/ 197770 h 2301019"/>
              <a:gd name="connsiteX63" fmla="*/ 443262 w 1018487"/>
              <a:gd name="connsiteY63" fmla="*/ 208738 h 2301019"/>
              <a:gd name="connsiteX64" fmla="*/ 456389 w 1018487"/>
              <a:gd name="connsiteY64" fmla="*/ 206463 h 2301019"/>
              <a:gd name="connsiteX65" fmla="*/ 471848 w 1018487"/>
              <a:gd name="connsiteY65" fmla="*/ 192636 h 2301019"/>
              <a:gd name="connsiteX66" fmla="*/ 459481 w 1018487"/>
              <a:gd name="connsiteY66" fmla="*/ 171226 h 2301019"/>
              <a:gd name="connsiteX67" fmla="*/ 471207 w 1018487"/>
              <a:gd name="connsiteY67" fmla="*/ 160258 h 2301019"/>
              <a:gd name="connsiteX68" fmla="*/ 471207 w 1018487"/>
              <a:gd name="connsiteY68" fmla="*/ 149115 h 2301019"/>
              <a:gd name="connsiteX69" fmla="*/ 476341 w 1018487"/>
              <a:gd name="connsiteY69" fmla="*/ 138148 h 2301019"/>
              <a:gd name="connsiteX70" fmla="*/ 460122 w 1018487"/>
              <a:gd name="connsiteY70" fmla="*/ 112420 h 2301019"/>
              <a:gd name="connsiteX71" fmla="*/ 470448 w 1018487"/>
              <a:gd name="connsiteY71" fmla="*/ 105828 h 2301019"/>
              <a:gd name="connsiteX72" fmla="*/ 499735 w 1018487"/>
              <a:gd name="connsiteY72" fmla="*/ 106528 h 2301019"/>
              <a:gd name="connsiteX73" fmla="*/ 521904 w 1018487"/>
              <a:gd name="connsiteY73" fmla="*/ 94743 h 2301019"/>
              <a:gd name="connsiteX74" fmla="*/ 555740 w 1018487"/>
              <a:gd name="connsiteY74" fmla="*/ 103611 h 2301019"/>
              <a:gd name="connsiteX75" fmla="*/ 576217 w 1018487"/>
              <a:gd name="connsiteY75" fmla="*/ 117554 h 2301019"/>
              <a:gd name="connsiteX76" fmla="*/ 599787 w 1018487"/>
              <a:gd name="connsiteY76" fmla="*/ 119829 h 2301019"/>
              <a:gd name="connsiteX77" fmla="*/ 612971 w 1018487"/>
              <a:gd name="connsiteY77" fmla="*/ 130913 h 2301019"/>
              <a:gd name="connsiteX78" fmla="*/ 623356 w 1018487"/>
              <a:gd name="connsiteY78" fmla="*/ 127121 h 2301019"/>
              <a:gd name="connsiteX79" fmla="*/ 632865 w 1018487"/>
              <a:gd name="connsiteY79" fmla="*/ 133072 h 2301019"/>
              <a:gd name="connsiteX80" fmla="*/ 632865 w 1018487"/>
              <a:gd name="connsiteY80" fmla="*/ 108103 h 2301019"/>
              <a:gd name="connsiteX81" fmla="*/ 621839 w 1018487"/>
              <a:gd name="connsiteY81" fmla="*/ 91943 h 2301019"/>
              <a:gd name="connsiteX82" fmla="*/ 624814 w 1018487"/>
              <a:gd name="connsiteY82" fmla="*/ 60206 h 2301019"/>
              <a:gd name="connsiteX83" fmla="*/ 640916 w 1018487"/>
              <a:gd name="connsiteY83" fmla="*/ 51514 h 2301019"/>
              <a:gd name="connsiteX84" fmla="*/ 635782 w 1018487"/>
              <a:gd name="connsiteY84" fmla="*/ 30103 h 2301019"/>
              <a:gd name="connsiteX85" fmla="*/ 619622 w 1018487"/>
              <a:gd name="connsiteY85" fmla="*/ 21352 h 2301019"/>
              <a:gd name="connsiteX86" fmla="*/ 618280 w 1018487"/>
              <a:gd name="connsiteY86" fmla="*/ 700 h 2301019"/>
              <a:gd name="connsiteX87" fmla="*/ 641733 w 1018487"/>
              <a:gd name="connsiteY87" fmla="*/ 8051 h 2301019"/>
              <a:gd name="connsiteX88" fmla="*/ 664426 w 1018487"/>
              <a:gd name="connsiteY88" fmla="*/ 3617 h 2301019"/>
              <a:gd name="connsiteX89" fmla="*/ 672069 w 1018487"/>
              <a:gd name="connsiteY89" fmla="*/ 0 h 2301019"/>
              <a:gd name="connsiteX90" fmla="*/ 688812 w 1018487"/>
              <a:gd name="connsiteY90" fmla="*/ 19894 h 2301019"/>
              <a:gd name="connsiteX91" fmla="*/ 715240 w 1018487"/>
              <a:gd name="connsiteY91" fmla="*/ 33137 h 2301019"/>
              <a:gd name="connsiteX92" fmla="*/ 751294 w 1018487"/>
              <a:gd name="connsiteY92" fmla="*/ 74849 h 2301019"/>
              <a:gd name="connsiteX93" fmla="*/ 777663 w 1018487"/>
              <a:gd name="connsiteY93" fmla="*/ 94801 h 2301019"/>
              <a:gd name="connsiteX94" fmla="*/ 817392 w 1018487"/>
              <a:gd name="connsiteY94" fmla="*/ 97718 h 2301019"/>
              <a:gd name="connsiteX95" fmla="*/ 832969 w 1018487"/>
              <a:gd name="connsiteY95" fmla="*/ 107286 h 2301019"/>
              <a:gd name="connsiteX96" fmla="*/ 846854 w 1018487"/>
              <a:gd name="connsiteY96" fmla="*/ 111020 h 2301019"/>
              <a:gd name="connsiteX97" fmla="*/ 866514 w 1018487"/>
              <a:gd name="connsiteY97" fmla="*/ 133772 h 2301019"/>
              <a:gd name="connsiteX98" fmla="*/ 874040 w 1018487"/>
              <a:gd name="connsiteY98" fmla="*/ 152732 h 2301019"/>
              <a:gd name="connsiteX99" fmla="*/ 882907 w 1018487"/>
              <a:gd name="connsiteY99" fmla="*/ 154249 h 2301019"/>
              <a:gd name="connsiteX100" fmla="*/ 890083 w 1018487"/>
              <a:gd name="connsiteY100" fmla="*/ 152207 h 2301019"/>
              <a:gd name="connsiteX101" fmla="*/ 907760 w 1018487"/>
              <a:gd name="connsiteY101" fmla="*/ 176301 h 2301019"/>
              <a:gd name="connsiteX102" fmla="*/ 921703 w 1018487"/>
              <a:gd name="connsiteY102" fmla="*/ 177818 h 2301019"/>
              <a:gd name="connsiteX103" fmla="*/ 931387 w 1018487"/>
              <a:gd name="connsiteY103" fmla="*/ 192578 h 2301019"/>
              <a:gd name="connsiteX104" fmla="*/ 923745 w 1018487"/>
              <a:gd name="connsiteY104" fmla="*/ 210955 h 2301019"/>
              <a:gd name="connsiteX105" fmla="*/ 929404 w 1018487"/>
              <a:gd name="connsiteY105" fmla="*/ 240475 h 2301019"/>
              <a:gd name="connsiteX106" fmla="*/ 920011 w 1018487"/>
              <a:gd name="connsiteY106" fmla="*/ 263635 h 2301019"/>
              <a:gd name="connsiteX107" fmla="*/ 922345 w 1018487"/>
              <a:gd name="connsiteY107" fmla="*/ 283996 h 2301019"/>
              <a:gd name="connsiteX108" fmla="*/ 949239 w 1018487"/>
              <a:gd name="connsiteY108" fmla="*/ 285863 h 2301019"/>
              <a:gd name="connsiteX109" fmla="*/ 955481 w 1018487"/>
              <a:gd name="connsiteY109" fmla="*/ 309490 h 2301019"/>
              <a:gd name="connsiteX110" fmla="*/ 946031 w 1018487"/>
              <a:gd name="connsiteY110" fmla="*/ 324483 h 2301019"/>
              <a:gd name="connsiteX111" fmla="*/ 949239 w 1018487"/>
              <a:gd name="connsiteY111" fmla="*/ 352661 h 2301019"/>
              <a:gd name="connsiteX112" fmla="*/ 960557 w 1018487"/>
              <a:gd name="connsiteY112" fmla="*/ 369171 h 2301019"/>
              <a:gd name="connsiteX113" fmla="*/ 967324 w 1018487"/>
              <a:gd name="connsiteY113" fmla="*/ 405750 h 2301019"/>
              <a:gd name="connsiteX114" fmla="*/ 962249 w 1018487"/>
              <a:gd name="connsiteY114" fmla="*/ 422668 h 2301019"/>
              <a:gd name="connsiteX115" fmla="*/ 966683 w 1018487"/>
              <a:gd name="connsiteY115" fmla="*/ 438128 h 2301019"/>
              <a:gd name="connsiteX116" fmla="*/ 966683 w 1018487"/>
              <a:gd name="connsiteY116" fmla="*/ 477916 h 2301019"/>
              <a:gd name="connsiteX117" fmla="*/ 960032 w 1018487"/>
              <a:gd name="connsiteY117" fmla="*/ 492617 h 2301019"/>
              <a:gd name="connsiteX118" fmla="*/ 970358 w 1018487"/>
              <a:gd name="connsiteY118" fmla="*/ 521904 h 2301019"/>
              <a:gd name="connsiteX119" fmla="*/ 989552 w 1018487"/>
              <a:gd name="connsiteY119" fmla="*/ 528554 h 2301019"/>
              <a:gd name="connsiteX120" fmla="*/ 1007112 w 1018487"/>
              <a:gd name="connsiteY120" fmla="*/ 566125 h 2301019"/>
              <a:gd name="connsiteX121" fmla="*/ 1018488 w 1018487"/>
              <a:gd name="connsiteY121" fmla="*/ 578434 h 2301019"/>
              <a:gd name="connsiteX122" fmla="*/ 1017496 w 1018487"/>
              <a:gd name="connsiteY122" fmla="*/ 600487 h 2301019"/>
              <a:gd name="connsiteX123" fmla="*/ 1016621 w 1018487"/>
              <a:gd name="connsiteY123" fmla="*/ 599670 h 2301019"/>
              <a:gd name="connsiteX124" fmla="*/ 1003495 w 1018487"/>
              <a:gd name="connsiteY124" fmla="*/ 608946 h 2301019"/>
              <a:gd name="connsiteX125" fmla="*/ 984359 w 1018487"/>
              <a:gd name="connsiteY125" fmla="*/ 607254 h 2301019"/>
              <a:gd name="connsiteX126" fmla="*/ 972750 w 1018487"/>
              <a:gd name="connsiteY126" fmla="*/ 593603 h 2301019"/>
              <a:gd name="connsiteX127" fmla="*/ 948831 w 1018487"/>
              <a:gd name="connsiteY127" fmla="*/ 608946 h 2301019"/>
              <a:gd name="connsiteX128" fmla="*/ 932612 w 1018487"/>
              <a:gd name="connsiteY128" fmla="*/ 599670 h 2301019"/>
              <a:gd name="connsiteX129" fmla="*/ 924095 w 1018487"/>
              <a:gd name="connsiteY129" fmla="*/ 616647 h 2301019"/>
              <a:gd name="connsiteX130" fmla="*/ 907118 w 1018487"/>
              <a:gd name="connsiteY130" fmla="*/ 609704 h 2301019"/>
              <a:gd name="connsiteX131" fmla="*/ 899476 w 1018487"/>
              <a:gd name="connsiteY131" fmla="*/ 592786 h 2301019"/>
              <a:gd name="connsiteX132" fmla="*/ 883257 w 1018487"/>
              <a:gd name="connsiteY132" fmla="*/ 612738 h 2301019"/>
              <a:gd name="connsiteX133" fmla="*/ 870889 w 1018487"/>
              <a:gd name="connsiteY133" fmla="*/ 590394 h 2301019"/>
              <a:gd name="connsiteX134" fmla="*/ 860097 w 1018487"/>
              <a:gd name="connsiteY134" fmla="*/ 598853 h 2301019"/>
              <a:gd name="connsiteX135" fmla="*/ 857763 w 1018487"/>
              <a:gd name="connsiteY135" fmla="*/ 618339 h 2301019"/>
              <a:gd name="connsiteX136" fmla="*/ 850879 w 1018487"/>
              <a:gd name="connsiteY136" fmla="*/ 634557 h 2301019"/>
              <a:gd name="connsiteX137" fmla="*/ 835944 w 1018487"/>
              <a:gd name="connsiteY137" fmla="*/ 637941 h 2301019"/>
              <a:gd name="connsiteX138" fmla="*/ 826727 w 1018487"/>
              <a:gd name="connsiteY138" fmla="*/ 626856 h 2301019"/>
              <a:gd name="connsiteX139" fmla="*/ 813192 w 1018487"/>
              <a:gd name="connsiteY139" fmla="*/ 622072 h 2301019"/>
              <a:gd name="connsiteX140" fmla="*/ 825851 w 1018487"/>
              <a:gd name="connsiteY140" fmla="*/ 646808 h 2301019"/>
              <a:gd name="connsiteX141" fmla="*/ 839444 w 1018487"/>
              <a:gd name="connsiteY141" fmla="*/ 656026 h 2301019"/>
              <a:gd name="connsiteX142" fmla="*/ 822468 w 1018487"/>
              <a:gd name="connsiteY142" fmla="*/ 671427 h 2301019"/>
              <a:gd name="connsiteX143" fmla="*/ 805083 w 1018487"/>
              <a:gd name="connsiteY143" fmla="*/ 670261 h 2301019"/>
              <a:gd name="connsiteX144" fmla="*/ 789856 w 1018487"/>
              <a:gd name="connsiteY144" fmla="*/ 678720 h 2301019"/>
              <a:gd name="connsiteX145" fmla="*/ 808583 w 1018487"/>
              <a:gd name="connsiteY145" fmla="*/ 687179 h 2301019"/>
              <a:gd name="connsiteX146" fmla="*/ 807416 w 1018487"/>
              <a:gd name="connsiteY146" fmla="*/ 699255 h 2301019"/>
              <a:gd name="connsiteX147" fmla="*/ 799832 w 1018487"/>
              <a:gd name="connsiteY147" fmla="*/ 701414 h 2301019"/>
              <a:gd name="connsiteX148" fmla="*/ 795573 w 1018487"/>
              <a:gd name="connsiteY148" fmla="*/ 694530 h 2301019"/>
              <a:gd name="connsiteX149" fmla="*/ 783322 w 1018487"/>
              <a:gd name="connsiteY149" fmla="*/ 688287 h 2301019"/>
              <a:gd name="connsiteX150" fmla="*/ 776730 w 1018487"/>
              <a:gd name="connsiteY150" fmla="*/ 695580 h 2301019"/>
              <a:gd name="connsiteX151" fmla="*/ 785714 w 1018487"/>
              <a:gd name="connsiteY151" fmla="*/ 710398 h 2301019"/>
              <a:gd name="connsiteX152" fmla="*/ 797790 w 1018487"/>
              <a:gd name="connsiteY152" fmla="*/ 710748 h 2301019"/>
              <a:gd name="connsiteX153" fmla="*/ 807708 w 1018487"/>
              <a:gd name="connsiteY153" fmla="*/ 722999 h 2301019"/>
              <a:gd name="connsiteX154" fmla="*/ 801524 w 1018487"/>
              <a:gd name="connsiteY154" fmla="*/ 734667 h 2301019"/>
              <a:gd name="connsiteX155" fmla="*/ 789156 w 1018487"/>
              <a:gd name="connsiteY155" fmla="*/ 770138 h 2301019"/>
              <a:gd name="connsiteX156" fmla="*/ 793881 w 1018487"/>
              <a:gd name="connsiteY156" fmla="*/ 784839 h 2301019"/>
              <a:gd name="connsiteX157" fmla="*/ 769321 w 1018487"/>
              <a:gd name="connsiteY157" fmla="*/ 789389 h 2301019"/>
              <a:gd name="connsiteX158" fmla="*/ 789156 w 1018487"/>
              <a:gd name="connsiteY158" fmla="*/ 804966 h 2301019"/>
              <a:gd name="connsiteX159" fmla="*/ 805433 w 1018487"/>
              <a:gd name="connsiteY159" fmla="*/ 808058 h 2301019"/>
              <a:gd name="connsiteX160" fmla="*/ 811617 w 1018487"/>
              <a:gd name="connsiteY160" fmla="*/ 821009 h 2301019"/>
              <a:gd name="connsiteX161" fmla="*/ 799307 w 1018487"/>
              <a:gd name="connsiteY161" fmla="*/ 825735 h 2301019"/>
              <a:gd name="connsiteX162" fmla="*/ 810742 w 1018487"/>
              <a:gd name="connsiteY162" fmla="*/ 841953 h 2301019"/>
              <a:gd name="connsiteX163" fmla="*/ 825385 w 1018487"/>
              <a:gd name="connsiteY163" fmla="*/ 841953 h 2301019"/>
              <a:gd name="connsiteX164" fmla="*/ 805433 w 1018487"/>
              <a:gd name="connsiteY164" fmla="*/ 867389 h 2301019"/>
              <a:gd name="connsiteX165" fmla="*/ 792306 w 1018487"/>
              <a:gd name="connsiteY165" fmla="*/ 868031 h 2301019"/>
              <a:gd name="connsiteX166" fmla="*/ 777547 w 1018487"/>
              <a:gd name="connsiteY166" fmla="*/ 885941 h 2301019"/>
              <a:gd name="connsiteX167" fmla="*/ 780814 w 1018487"/>
              <a:gd name="connsiteY167" fmla="*/ 919136 h 2301019"/>
              <a:gd name="connsiteX168" fmla="*/ 760686 w 1018487"/>
              <a:gd name="connsiteY168" fmla="*/ 953090 h 2301019"/>
              <a:gd name="connsiteX169" fmla="*/ 747618 w 1018487"/>
              <a:gd name="connsiteY169" fmla="*/ 952273 h 2301019"/>
              <a:gd name="connsiteX170" fmla="*/ 726791 w 1018487"/>
              <a:gd name="connsiteY170" fmla="*/ 972283 h 2301019"/>
              <a:gd name="connsiteX171" fmla="*/ 715940 w 1018487"/>
              <a:gd name="connsiteY171" fmla="*/ 958282 h 2301019"/>
              <a:gd name="connsiteX172" fmla="*/ 712965 w 1018487"/>
              <a:gd name="connsiteY172" fmla="*/ 976134 h 2301019"/>
              <a:gd name="connsiteX173" fmla="*/ 720666 w 1018487"/>
              <a:gd name="connsiteY173" fmla="*/ 994569 h 2301019"/>
              <a:gd name="connsiteX174" fmla="*/ 695871 w 1018487"/>
              <a:gd name="connsiteY174" fmla="*/ 1008512 h 2301019"/>
              <a:gd name="connsiteX175" fmla="*/ 685837 w 1018487"/>
              <a:gd name="connsiteY175" fmla="*/ 1029281 h 2301019"/>
              <a:gd name="connsiteX176" fmla="*/ 673586 w 1018487"/>
              <a:gd name="connsiteY176" fmla="*/ 1028639 h 2301019"/>
              <a:gd name="connsiteX177" fmla="*/ 671252 w 1018487"/>
              <a:gd name="connsiteY177" fmla="*/ 1013879 h 2301019"/>
              <a:gd name="connsiteX178" fmla="*/ 655792 w 1018487"/>
              <a:gd name="connsiteY178" fmla="*/ 1013879 h 2301019"/>
              <a:gd name="connsiteX179" fmla="*/ 646575 w 1018487"/>
              <a:gd name="connsiteY179" fmla="*/ 1034648 h 2301019"/>
              <a:gd name="connsiteX180" fmla="*/ 646575 w 1018487"/>
              <a:gd name="connsiteY180" fmla="*/ 1057750 h 2301019"/>
              <a:gd name="connsiteX181" fmla="*/ 632632 w 1018487"/>
              <a:gd name="connsiteY181" fmla="*/ 1070235 h 2301019"/>
              <a:gd name="connsiteX182" fmla="*/ 624231 w 1018487"/>
              <a:gd name="connsiteY182" fmla="*/ 1057167 h 2301019"/>
              <a:gd name="connsiteX183" fmla="*/ 615713 w 1018487"/>
              <a:gd name="connsiteY183" fmla="*/ 1057167 h 2301019"/>
              <a:gd name="connsiteX184" fmla="*/ 610404 w 1018487"/>
              <a:gd name="connsiteY184" fmla="*/ 1078636 h 2301019"/>
              <a:gd name="connsiteX185" fmla="*/ 601128 w 1018487"/>
              <a:gd name="connsiteY185" fmla="*/ 1081028 h 2301019"/>
              <a:gd name="connsiteX186" fmla="*/ 592553 w 1018487"/>
              <a:gd name="connsiteY186" fmla="*/ 1070235 h 2301019"/>
              <a:gd name="connsiteX187" fmla="*/ 578726 w 1018487"/>
              <a:gd name="connsiteY187" fmla="*/ 1084061 h 2301019"/>
              <a:gd name="connsiteX188" fmla="*/ 572659 w 1018487"/>
              <a:gd name="connsiteY188" fmla="*/ 1101096 h 2301019"/>
              <a:gd name="connsiteX189" fmla="*/ 586369 w 1018487"/>
              <a:gd name="connsiteY189" fmla="*/ 1104305 h 2301019"/>
              <a:gd name="connsiteX190" fmla="*/ 584852 w 1018487"/>
              <a:gd name="connsiteY190" fmla="*/ 1115681 h 2301019"/>
              <a:gd name="connsiteX191" fmla="*/ 557024 w 1018487"/>
              <a:gd name="connsiteY191" fmla="*/ 1139717 h 2301019"/>
              <a:gd name="connsiteX192" fmla="*/ 539405 w 1018487"/>
              <a:gd name="connsiteY192" fmla="*/ 1135108 h 2301019"/>
              <a:gd name="connsiteX193" fmla="*/ 533980 w 1018487"/>
              <a:gd name="connsiteY193" fmla="*/ 1145843 h 2301019"/>
              <a:gd name="connsiteX194" fmla="*/ 542264 w 1018487"/>
              <a:gd name="connsiteY194" fmla="*/ 1163461 h 2301019"/>
              <a:gd name="connsiteX195" fmla="*/ 525637 w 1018487"/>
              <a:gd name="connsiteY195" fmla="*/ 1188139 h 2301019"/>
              <a:gd name="connsiteX196" fmla="*/ 496059 w 1018487"/>
              <a:gd name="connsiteY196" fmla="*/ 1193039 h 2301019"/>
              <a:gd name="connsiteX197" fmla="*/ 479841 w 1018487"/>
              <a:gd name="connsiteY197" fmla="*/ 1187264 h 2301019"/>
              <a:gd name="connsiteX198" fmla="*/ 503410 w 1018487"/>
              <a:gd name="connsiteY198" fmla="*/ 1216958 h 2301019"/>
              <a:gd name="connsiteX199" fmla="*/ 506094 w 1018487"/>
              <a:gd name="connsiteY199" fmla="*/ 1242394 h 2301019"/>
              <a:gd name="connsiteX200" fmla="*/ 500843 w 1018487"/>
              <a:gd name="connsiteY200" fmla="*/ 1250154 h 2301019"/>
              <a:gd name="connsiteX201" fmla="*/ 504577 w 1018487"/>
              <a:gd name="connsiteY201" fmla="*/ 1273197 h 2301019"/>
              <a:gd name="connsiteX202" fmla="*/ 499210 w 1018487"/>
              <a:gd name="connsiteY202" fmla="*/ 1303242 h 2301019"/>
              <a:gd name="connsiteX203" fmla="*/ 514728 w 1018487"/>
              <a:gd name="connsiteY203" fmla="*/ 1319519 h 2301019"/>
              <a:gd name="connsiteX204" fmla="*/ 512394 w 1018487"/>
              <a:gd name="connsiteY204" fmla="*/ 1339646 h 2301019"/>
              <a:gd name="connsiteX205" fmla="*/ 499268 w 1018487"/>
              <a:gd name="connsiteY205" fmla="*/ 1328095 h 2301019"/>
              <a:gd name="connsiteX206" fmla="*/ 494776 w 1018487"/>
              <a:gd name="connsiteY206" fmla="*/ 1334162 h 2301019"/>
              <a:gd name="connsiteX207" fmla="*/ 500960 w 1018487"/>
              <a:gd name="connsiteY207" fmla="*/ 1364265 h 2301019"/>
              <a:gd name="connsiteX208" fmla="*/ 485500 w 1018487"/>
              <a:gd name="connsiteY208" fmla="*/ 1383459 h 2301019"/>
              <a:gd name="connsiteX209" fmla="*/ 500960 w 1018487"/>
              <a:gd name="connsiteY209" fmla="*/ 1389818 h 2301019"/>
              <a:gd name="connsiteX210" fmla="*/ 500960 w 1018487"/>
              <a:gd name="connsiteY210" fmla="*/ 1402069 h 2301019"/>
              <a:gd name="connsiteX211" fmla="*/ 491625 w 1018487"/>
              <a:gd name="connsiteY211" fmla="*/ 1407495 h 2301019"/>
              <a:gd name="connsiteX212" fmla="*/ 502418 w 1018487"/>
              <a:gd name="connsiteY212" fmla="*/ 1429955 h 2301019"/>
              <a:gd name="connsiteX213" fmla="*/ 488533 w 1018487"/>
              <a:gd name="connsiteY213" fmla="*/ 1447574 h 2301019"/>
              <a:gd name="connsiteX214" fmla="*/ 500085 w 1018487"/>
              <a:gd name="connsiteY214" fmla="*/ 1460000 h 2301019"/>
              <a:gd name="connsiteX215" fmla="*/ 510002 w 1018487"/>
              <a:gd name="connsiteY215" fmla="*/ 1475343 h 2301019"/>
              <a:gd name="connsiteX216" fmla="*/ 524062 w 1018487"/>
              <a:gd name="connsiteY216" fmla="*/ 1478377 h 2301019"/>
              <a:gd name="connsiteX217" fmla="*/ 524062 w 1018487"/>
              <a:gd name="connsiteY217" fmla="*/ 1497746 h 2301019"/>
              <a:gd name="connsiteX218" fmla="*/ 534038 w 1018487"/>
              <a:gd name="connsiteY218" fmla="*/ 1491445 h 2301019"/>
              <a:gd name="connsiteX219" fmla="*/ 544773 w 1018487"/>
              <a:gd name="connsiteY219" fmla="*/ 1509997 h 2301019"/>
              <a:gd name="connsiteX220" fmla="*/ 562566 w 1018487"/>
              <a:gd name="connsiteY220" fmla="*/ 1488353 h 2301019"/>
              <a:gd name="connsiteX221" fmla="*/ 576392 w 1018487"/>
              <a:gd name="connsiteY221" fmla="*/ 1500138 h 2301019"/>
              <a:gd name="connsiteX222" fmla="*/ 581060 w 1018487"/>
              <a:gd name="connsiteY222" fmla="*/ 1517814 h 2301019"/>
              <a:gd name="connsiteX223" fmla="*/ 617347 w 1018487"/>
              <a:gd name="connsiteY223" fmla="*/ 1545584 h 2301019"/>
              <a:gd name="connsiteX224" fmla="*/ 611921 w 1018487"/>
              <a:gd name="connsiteY224" fmla="*/ 1557135 h 2301019"/>
              <a:gd name="connsiteX225" fmla="*/ 642083 w 1018487"/>
              <a:gd name="connsiteY225" fmla="*/ 1574987 h 2301019"/>
              <a:gd name="connsiteX226" fmla="*/ 642083 w 1018487"/>
              <a:gd name="connsiteY226" fmla="*/ 1590389 h 2301019"/>
              <a:gd name="connsiteX227" fmla="*/ 662210 w 1018487"/>
              <a:gd name="connsiteY227" fmla="*/ 1609582 h 2301019"/>
              <a:gd name="connsiteX228" fmla="*/ 649083 w 1018487"/>
              <a:gd name="connsiteY228" fmla="*/ 1640502 h 2301019"/>
              <a:gd name="connsiteX229" fmla="*/ 623472 w 1018487"/>
              <a:gd name="connsiteY229" fmla="*/ 1668271 h 2301019"/>
              <a:gd name="connsiteX230" fmla="*/ 616647 w 1018487"/>
              <a:gd name="connsiteY230" fmla="*/ 1689157 h 2301019"/>
              <a:gd name="connsiteX231" fmla="*/ 588936 w 1018487"/>
              <a:gd name="connsiteY231" fmla="*/ 1696099 h 2301019"/>
              <a:gd name="connsiteX232" fmla="*/ 571725 w 1018487"/>
              <a:gd name="connsiteY232" fmla="*/ 1686882 h 2301019"/>
              <a:gd name="connsiteX233" fmla="*/ 574234 w 1018487"/>
              <a:gd name="connsiteY233" fmla="*/ 1673814 h 2301019"/>
              <a:gd name="connsiteX234" fmla="*/ 551015 w 1018487"/>
              <a:gd name="connsiteY234" fmla="*/ 1665296 h 2301019"/>
              <a:gd name="connsiteX235" fmla="*/ 541097 w 1018487"/>
              <a:gd name="connsiteY235" fmla="*/ 1655203 h 2301019"/>
              <a:gd name="connsiteX236" fmla="*/ 540222 w 1018487"/>
              <a:gd name="connsiteY236" fmla="*/ 1667513 h 2301019"/>
              <a:gd name="connsiteX237" fmla="*/ 528029 w 1018487"/>
              <a:gd name="connsiteY237" fmla="*/ 1668330 h 2301019"/>
              <a:gd name="connsiteX238" fmla="*/ 519337 w 1018487"/>
              <a:gd name="connsiteY238" fmla="*/ 1659112 h 2301019"/>
              <a:gd name="connsiteX239" fmla="*/ 501835 w 1018487"/>
              <a:gd name="connsiteY239" fmla="*/ 1655203 h 2301019"/>
              <a:gd name="connsiteX240" fmla="*/ 494892 w 1018487"/>
              <a:gd name="connsiteY240" fmla="*/ 1668330 h 2301019"/>
              <a:gd name="connsiteX241" fmla="*/ 479316 w 1018487"/>
              <a:gd name="connsiteY241" fmla="*/ 1673055 h 2301019"/>
              <a:gd name="connsiteX242" fmla="*/ 470857 w 1018487"/>
              <a:gd name="connsiteY242" fmla="*/ 1664538 h 2301019"/>
              <a:gd name="connsiteX243" fmla="*/ 456214 w 1018487"/>
              <a:gd name="connsiteY243" fmla="*/ 1683848 h 2301019"/>
              <a:gd name="connsiteX244" fmla="*/ 439120 w 1018487"/>
              <a:gd name="connsiteY244" fmla="*/ 1675389 h 2301019"/>
              <a:gd name="connsiteX245" fmla="*/ 424535 w 1018487"/>
              <a:gd name="connsiteY245" fmla="*/ 1681515 h 2301019"/>
              <a:gd name="connsiteX246" fmla="*/ 425235 w 1018487"/>
              <a:gd name="connsiteY246" fmla="*/ 1689215 h 2301019"/>
              <a:gd name="connsiteX247" fmla="*/ 456214 w 1018487"/>
              <a:gd name="connsiteY247" fmla="*/ 1692249 h 2301019"/>
              <a:gd name="connsiteX248" fmla="*/ 463914 w 1018487"/>
              <a:gd name="connsiteY248" fmla="*/ 1698550 h 2301019"/>
              <a:gd name="connsiteX249" fmla="*/ 466248 w 1018487"/>
              <a:gd name="connsiteY249" fmla="*/ 1688515 h 2301019"/>
              <a:gd name="connsiteX250" fmla="*/ 493201 w 1018487"/>
              <a:gd name="connsiteY250" fmla="*/ 1687757 h 2301019"/>
              <a:gd name="connsiteX251" fmla="*/ 506327 w 1018487"/>
              <a:gd name="connsiteY251" fmla="*/ 1696216 h 2301019"/>
              <a:gd name="connsiteX252" fmla="*/ 528029 w 1018487"/>
              <a:gd name="connsiteY252" fmla="*/ 1700066 h 2301019"/>
              <a:gd name="connsiteX253" fmla="*/ 541097 w 1018487"/>
              <a:gd name="connsiteY253" fmla="*/ 1717918 h 2301019"/>
              <a:gd name="connsiteX254" fmla="*/ 557199 w 1018487"/>
              <a:gd name="connsiteY254" fmla="*/ 1708701 h 2301019"/>
              <a:gd name="connsiteX255" fmla="*/ 567467 w 1018487"/>
              <a:gd name="connsiteY255" fmla="*/ 1713251 h 2301019"/>
              <a:gd name="connsiteX256" fmla="*/ 584968 w 1018487"/>
              <a:gd name="connsiteY256" fmla="*/ 1703100 h 2301019"/>
              <a:gd name="connsiteX257" fmla="*/ 609763 w 1018487"/>
              <a:gd name="connsiteY257" fmla="*/ 1710159 h 2301019"/>
              <a:gd name="connsiteX258" fmla="*/ 622072 w 1018487"/>
              <a:gd name="connsiteY258" fmla="*/ 1721010 h 2301019"/>
              <a:gd name="connsiteX259" fmla="*/ 624347 w 1018487"/>
              <a:gd name="connsiteY259" fmla="*/ 1740379 h 2301019"/>
              <a:gd name="connsiteX260" fmla="*/ 610521 w 1018487"/>
              <a:gd name="connsiteY260" fmla="*/ 1751930 h 2301019"/>
              <a:gd name="connsiteX261" fmla="*/ 596520 w 1018487"/>
              <a:gd name="connsiteY261" fmla="*/ 1751930 h 2301019"/>
              <a:gd name="connsiteX262" fmla="*/ 578784 w 1018487"/>
              <a:gd name="connsiteY262" fmla="*/ 1778941 h 2301019"/>
              <a:gd name="connsiteX263" fmla="*/ 567408 w 1018487"/>
              <a:gd name="connsiteY263" fmla="*/ 1778066 h 2301019"/>
              <a:gd name="connsiteX264" fmla="*/ 571142 w 1018487"/>
              <a:gd name="connsiteY264" fmla="*/ 1759514 h 2301019"/>
              <a:gd name="connsiteX265" fmla="*/ 564200 w 1018487"/>
              <a:gd name="connsiteY265" fmla="*/ 1750355 h 2301019"/>
              <a:gd name="connsiteX266" fmla="*/ 556557 w 1018487"/>
              <a:gd name="connsiteY266" fmla="*/ 1761089 h 2301019"/>
              <a:gd name="connsiteX267" fmla="*/ 559591 w 1018487"/>
              <a:gd name="connsiteY267" fmla="*/ 1774157 h 2301019"/>
              <a:gd name="connsiteX268" fmla="*/ 545648 w 1018487"/>
              <a:gd name="connsiteY268" fmla="*/ 1775733 h 2301019"/>
              <a:gd name="connsiteX269" fmla="*/ 531763 w 1018487"/>
              <a:gd name="connsiteY269" fmla="*/ 1791192 h 2301019"/>
              <a:gd name="connsiteX270" fmla="*/ 529546 w 1018487"/>
              <a:gd name="connsiteY270" fmla="*/ 1811903 h 2301019"/>
              <a:gd name="connsiteX271" fmla="*/ 512511 w 1018487"/>
              <a:gd name="connsiteY271" fmla="*/ 1798893 h 2301019"/>
              <a:gd name="connsiteX272" fmla="*/ 513211 w 1018487"/>
              <a:gd name="connsiteY272" fmla="*/ 1811903 h 2301019"/>
              <a:gd name="connsiteX273" fmla="*/ 501777 w 1018487"/>
              <a:gd name="connsiteY273" fmla="*/ 1822871 h 2301019"/>
              <a:gd name="connsiteX274" fmla="*/ 498626 w 1018487"/>
              <a:gd name="connsiteY274" fmla="*/ 1818145 h 2301019"/>
              <a:gd name="connsiteX275" fmla="*/ 487892 w 1018487"/>
              <a:gd name="connsiteY275" fmla="*/ 1818145 h 2301019"/>
              <a:gd name="connsiteX276" fmla="*/ 476282 w 1018487"/>
              <a:gd name="connsiteY276" fmla="*/ 1832088 h 2301019"/>
              <a:gd name="connsiteX277" fmla="*/ 493201 w 1018487"/>
              <a:gd name="connsiteY277" fmla="*/ 1834480 h 2301019"/>
              <a:gd name="connsiteX278" fmla="*/ 513269 w 1018487"/>
              <a:gd name="connsiteY278" fmla="*/ 1855249 h 2301019"/>
              <a:gd name="connsiteX279" fmla="*/ 475465 w 1018487"/>
              <a:gd name="connsiteY279" fmla="*/ 1856766 h 2301019"/>
              <a:gd name="connsiteX280" fmla="*/ 505685 w 1018487"/>
              <a:gd name="connsiteY280" fmla="*/ 1867617 h 2301019"/>
              <a:gd name="connsiteX281" fmla="*/ 507085 w 1018487"/>
              <a:gd name="connsiteY281" fmla="*/ 1879985 h 2301019"/>
              <a:gd name="connsiteX282" fmla="*/ 496351 w 1018487"/>
              <a:gd name="connsiteY282" fmla="*/ 1903029 h 2301019"/>
              <a:gd name="connsiteX283" fmla="*/ 517937 w 1018487"/>
              <a:gd name="connsiteY283" fmla="*/ 1923098 h 2301019"/>
              <a:gd name="connsiteX284" fmla="*/ 494134 w 1018487"/>
              <a:gd name="connsiteY284" fmla="*/ 1927765 h 2301019"/>
              <a:gd name="connsiteX285" fmla="*/ 471615 w 1018487"/>
              <a:gd name="connsiteY285" fmla="*/ 1919131 h 2301019"/>
              <a:gd name="connsiteX286" fmla="*/ 484100 w 1018487"/>
              <a:gd name="connsiteY286" fmla="*/ 1938499 h 2301019"/>
              <a:gd name="connsiteX287" fmla="*/ 474182 w 1018487"/>
              <a:gd name="connsiteY287" fmla="*/ 1956176 h 2301019"/>
              <a:gd name="connsiteX288" fmla="*/ 496409 w 1018487"/>
              <a:gd name="connsiteY288" fmla="*/ 1970177 h 2301019"/>
              <a:gd name="connsiteX289" fmla="*/ 478732 w 1018487"/>
              <a:gd name="connsiteY289" fmla="*/ 1986279 h 2301019"/>
              <a:gd name="connsiteX290" fmla="*/ 495009 w 1018487"/>
              <a:gd name="connsiteY290" fmla="*/ 2007165 h 2301019"/>
              <a:gd name="connsiteX291" fmla="*/ 477857 w 1018487"/>
              <a:gd name="connsiteY291" fmla="*/ 2026417 h 2301019"/>
              <a:gd name="connsiteX292" fmla="*/ 475524 w 1018487"/>
              <a:gd name="connsiteY292" fmla="*/ 2047302 h 2301019"/>
              <a:gd name="connsiteX293" fmla="*/ 493317 w 1018487"/>
              <a:gd name="connsiteY293" fmla="*/ 2062762 h 2301019"/>
              <a:gd name="connsiteX294" fmla="*/ 484158 w 1018487"/>
              <a:gd name="connsiteY294" fmla="*/ 2078864 h 2301019"/>
              <a:gd name="connsiteX295" fmla="*/ 480191 w 1018487"/>
              <a:gd name="connsiteY295" fmla="*/ 2129152 h 2301019"/>
              <a:gd name="connsiteX296" fmla="*/ 464089 w 1018487"/>
              <a:gd name="connsiteY296" fmla="*/ 2146012 h 2301019"/>
              <a:gd name="connsiteX297" fmla="*/ 457030 w 1018487"/>
              <a:gd name="connsiteY297" fmla="*/ 2186150 h 2301019"/>
              <a:gd name="connsiteX298" fmla="*/ 434745 w 1018487"/>
              <a:gd name="connsiteY298" fmla="*/ 2213161 h 2301019"/>
              <a:gd name="connsiteX299" fmla="*/ 423894 w 1018487"/>
              <a:gd name="connsiteY299" fmla="*/ 2199159 h 2301019"/>
              <a:gd name="connsiteX300" fmla="*/ 405458 w 1018487"/>
              <a:gd name="connsiteY300" fmla="*/ 2190817 h 2301019"/>
              <a:gd name="connsiteX301" fmla="*/ 383114 w 1018487"/>
              <a:gd name="connsiteY301" fmla="*/ 2203068 h 2301019"/>
              <a:gd name="connsiteX302" fmla="*/ 346011 w 1018487"/>
              <a:gd name="connsiteY302" fmla="*/ 2196884 h 2301019"/>
              <a:gd name="connsiteX303" fmla="*/ 340585 w 1018487"/>
              <a:gd name="connsiteY303" fmla="*/ 2182241 h 2301019"/>
              <a:gd name="connsiteX304" fmla="*/ 333818 w 1018487"/>
              <a:gd name="connsiteY304" fmla="*/ 2214678 h 2301019"/>
              <a:gd name="connsiteX305" fmla="*/ 302023 w 1018487"/>
              <a:gd name="connsiteY305" fmla="*/ 2218411 h 2301019"/>
              <a:gd name="connsiteX306" fmla="*/ 288255 w 1018487"/>
              <a:gd name="connsiteY306" fmla="*/ 2251665 h 2301019"/>
              <a:gd name="connsiteX307" fmla="*/ 299922 w 1018487"/>
              <a:gd name="connsiteY307" fmla="*/ 2261641 h 2301019"/>
              <a:gd name="connsiteX308" fmla="*/ 301323 w 1018487"/>
              <a:gd name="connsiteY308" fmla="*/ 2277742 h 2301019"/>
              <a:gd name="connsiteX309" fmla="*/ 281196 w 1018487"/>
              <a:gd name="connsiteY309" fmla="*/ 2296295 h 2301019"/>
              <a:gd name="connsiteX310" fmla="*/ 255818 w 1018487"/>
              <a:gd name="connsiteY310" fmla="*/ 2287019 h 2301019"/>
              <a:gd name="connsiteX311" fmla="*/ 204188 w 1018487"/>
              <a:gd name="connsiteY311" fmla="*/ 2301020 h 2301019"/>
              <a:gd name="connsiteX312" fmla="*/ 184061 w 1018487"/>
              <a:gd name="connsiteY312" fmla="*/ 2301020 h 2301019"/>
              <a:gd name="connsiteX313" fmla="*/ 173268 w 1018487"/>
              <a:gd name="connsiteY313" fmla="*/ 2290986 h 2301019"/>
              <a:gd name="connsiteX314" fmla="*/ 184877 w 1018487"/>
              <a:gd name="connsiteY314" fmla="*/ 2272492 h 2301019"/>
              <a:gd name="connsiteX315" fmla="*/ 175543 w 1018487"/>
              <a:gd name="connsiteY315" fmla="*/ 2224595 h 2301019"/>
              <a:gd name="connsiteX316" fmla="*/ 154833 w 1018487"/>
              <a:gd name="connsiteY316" fmla="*/ 2218353 h 2301019"/>
              <a:gd name="connsiteX317" fmla="*/ 151682 w 1018487"/>
              <a:gd name="connsiteY317" fmla="*/ 2199918 h 2301019"/>
              <a:gd name="connsiteX318" fmla="*/ 137797 w 1018487"/>
              <a:gd name="connsiteY318" fmla="*/ 2191400 h 2301019"/>
              <a:gd name="connsiteX319" fmla="*/ 141648 w 1018487"/>
              <a:gd name="connsiteY319" fmla="*/ 2180549 h 2301019"/>
              <a:gd name="connsiteX320" fmla="*/ 167142 w 1018487"/>
              <a:gd name="connsiteY320" fmla="*/ 2177516 h 2301019"/>
              <a:gd name="connsiteX321" fmla="*/ 181785 w 1018487"/>
              <a:gd name="connsiteY321" fmla="*/ 2149746 h 2301019"/>
              <a:gd name="connsiteX322" fmla="*/ 175485 w 1018487"/>
              <a:gd name="connsiteY322" fmla="*/ 2125069 h 2301019"/>
              <a:gd name="connsiteX323" fmla="*/ 153957 w 1018487"/>
              <a:gd name="connsiteY323" fmla="*/ 2137436 h 2301019"/>
              <a:gd name="connsiteX324" fmla="*/ 134647 w 1018487"/>
              <a:gd name="connsiteY324" fmla="*/ 2118126 h 2301019"/>
              <a:gd name="connsiteX325" fmla="*/ 129105 w 1018487"/>
              <a:gd name="connsiteY325" fmla="*/ 2098816 h 2301019"/>
              <a:gd name="connsiteX326" fmla="*/ 108336 w 1018487"/>
              <a:gd name="connsiteY326" fmla="*/ 2090357 h 2301019"/>
              <a:gd name="connsiteX327" fmla="*/ 106003 w 1018487"/>
              <a:gd name="connsiteY327" fmla="*/ 2061829 h 2301019"/>
              <a:gd name="connsiteX328" fmla="*/ 87626 w 1018487"/>
              <a:gd name="connsiteY328" fmla="*/ 2024083 h 2301019"/>
              <a:gd name="connsiteX329" fmla="*/ 78350 w 1018487"/>
              <a:gd name="connsiteY329" fmla="*/ 2016324 h 2301019"/>
              <a:gd name="connsiteX330" fmla="*/ 68257 w 1018487"/>
              <a:gd name="connsiteY330" fmla="*/ 1989955 h 2301019"/>
              <a:gd name="connsiteX331" fmla="*/ 51339 w 1018487"/>
              <a:gd name="connsiteY331" fmla="*/ 1985754 h 2301019"/>
              <a:gd name="connsiteX332" fmla="*/ 39846 w 1018487"/>
              <a:gd name="connsiteY332" fmla="*/ 1969127 h 2301019"/>
              <a:gd name="connsiteX333" fmla="*/ 49005 w 1018487"/>
              <a:gd name="connsiteY333" fmla="*/ 1959560 h 2301019"/>
              <a:gd name="connsiteX334" fmla="*/ 51747 w 1018487"/>
              <a:gd name="connsiteY334" fmla="*/ 1937216 h 2301019"/>
              <a:gd name="connsiteX335" fmla="*/ 45563 w 1018487"/>
              <a:gd name="connsiteY335" fmla="*/ 1921347 h 2301019"/>
              <a:gd name="connsiteX336" fmla="*/ 49005 w 1018487"/>
              <a:gd name="connsiteY336" fmla="*/ 1905246 h 2301019"/>
              <a:gd name="connsiteX337" fmla="*/ 69365 w 1018487"/>
              <a:gd name="connsiteY337" fmla="*/ 1888386 h 2301019"/>
              <a:gd name="connsiteX338" fmla="*/ 64115 w 1018487"/>
              <a:gd name="connsiteY338" fmla="*/ 1877535 h 2301019"/>
              <a:gd name="connsiteX339" fmla="*/ 47080 w 1018487"/>
              <a:gd name="connsiteY339" fmla="*/ 1867617 h 2301019"/>
              <a:gd name="connsiteX340" fmla="*/ 51689 w 1018487"/>
              <a:gd name="connsiteY340" fmla="*/ 1857641 h 2301019"/>
              <a:gd name="connsiteX341" fmla="*/ 41946 w 1018487"/>
              <a:gd name="connsiteY341" fmla="*/ 1857174 h 2301019"/>
              <a:gd name="connsiteX342" fmla="*/ 39321 w 1018487"/>
              <a:gd name="connsiteY342" fmla="*/ 1872926 h 2301019"/>
              <a:gd name="connsiteX343" fmla="*/ 53205 w 1018487"/>
              <a:gd name="connsiteY343" fmla="*/ 1887569 h 2301019"/>
              <a:gd name="connsiteX344" fmla="*/ 30862 w 1018487"/>
              <a:gd name="connsiteY344" fmla="*/ 1897195 h 2301019"/>
              <a:gd name="connsiteX345" fmla="*/ 33895 w 1018487"/>
              <a:gd name="connsiteY345" fmla="*/ 1875668 h 2301019"/>
              <a:gd name="connsiteX346" fmla="*/ 28470 w 1018487"/>
              <a:gd name="connsiteY346" fmla="*/ 1867909 h 2301019"/>
              <a:gd name="connsiteX347" fmla="*/ 13826 w 1018487"/>
              <a:gd name="connsiteY347" fmla="*/ 1860266 h 2301019"/>
              <a:gd name="connsiteX348" fmla="*/ 11959 w 1018487"/>
              <a:gd name="connsiteY348" fmla="*/ 1827188 h 2301019"/>
              <a:gd name="connsiteX349" fmla="*/ 3967 w 1018487"/>
              <a:gd name="connsiteY349" fmla="*/ 1815228 h 2301019"/>
              <a:gd name="connsiteX350" fmla="*/ 0 w 1018487"/>
              <a:gd name="connsiteY350" fmla="*/ 1771299 h 2301019"/>
              <a:gd name="connsiteX351" fmla="*/ 15868 w 1018487"/>
              <a:gd name="connsiteY351" fmla="*/ 1762081 h 2301019"/>
              <a:gd name="connsiteX352" fmla="*/ 17443 w 1018487"/>
              <a:gd name="connsiteY352" fmla="*/ 1760039 h 2301019"/>
              <a:gd name="connsiteX353" fmla="*/ 615480 w 1018487"/>
              <a:gd name="connsiteY353" fmla="*/ 1699716 h 2301019"/>
              <a:gd name="connsiteX354" fmla="*/ 630473 w 1018487"/>
              <a:gd name="connsiteY354" fmla="*/ 1723752 h 2301019"/>
              <a:gd name="connsiteX355" fmla="*/ 638582 w 1018487"/>
              <a:gd name="connsiteY355" fmla="*/ 1730403 h 2301019"/>
              <a:gd name="connsiteX356" fmla="*/ 638991 w 1018487"/>
              <a:gd name="connsiteY356" fmla="*/ 1705317 h 2301019"/>
              <a:gd name="connsiteX357" fmla="*/ 658884 w 1018487"/>
              <a:gd name="connsiteY357" fmla="*/ 1687582 h 2301019"/>
              <a:gd name="connsiteX358" fmla="*/ 659234 w 1018487"/>
              <a:gd name="connsiteY358" fmla="*/ 1671013 h 2301019"/>
              <a:gd name="connsiteX359" fmla="*/ 635024 w 1018487"/>
              <a:gd name="connsiteY359" fmla="*/ 1671013 h 2301019"/>
              <a:gd name="connsiteX360" fmla="*/ 615480 w 1018487"/>
              <a:gd name="connsiteY360" fmla="*/ 1699658 h 2301019"/>
              <a:gd name="connsiteX361" fmla="*/ 27770 w 1018487"/>
              <a:gd name="connsiteY361" fmla="*/ 1904896 h 2301019"/>
              <a:gd name="connsiteX362" fmla="*/ 26544 w 1018487"/>
              <a:gd name="connsiteY362" fmla="*/ 1919364 h 2301019"/>
              <a:gd name="connsiteX363" fmla="*/ 36870 w 1018487"/>
              <a:gd name="connsiteY363" fmla="*/ 1918781 h 2301019"/>
              <a:gd name="connsiteX364" fmla="*/ 40896 w 1018487"/>
              <a:gd name="connsiteY364" fmla="*/ 1901687 h 2301019"/>
              <a:gd name="connsiteX365" fmla="*/ 27770 w 1018487"/>
              <a:gd name="connsiteY365" fmla="*/ 1904838 h 2301019"/>
              <a:gd name="connsiteX366" fmla="*/ 705031 w 1018487"/>
              <a:gd name="connsiteY366" fmla="*/ 1840723 h 2301019"/>
              <a:gd name="connsiteX367" fmla="*/ 713432 w 1018487"/>
              <a:gd name="connsiteY367" fmla="*/ 1857641 h 2301019"/>
              <a:gd name="connsiteX368" fmla="*/ 724049 w 1018487"/>
              <a:gd name="connsiteY368" fmla="*/ 1844398 h 2301019"/>
              <a:gd name="connsiteX369" fmla="*/ 713432 w 1018487"/>
              <a:gd name="connsiteY369" fmla="*/ 1835530 h 2301019"/>
              <a:gd name="connsiteX370" fmla="*/ 705031 w 1018487"/>
              <a:gd name="connsiteY370" fmla="*/ 1840781 h 2301019"/>
              <a:gd name="connsiteX371" fmla="*/ 712673 w 1018487"/>
              <a:gd name="connsiteY371" fmla="*/ 1935116 h 2301019"/>
              <a:gd name="connsiteX372" fmla="*/ 719674 w 1018487"/>
              <a:gd name="connsiteY372" fmla="*/ 1944742 h 2301019"/>
              <a:gd name="connsiteX373" fmla="*/ 730758 w 1018487"/>
              <a:gd name="connsiteY373" fmla="*/ 1934007 h 2301019"/>
              <a:gd name="connsiteX374" fmla="*/ 748785 w 1018487"/>
              <a:gd name="connsiteY374" fmla="*/ 1928873 h 2301019"/>
              <a:gd name="connsiteX375" fmla="*/ 744293 w 1018487"/>
              <a:gd name="connsiteY375" fmla="*/ 1921931 h 2301019"/>
              <a:gd name="connsiteX376" fmla="*/ 723466 w 1018487"/>
              <a:gd name="connsiteY376" fmla="*/ 1922514 h 2301019"/>
              <a:gd name="connsiteX377" fmla="*/ 712732 w 1018487"/>
              <a:gd name="connsiteY377" fmla="*/ 1935116 h 2301019"/>
              <a:gd name="connsiteX378" fmla="*/ 642316 w 1018487"/>
              <a:gd name="connsiteY378" fmla="*/ 2092748 h 2301019"/>
              <a:gd name="connsiteX379" fmla="*/ 665885 w 1018487"/>
              <a:gd name="connsiteY379" fmla="*/ 2085981 h 2301019"/>
              <a:gd name="connsiteX380" fmla="*/ 670611 w 1018487"/>
              <a:gd name="connsiteY380" fmla="*/ 2073730 h 2301019"/>
              <a:gd name="connsiteX381" fmla="*/ 663551 w 1018487"/>
              <a:gd name="connsiteY381" fmla="*/ 2068538 h 2301019"/>
              <a:gd name="connsiteX382" fmla="*/ 667285 w 1018487"/>
              <a:gd name="connsiteY382" fmla="*/ 2056111 h 2301019"/>
              <a:gd name="connsiteX383" fmla="*/ 690854 w 1018487"/>
              <a:gd name="connsiteY383" fmla="*/ 2037501 h 2301019"/>
              <a:gd name="connsiteX384" fmla="*/ 693830 w 1018487"/>
              <a:gd name="connsiteY384" fmla="*/ 2024375 h 2301019"/>
              <a:gd name="connsiteX385" fmla="*/ 708648 w 1018487"/>
              <a:gd name="connsiteY385" fmla="*/ 2006581 h 2301019"/>
              <a:gd name="connsiteX386" fmla="*/ 706489 w 1018487"/>
              <a:gd name="connsiteY386" fmla="*/ 1997422 h 2301019"/>
              <a:gd name="connsiteX387" fmla="*/ 691904 w 1018487"/>
              <a:gd name="connsiteY387" fmla="*/ 1984646 h 2301019"/>
              <a:gd name="connsiteX388" fmla="*/ 700072 w 1018487"/>
              <a:gd name="connsiteY388" fmla="*/ 1967085 h 2301019"/>
              <a:gd name="connsiteX389" fmla="*/ 702230 w 1018487"/>
              <a:gd name="connsiteY389" fmla="*/ 1955709 h 2301019"/>
              <a:gd name="connsiteX390" fmla="*/ 710690 w 1018487"/>
              <a:gd name="connsiteY390" fmla="*/ 1948009 h 2301019"/>
              <a:gd name="connsiteX391" fmla="*/ 698963 w 1018487"/>
              <a:gd name="connsiteY391" fmla="*/ 1941825 h 2301019"/>
              <a:gd name="connsiteX392" fmla="*/ 688229 w 1018487"/>
              <a:gd name="connsiteY392" fmla="*/ 1948009 h 2301019"/>
              <a:gd name="connsiteX393" fmla="*/ 666585 w 1018487"/>
              <a:gd name="connsiteY393" fmla="*/ 1947600 h 2301019"/>
              <a:gd name="connsiteX394" fmla="*/ 652992 w 1018487"/>
              <a:gd name="connsiteY394" fmla="*/ 1964927 h 2301019"/>
              <a:gd name="connsiteX395" fmla="*/ 643424 w 1018487"/>
              <a:gd name="connsiteY395" fmla="*/ 1983071 h 2301019"/>
              <a:gd name="connsiteX396" fmla="*/ 629656 w 1018487"/>
              <a:gd name="connsiteY396" fmla="*/ 1997364 h 2301019"/>
              <a:gd name="connsiteX397" fmla="*/ 636132 w 1018487"/>
              <a:gd name="connsiteY397" fmla="*/ 2020524 h 2301019"/>
              <a:gd name="connsiteX398" fmla="*/ 628665 w 1018487"/>
              <a:gd name="connsiteY398" fmla="*/ 2025367 h 2301019"/>
              <a:gd name="connsiteX399" fmla="*/ 648908 w 1018487"/>
              <a:gd name="connsiteY399" fmla="*/ 2054886 h 2301019"/>
              <a:gd name="connsiteX400" fmla="*/ 656959 w 1018487"/>
              <a:gd name="connsiteY400" fmla="*/ 2051911 h 2301019"/>
              <a:gd name="connsiteX401" fmla="*/ 652117 w 1018487"/>
              <a:gd name="connsiteY401" fmla="*/ 2068946 h 2301019"/>
              <a:gd name="connsiteX402" fmla="*/ 640332 w 1018487"/>
              <a:gd name="connsiteY402" fmla="*/ 2083706 h 2301019"/>
              <a:gd name="connsiteX403" fmla="*/ 642258 w 1018487"/>
              <a:gd name="connsiteY403" fmla="*/ 2092690 h 2301019"/>
              <a:gd name="connsiteX404" fmla="*/ 490225 w 1018487"/>
              <a:gd name="connsiteY404" fmla="*/ 2153596 h 2301019"/>
              <a:gd name="connsiteX405" fmla="*/ 493026 w 1018487"/>
              <a:gd name="connsiteY405" fmla="*/ 2172965 h 2301019"/>
              <a:gd name="connsiteX406" fmla="*/ 493026 w 1018487"/>
              <a:gd name="connsiteY406" fmla="*/ 2186791 h 2301019"/>
              <a:gd name="connsiteX407" fmla="*/ 499851 w 1018487"/>
              <a:gd name="connsiteY407" fmla="*/ 2193500 h 2301019"/>
              <a:gd name="connsiteX408" fmla="*/ 507027 w 1018487"/>
              <a:gd name="connsiteY408" fmla="*/ 2175765 h 2301019"/>
              <a:gd name="connsiteX409" fmla="*/ 518170 w 1018487"/>
              <a:gd name="connsiteY409" fmla="*/ 2143270 h 2301019"/>
              <a:gd name="connsiteX410" fmla="*/ 521904 w 1018487"/>
              <a:gd name="connsiteY410" fmla="*/ 2109550 h 2301019"/>
              <a:gd name="connsiteX411" fmla="*/ 532171 w 1018487"/>
              <a:gd name="connsiteY411" fmla="*/ 2075013 h 2301019"/>
              <a:gd name="connsiteX412" fmla="*/ 535905 w 1018487"/>
              <a:gd name="connsiteY412" fmla="*/ 2044852 h 2301019"/>
              <a:gd name="connsiteX413" fmla="*/ 524821 w 1018487"/>
              <a:gd name="connsiteY413" fmla="*/ 2033067 h 2301019"/>
              <a:gd name="connsiteX414" fmla="*/ 512278 w 1018487"/>
              <a:gd name="connsiteY414" fmla="*/ 2052144 h 2301019"/>
              <a:gd name="connsiteX415" fmla="*/ 515253 w 1018487"/>
              <a:gd name="connsiteY415" fmla="*/ 2061012 h 2301019"/>
              <a:gd name="connsiteX416" fmla="*/ 508719 w 1018487"/>
              <a:gd name="connsiteY416" fmla="*/ 2091173 h 2301019"/>
              <a:gd name="connsiteX417" fmla="*/ 497576 w 1018487"/>
              <a:gd name="connsiteY417" fmla="*/ 2098466 h 2301019"/>
              <a:gd name="connsiteX418" fmla="*/ 490225 w 1018487"/>
              <a:gd name="connsiteY418" fmla="*/ 2153538 h 23010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</a:cxnLst>
            <a:rect l="l" t="t" r="r" b="b"/>
            <a:pathLst>
              <a:path w="1018487" h="2301019">
                <a:moveTo>
                  <a:pt x="17035" y="1760214"/>
                </a:moveTo>
                <a:lnTo>
                  <a:pt x="29636" y="1768732"/>
                </a:lnTo>
                <a:lnTo>
                  <a:pt x="41188" y="1789326"/>
                </a:lnTo>
                <a:lnTo>
                  <a:pt x="52330" y="1768732"/>
                </a:lnTo>
                <a:lnTo>
                  <a:pt x="48013" y="1705550"/>
                </a:lnTo>
                <a:lnTo>
                  <a:pt x="32553" y="1678248"/>
                </a:lnTo>
                <a:lnTo>
                  <a:pt x="40663" y="1660687"/>
                </a:lnTo>
                <a:lnTo>
                  <a:pt x="54664" y="1653337"/>
                </a:lnTo>
                <a:lnTo>
                  <a:pt x="44396" y="1632685"/>
                </a:lnTo>
                <a:lnTo>
                  <a:pt x="50930" y="1620900"/>
                </a:lnTo>
                <a:lnTo>
                  <a:pt x="82492" y="1618041"/>
                </a:lnTo>
                <a:lnTo>
                  <a:pt x="91359" y="1602523"/>
                </a:lnTo>
                <a:lnTo>
                  <a:pt x="89901" y="1581171"/>
                </a:lnTo>
                <a:lnTo>
                  <a:pt x="104661" y="1549668"/>
                </a:lnTo>
                <a:lnTo>
                  <a:pt x="89901" y="1529074"/>
                </a:lnTo>
                <a:lnTo>
                  <a:pt x="82492" y="1482694"/>
                </a:lnTo>
                <a:lnTo>
                  <a:pt x="63473" y="1445240"/>
                </a:lnTo>
                <a:lnTo>
                  <a:pt x="64932" y="1428380"/>
                </a:lnTo>
                <a:lnTo>
                  <a:pt x="111253" y="1412920"/>
                </a:lnTo>
                <a:lnTo>
                  <a:pt x="112012" y="1379784"/>
                </a:lnTo>
                <a:lnTo>
                  <a:pt x="121579" y="1357031"/>
                </a:lnTo>
                <a:lnTo>
                  <a:pt x="86284" y="1318119"/>
                </a:lnTo>
                <a:lnTo>
                  <a:pt x="56822" y="1303359"/>
                </a:lnTo>
                <a:lnTo>
                  <a:pt x="55306" y="1265205"/>
                </a:lnTo>
                <a:lnTo>
                  <a:pt x="62015" y="1227634"/>
                </a:lnTo>
                <a:lnTo>
                  <a:pt x="56822" y="1186447"/>
                </a:lnTo>
                <a:lnTo>
                  <a:pt x="45680" y="1158503"/>
                </a:lnTo>
                <a:lnTo>
                  <a:pt x="54664" y="1126824"/>
                </a:lnTo>
                <a:lnTo>
                  <a:pt x="48655" y="1073269"/>
                </a:lnTo>
                <a:lnTo>
                  <a:pt x="39146" y="1020997"/>
                </a:lnTo>
                <a:lnTo>
                  <a:pt x="46496" y="975375"/>
                </a:lnTo>
                <a:lnTo>
                  <a:pt x="69249" y="935004"/>
                </a:lnTo>
                <a:lnTo>
                  <a:pt x="91301" y="921820"/>
                </a:lnTo>
                <a:lnTo>
                  <a:pt x="118546" y="927537"/>
                </a:lnTo>
                <a:lnTo>
                  <a:pt x="153141" y="929754"/>
                </a:lnTo>
                <a:lnTo>
                  <a:pt x="170759" y="905601"/>
                </a:lnTo>
                <a:lnTo>
                  <a:pt x="167726" y="867389"/>
                </a:lnTo>
                <a:lnTo>
                  <a:pt x="158216" y="851871"/>
                </a:lnTo>
                <a:lnTo>
                  <a:pt x="159675" y="826902"/>
                </a:lnTo>
                <a:lnTo>
                  <a:pt x="194212" y="742426"/>
                </a:lnTo>
                <a:lnTo>
                  <a:pt x="195670" y="693830"/>
                </a:lnTo>
                <a:lnTo>
                  <a:pt x="205880" y="647567"/>
                </a:lnTo>
                <a:lnTo>
                  <a:pt x="216206" y="621897"/>
                </a:lnTo>
                <a:lnTo>
                  <a:pt x="215505" y="592378"/>
                </a:lnTo>
                <a:lnTo>
                  <a:pt x="200862" y="577793"/>
                </a:lnTo>
                <a:lnTo>
                  <a:pt x="201504" y="557141"/>
                </a:lnTo>
                <a:lnTo>
                  <a:pt x="233882" y="538239"/>
                </a:lnTo>
                <a:lnTo>
                  <a:pt x="268361" y="530655"/>
                </a:lnTo>
                <a:lnTo>
                  <a:pt x="284521" y="516770"/>
                </a:lnTo>
                <a:lnTo>
                  <a:pt x="286038" y="496234"/>
                </a:lnTo>
                <a:lnTo>
                  <a:pt x="313924" y="446996"/>
                </a:lnTo>
                <a:lnTo>
                  <a:pt x="342627" y="407267"/>
                </a:lnTo>
                <a:lnTo>
                  <a:pt x="352253" y="383814"/>
                </a:lnTo>
                <a:lnTo>
                  <a:pt x="341168" y="353595"/>
                </a:lnTo>
                <a:lnTo>
                  <a:pt x="329442" y="340352"/>
                </a:lnTo>
                <a:lnTo>
                  <a:pt x="328742" y="293330"/>
                </a:lnTo>
                <a:lnTo>
                  <a:pt x="341868" y="286621"/>
                </a:lnTo>
                <a:lnTo>
                  <a:pt x="354470" y="269761"/>
                </a:lnTo>
                <a:lnTo>
                  <a:pt x="360362" y="244733"/>
                </a:lnTo>
                <a:lnTo>
                  <a:pt x="374247" y="237441"/>
                </a:lnTo>
                <a:lnTo>
                  <a:pt x="389648" y="203604"/>
                </a:lnTo>
                <a:lnTo>
                  <a:pt x="410826" y="187386"/>
                </a:lnTo>
                <a:lnTo>
                  <a:pt x="433695" y="197770"/>
                </a:lnTo>
                <a:lnTo>
                  <a:pt x="443262" y="208738"/>
                </a:lnTo>
                <a:lnTo>
                  <a:pt x="456389" y="206463"/>
                </a:lnTo>
                <a:lnTo>
                  <a:pt x="471848" y="192636"/>
                </a:lnTo>
                <a:lnTo>
                  <a:pt x="459481" y="171226"/>
                </a:lnTo>
                <a:lnTo>
                  <a:pt x="471207" y="160258"/>
                </a:lnTo>
                <a:lnTo>
                  <a:pt x="471207" y="149115"/>
                </a:lnTo>
                <a:lnTo>
                  <a:pt x="476341" y="138148"/>
                </a:lnTo>
                <a:lnTo>
                  <a:pt x="460122" y="112420"/>
                </a:lnTo>
                <a:lnTo>
                  <a:pt x="470448" y="105828"/>
                </a:lnTo>
                <a:lnTo>
                  <a:pt x="499735" y="106528"/>
                </a:lnTo>
                <a:lnTo>
                  <a:pt x="521904" y="94743"/>
                </a:lnTo>
                <a:lnTo>
                  <a:pt x="555740" y="103611"/>
                </a:lnTo>
                <a:lnTo>
                  <a:pt x="576217" y="117554"/>
                </a:lnTo>
                <a:lnTo>
                  <a:pt x="599787" y="119829"/>
                </a:lnTo>
                <a:lnTo>
                  <a:pt x="612971" y="130913"/>
                </a:lnTo>
                <a:lnTo>
                  <a:pt x="623356" y="127121"/>
                </a:lnTo>
                <a:lnTo>
                  <a:pt x="632865" y="133072"/>
                </a:lnTo>
                <a:lnTo>
                  <a:pt x="632865" y="108103"/>
                </a:lnTo>
                <a:lnTo>
                  <a:pt x="621839" y="91943"/>
                </a:lnTo>
                <a:lnTo>
                  <a:pt x="624814" y="60206"/>
                </a:lnTo>
                <a:lnTo>
                  <a:pt x="640916" y="51514"/>
                </a:lnTo>
                <a:lnTo>
                  <a:pt x="635782" y="30103"/>
                </a:lnTo>
                <a:lnTo>
                  <a:pt x="619622" y="21352"/>
                </a:lnTo>
                <a:lnTo>
                  <a:pt x="618280" y="700"/>
                </a:lnTo>
                <a:lnTo>
                  <a:pt x="641733" y="8051"/>
                </a:lnTo>
                <a:lnTo>
                  <a:pt x="664426" y="3617"/>
                </a:lnTo>
                <a:lnTo>
                  <a:pt x="672069" y="0"/>
                </a:lnTo>
                <a:lnTo>
                  <a:pt x="688812" y="19894"/>
                </a:lnTo>
                <a:lnTo>
                  <a:pt x="715240" y="33137"/>
                </a:lnTo>
                <a:lnTo>
                  <a:pt x="751294" y="74849"/>
                </a:lnTo>
                <a:lnTo>
                  <a:pt x="777663" y="94801"/>
                </a:lnTo>
                <a:lnTo>
                  <a:pt x="817392" y="97718"/>
                </a:lnTo>
                <a:lnTo>
                  <a:pt x="832969" y="107286"/>
                </a:lnTo>
                <a:lnTo>
                  <a:pt x="846854" y="111020"/>
                </a:lnTo>
                <a:lnTo>
                  <a:pt x="866514" y="133772"/>
                </a:lnTo>
                <a:lnTo>
                  <a:pt x="874040" y="152732"/>
                </a:lnTo>
                <a:lnTo>
                  <a:pt x="882907" y="154249"/>
                </a:lnTo>
                <a:lnTo>
                  <a:pt x="890083" y="152207"/>
                </a:lnTo>
                <a:lnTo>
                  <a:pt x="907760" y="176301"/>
                </a:lnTo>
                <a:lnTo>
                  <a:pt x="921703" y="177818"/>
                </a:lnTo>
                <a:lnTo>
                  <a:pt x="931387" y="192578"/>
                </a:lnTo>
                <a:lnTo>
                  <a:pt x="923745" y="210955"/>
                </a:lnTo>
                <a:lnTo>
                  <a:pt x="929404" y="240475"/>
                </a:lnTo>
                <a:lnTo>
                  <a:pt x="920011" y="263635"/>
                </a:lnTo>
                <a:lnTo>
                  <a:pt x="922345" y="283996"/>
                </a:lnTo>
                <a:lnTo>
                  <a:pt x="949239" y="285863"/>
                </a:lnTo>
                <a:lnTo>
                  <a:pt x="955481" y="309490"/>
                </a:lnTo>
                <a:lnTo>
                  <a:pt x="946031" y="324483"/>
                </a:lnTo>
                <a:lnTo>
                  <a:pt x="949239" y="352661"/>
                </a:lnTo>
                <a:lnTo>
                  <a:pt x="960557" y="369171"/>
                </a:lnTo>
                <a:lnTo>
                  <a:pt x="967324" y="405750"/>
                </a:lnTo>
                <a:lnTo>
                  <a:pt x="962249" y="422668"/>
                </a:lnTo>
                <a:lnTo>
                  <a:pt x="966683" y="438128"/>
                </a:lnTo>
                <a:lnTo>
                  <a:pt x="966683" y="477916"/>
                </a:lnTo>
                <a:lnTo>
                  <a:pt x="960032" y="492617"/>
                </a:lnTo>
                <a:lnTo>
                  <a:pt x="970358" y="521904"/>
                </a:lnTo>
                <a:lnTo>
                  <a:pt x="989552" y="528554"/>
                </a:lnTo>
                <a:lnTo>
                  <a:pt x="1007112" y="566125"/>
                </a:lnTo>
                <a:lnTo>
                  <a:pt x="1018488" y="578434"/>
                </a:lnTo>
                <a:lnTo>
                  <a:pt x="1017496" y="600487"/>
                </a:lnTo>
                <a:lnTo>
                  <a:pt x="1016621" y="599670"/>
                </a:lnTo>
                <a:lnTo>
                  <a:pt x="1003495" y="608946"/>
                </a:lnTo>
                <a:lnTo>
                  <a:pt x="984359" y="607254"/>
                </a:lnTo>
                <a:lnTo>
                  <a:pt x="972750" y="593603"/>
                </a:lnTo>
                <a:lnTo>
                  <a:pt x="948831" y="608946"/>
                </a:lnTo>
                <a:lnTo>
                  <a:pt x="932612" y="599670"/>
                </a:lnTo>
                <a:lnTo>
                  <a:pt x="924095" y="616647"/>
                </a:lnTo>
                <a:lnTo>
                  <a:pt x="907118" y="609704"/>
                </a:lnTo>
                <a:lnTo>
                  <a:pt x="899476" y="592786"/>
                </a:lnTo>
                <a:lnTo>
                  <a:pt x="883257" y="612738"/>
                </a:lnTo>
                <a:lnTo>
                  <a:pt x="870889" y="590394"/>
                </a:lnTo>
                <a:lnTo>
                  <a:pt x="860097" y="598853"/>
                </a:lnTo>
                <a:lnTo>
                  <a:pt x="857763" y="618339"/>
                </a:lnTo>
                <a:lnTo>
                  <a:pt x="850879" y="634557"/>
                </a:lnTo>
                <a:lnTo>
                  <a:pt x="835944" y="637941"/>
                </a:lnTo>
                <a:lnTo>
                  <a:pt x="826727" y="626856"/>
                </a:lnTo>
                <a:lnTo>
                  <a:pt x="813192" y="622072"/>
                </a:lnTo>
                <a:lnTo>
                  <a:pt x="825851" y="646808"/>
                </a:lnTo>
                <a:lnTo>
                  <a:pt x="839444" y="656026"/>
                </a:lnTo>
                <a:lnTo>
                  <a:pt x="822468" y="671427"/>
                </a:lnTo>
                <a:lnTo>
                  <a:pt x="805083" y="670261"/>
                </a:lnTo>
                <a:lnTo>
                  <a:pt x="789856" y="678720"/>
                </a:lnTo>
                <a:lnTo>
                  <a:pt x="808583" y="687179"/>
                </a:lnTo>
                <a:lnTo>
                  <a:pt x="807416" y="699255"/>
                </a:lnTo>
                <a:lnTo>
                  <a:pt x="799832" y="701414"/>
                </a:lnTo>
                <a:lnTo>
                  <a:pt x="795573" y="694530"/>
                </a:lnTo>
                <a:lnTo>
                  <a:pt x="783322" y="688287"/>
                </a:lnTo>
                <a:lnTo>
                  <a:pt x="776730" y="695580"/>
                </a:lnTo>
                <a:lnTo>
                  <a:pt x="785714" y="710398"/>
                </a:lnTo>
                <a:lnTo>
                  <a:pt x="797790" y="710748"/>
                </a:lnTo>
                <a:lnTo>
                  <a:pt x="807708" y="722999"/>
                </a:lnTo>
                <a:lnTo>
                  <a:pt x="801524" y="734667"/>
                </a:lnTo>
                <a:lnTo>
                  <a:pt x="789156" y="770138"/>
                </a:lnTo>
                <a:lnTo>
                  <a:pt x="793881" y="784839"/>
                </a:lnTo>
                <a:lnTo>
                  <a:pt x="769321" y="789389"/>
                </a:lnTo>
                <a:lnTo>
                  <a:pt x="789156" y="804966"/>
                </a:lnTo>
                <a:lnTo>
                  <a:pt x="805433" y="808058"/>
                </a:lnTo>
                <a:lnTo>
                  <a:pt x="811617" y="821009"/>
                </a:lnTo>
                <a:lnTo>
                  <a:pt x="799307" y="825735"/>
                </a:lnTo>
                <a:lnTo>
                  <a:pt x="810742" y="841953"/>
                </a:lnTo>
                <a:lnTo>
                  <a:pt x="825385" y="841953"/>
                </a:lnTo>
                <a:lnTo>
                  <a:pt x="805433" y="867389"/>
                </a:lnTo>
                <a:lnTo>
                  <a:pt x="792306" y="868031"/>
                </a:lnTo>
                <a:lnTo>
                  <a:pt x="777547" y="885941"/>
                </a:lnTo>
                <a:lnTo>
                  <a:pt x="780814" y="919136"/>
                </a:lnTo>
                <a:lnTo>
                  <a:pt x="760686" y="953090"/>
                </a:lnTo>
                <a:lnTo>
                  <a:pt x="747618" y="952273"/>
                </a:lnTo>
                <a:lnTo>
                  <a:pt x="726791" y="972283"/>
                </a:lnTo>
                <a:lnTo>
                  <a:pt x="715940" y="958282"/>
                </a:lnTo>
                <a:lnTo>
                  <a:pt x="712965" y="976134"/>
                </a:lnTo>
                <a:lnTo>
                  <a:pt x="720666" y="994569"/>
                </a:lnTo>
                <a:lnTo>
                  <a:pt x="695871" y="1008512"/>
                </a:lnTo>
                <a:lnTo>
                  <a:pt x="685837" y="1029281"/>
                </a:lnTo>
                <a:lnTo>
                  <a:pt x="673586" y="1028639"/>
                </a:lnTo>
                <a:lnTo>
                  <a:pt x="671252" y="1013879"/>
                </a:lnTo>
                <a:lnTo>
                  <a:pt x="655792" y="1013879"/>
                </a:lnTo>
                <a:lnTo>
                  <a:pt x="646575" y="1034648"/>
                </a:lnTo>
                <a:lnTo>
                  <a:pt x="646575" y="1057750"/>
                </a:lnTo>
                <a:lnTo>
                  <a:pt x="632632" y="1070235"/>
                </a:lnTo>
                <a:lnTo>
                  <a:pt x="624231" y="1057167"/>
                </a:lnTo>
                <a:lnTo>
                  <a:pt x="615713" y="1057167"/>
                </a:lnTo>
                <a:lnTo>
                  <a:pt x="610404" y="1078636"/>
                </a:lnTo>
                <a:lnTo>
                  <a:pt x="601128" y="1081028"/>
                </a:lnTo>
                <a:lnTo>
                  <a:pt x="592553" y="1070235"/>
                </a:lnTo>
                <a:lnTo>
                  <a:pt x="578726" y="1084061"/>
                </a:lnTo>
                <a:lnTo>
                  <a:pt x="572659" y="1101096"/>
                </a:lnTo>
                <a:lnTo>
                  <a:pt x="586369" y="1104305"/>
                </a:lnTo>
                <a:lnTo>
                  <a:pt x="584852" y="1115681"/>
                </a:lnTo>
                <a:lnTo>
                  <a:pt x="557024" y="1139717"/>
                </a:lnTo>
                <a:lnTo>
                  <a:pt x="539405" y="1135108"/>
                </a:lnTo>
                <a:lnTo>
                  <a:pt x="533980" y="1145843"/>
                </a:lnTo>
                <a:lnTo>
                  <a:pt x="542264" y="1163461"/>
                </a:lnTo>
                <a:lnTo>
                  <a:pt x="525637" y="1188139"/>
                </a:lnTo>
                <a:lnTo>
                  <a:pt x="496059" y="1193039"/>
                </a:lnTo>
                <a:lnTo>
                  <a:pt x="479841" y="1187264"/>
                </a:lnTo>
                <a:lnTo>
                  <a:pt x="503410" y="1216958"/>
                </a:lnTo>
                <a:lnTo>
                  <a:pt x="506094" y="1242394"/>
                </a:lnTo>
                <a:lnTo>
                  <a:pt x="500843" y="1250154"/>
                </a:lnTo>
                <a:lnTo>
                  <a:pt x="504577" y="1273197"/>
                </a:lnTo>
                <a:lnTo>
                  <a:pt x="499210" y="1303242"/>
                </a:lnTo>
                <a:lnTo>
                  <a:pt x="514728" y="1319519"/>
                </a:lnTo>
                <a:lnTo>
                  <a:pt x="512394" y="1339646"/>
                </a:lnTo>
                <a:lnTo>
                  <a:pt x="499268" y="1328095"/>
                </a:lnTo>
                <a:lnTo>
                  <a:pt x="494776" y="1334162"/>
                </a:lnTo>
                <a:lnTo>
                  <a:pt x="500960" y="1364265"/>
                </a:lnTo>
                <a:lnTo>
                  <a:pt x="485500" y="1383459"/>
                </a:lnTo>
                <a:lnTo>
                  <a:pt x="500960" y="1389818"/>
                </a:lnTo>
                <a:lnTo>
                  <a:pt x="500960" y="1402069"/>
                </a:lnTo>
                <a:lnTo>
                  <a:pt x="491625" y="1407495"/>
                </a:lnTo>
                <a:lnTo>
                  <a:pt x="502418" y="1429955"/>
                </a:lnTo>
                <a:lnTo>
                  <a:pt x="488533" y="1447574"/>
                </a:lnTo>
                <a:lnTo>
                  <a:pt x="500085" y="1460000"/>
                </a:lnTo>
                <a:lnTo>
                  <a:pt x="510002" y="1475343"/>
                </a:lnTo>
                <a:lnTo>
                  <a:pt x="524062" y="1478377"/>
                </a:lnTo>
                <a:lnTo>
                  <a:pt x="524062" y="1497746"/>
                </a:lnTo>
                <a:lnTo>
                  <a:pt x="534038" y="1491445"/>
                </a:lnTo>
                <a:lnTo>
                  <a:pt x="544773" y="1509997"/>
                </a:lnTo>
                <a:lnTo>
                  <a:pt x="562566" y="1488353"/>
                </a:lnTo>
                <a:lnTo>
                  <a:pt x="576392" y="1500138"/>
                </a:lnTo>
                <a:lnTo>
                  <a:pt x="581060" y="1517814"/>
                </a:lnTo>
                <a:lnTo>
                  <a:pt x="617347" y="1545584"/>
                </a:lnTo>
                <a:lnTo>
                  <a:pt x="611921" y="1557135"/>
                </a:lnTo>
                <a:lnTo>
                  <a:pt x="642083" y="1574987"/>
                </a:lnTo>
                <a:lnTo>
                  <a:pt x="642083" y="1590389"/>
                </a:lnTo>
                <a:lnTo>
                  <a:pt x="662210" y="1609582"/>
                </a:lnTo>
                <a:lnTo>
                  <a:pt x="649083" y="1640502"/>
                </a:lnTo>
                <a:lnTo>
                  <a:pt x="623472" y="1668271"/>
                </a:lnTo>
                <a:lnTo>
                  <a:pt x="616647" y="1689157"/>
                </a:lnTo>
                <a:lnTo>
                  <a:pt x="588936" y="1696099"/>
                </a:lnTo>
                <a:lnTo>
                  <a:pt x="571725" y="1686882"/>
                </a:lnTo>
                <a:lnTo>
                  <a:pt x="574234" y="1673814"/>
                </a:lnTo>
                <a:lnTo>
                  <a:pt x="551015" y="1665296"/>
                </a:lnTo>
                <a:lnTo>
                  <a:pt x="541097" y="1655203"/>
                </a:lnTo>
                <a:lnTo>
                  <a:pt x="540222" y="1667513"/>
                </a:lnTo>
                <a:lnTo>
                  <a:pt x="528029" y="1668330"/>
                </a:lnTo>
                <a:lnTo>
                  <a:pt x="519337" y="1659112"/>
                </a:lnTo>
                <a:lnTo>
                  <a:pt x="501835" y="1655203"/>
                </a:lnTo>
                <a:lnTo>
                  <a:pt x="494892" y="1668330"/>
                </a:lnTo>
                <a:lnTo>
                  <a:pt x="479316" y="1673055"/>
                </a:lnTo>
                <a:lnTo>
                  <a:pt x="470857" y="1664538"/>
                </a:lnTo>
                <a:lnTo>
                  <a:pt x="456214" y="1683848"/>
                </a:lnTo>
                <a:lnTo>
                  <a:pt x="439120" y="1675389"/>
                </a:lnTo>
                <a:lnTo>
                  <a:pt x="424535" y="1681515"/>
                </a:lnTo>
                <a:lnTo>
                  <a:pt x="425235" y="1689215"/>
                </a:lnTo>
                <a:lnTo>
                  <a:pt x="456214" y="1692249"/>
                </a:lnTo>
                <a:lnTo>
                  <a:pt x="463914" y="1698550"/>
                </a:lnTo>
                <a:lnTo>
                  <a:pt x="466248" y="1688515"/>
                </a:lnTo>
                <a:lnTo>
                  <a:pt x="493201" y="1687757"/>
                </a:lnTo>
                <a:lnTo>
                  <a:pt x="506327" y="1696216"/>
                </a:lnTo>
                <a:lnTo>
                  <a:pt x="528029" y="1700066"/>
                </a:lnTo>
                <a:lnTo>
                  <a:pt x="541097" y="1717918"/>
                </a:lnTo>
                <a:lnTo>
                  <a:pt x="557199" y="1708701"/>
                </a:lnTo>
                <a:lnTo>
                  <a:pt x="567467" y="1713251"/>
                </a:lnTo>
                <a:lnTo>
                  <a:pt x="584968" y="1703100"/>
                </a:lnTo>
                <a:lnTo>
                  <a:pt x="609763" y="1710159"/>
                </a:lnTo>
                <a:lnTo>
                  <a:pt x="622072" y="1721010"/>
                </a:lnTo>
                <a:lnTo>
                  <a:pt x="624347" y="1740379"/>
                </a:lnTo>
                <a:lnTo>
                  <a:pt x="610521" y="1751930"/>
                </a:lnTo>
                <a:lnTo>
                  <a:pt x="596520" y="1751930"/>
                </a:lnTo>
                <a:lnTo>
                  <a:pt x="578784" y="1778941"/>
                </a:lnTo>
                <a:lnTo>
                  <a:pt x="567408" y="1778066"/>
                </a:lnTo>
                <a:lnTo>
                  <a:pt x="571142" y="1759514"/>
                </a:lnTo>
                <a:lnTo>
                  <a:pt x="564200" y="1750355"/>
                </a:lnTo>
                <a:lnTo>
                  <a:pt x="556557" y="1761089"/>
                </a:lnTo>
                <a:lnTo>
                  <a:pt x="559591" y="1774157"/>
                </a:lnTo>
                <a:lnTo>
                  <a:pt x="545648" y="1775733"/>
                </a:lnTo>
                <a:lnTo>
                  <a:pt x="531763" y="1791192"/>
                </a:lnTo>
                <a:lnTo>
                  <a:pt x="529546" y="1811903"/>
                </a:lnTo>
                <a:lnTo>
                  <a:pt x="512511" y="1798893"/>
                </a:lnTo>
                <a:lnTo>
                  <a:pt x="513211" y="1811903"/>
                </a:lnTo>
                <a:lnTo>
                  <a:pt x="501777" y="1822871"/>
                </a:lnTo>
                <a:lnTo>
                  <a:pt x="498626" y="1818145"/>
                </a:lnTo>
                <a:lnTo>
                  <a:pt x="487892" y="1818145"/>
                </a:lnTo>
                <a:lnTo>
                  <a:pt x="476282" y="1832088"/>
                </a:lnTo>
                <a:lnTo>
                  <a:pt x="493201" y="1834480"/>
                </a:lnTo>
                <a:lnTo>
                  <a:pt x="513269" y="1855249"/>
                </a:lnTo>
                <a:lnTo>
                  <a:pt x="475465" y="1856766"/>
                </a:lnTo>
                <a:lnTo>
                  <a:pt x="505685" y="1867617"/>
                </a:lnTo>
                <a:lnTo>
                  <a:pt x="507085" y="1879985"/>
                </a:lnTo>
                <a:lnTo>
                  <a:pt x="496351" y="1903029"/>
                </a:lnTo>
                <a:lnTo>
                  <a:pt x="517937" y="1923098"/>
                </a:lnTo>
                <a:lnTo>
                  <a:pt x="494134" y="1927765"/>
                </a:lnTo>
                <a:lnTo>
                  <a:pt x="471615" y="1919131"/>
                </a:lnTo>
                <a:lnTo>
                  <a:pt x="484100" y="1938499"/>
                </a:lnTo>
                <a:lnTo>
                  <a:pt x="474182" y="1956176"/>
                </a:lnTo>
                <a:lnTo>
                  <a:pt x="496409" y="1970177"/>
                </a:lnTo>
                <a:lnTo>
                  <a:pt x="478732" y="1986279"/>
                </a:lnTo>
                <a:lnTo>
                  <a:pt x="495009" y="2007165"/>
                </a:lnTo>
                <a:lnTo>
                  <a:pt x="477857" y="2026417"/>
                </a:lnTo>
                <a:lnTo>
                  <a:pt x="475524" y="2047302"/>
                </a:lnTo>
                <a:lnTo>
                  <a:pt x="493317" y="2062762"/>
                </a:lnTo>
                <a:lnTo>
                  <a:pt x="484158" y="2078864"/>
                </a:lnTo>
                <a:lnTo>
                  <a:pt x="480191" y="2129152"/>
                </a:lnTo>
                <a:lnTo>
                  <a:pt x="464089" y="2146012"/>
                </a:lnTo>
                <a:lnTo>
                  <a:pt x="457030" y="2186150"/>
                </a:lnTo>
                <a:lnTo>
                  <a:pt x="434745" y="2213161"/>
                </a:lnTo>
                <a:lnTo>
                  <a:pt x="423894" y="2199159"/>
                </a:lnTo>
                <a:lnTo>
                  <a:pt x="405458" y="2190817"/>
                </a:lnTo>
                <a:lnTo>
                  <a:pt x="383114" y="2203068"/>
                </a:lnTo>
                <a:lnTo>
                  <a:pt x="346011" y="2196884"/>
                </a:lnTo>
                <a:lnTo>
                  <a:pt x="340585" y="2182241"/>
                </a:lnTo>
                <a:lnTo>
                  <a:pt x="333818" y="2214678"/>
                </a:lnTo>
                <a:lnTo>
                  <a:pt x="302023" y="2218411"/>
                </a:lnTo>
                <a:lnTo>
                  <a:pt x="288255" y="2251665"/>
                </a:lnTo>
                <a:lnTo>
                  <a:pt x="299922" y="2261641"/>
                </a:lnTo>
                <a:lnTo>
                  <a:pt x="301323" y="2277742"/>
                </a:lnTo>
                <a:lnTo>
                  <a:pt x="281196" y="2296295"/>
                </a:lnTo>
                <a:lnTo>
                  <a:pt x="255818" y="2287019"/>
                </a:lnTo>
                <a:lnTo>
                  <a:pt x="204188" y="2301020"/>
                </a:lnTo>
                <a:lnTo>
                  <a:pt x="184061" y="2301020"/>
                </a:lnTo>
                <a:lnTo>
                  <a:pt x="173268" y="2290986"/>
                </a:lnTo>
                <a:lnTo>
                  <a:pt x="184877" y="2272492"/>
                </a:lnTo>
                <a:lnTo>
                  <a:pt x="175543" y="2224595"/>
                </a:lnTo>
                <a:lnTo>
                  <a:pt x="154833" y="2218353"/>
                </a:lnTo>
                <a:lnTo>
                  <a:pt x="151682" y="2199918"/>
                </a:lnTo>
                <a:lnTo>
                  <a:pt x="137797" y="2191400"/>
                </a:lnTo>
                <a:lnTo>
                  <a:pt x="141648" y="2180549"/>
                </a:lnTo>
                <a:lnTo>
                  <a:pt x="167142" y="2177516"/>
                </a:lnTo>
                <a:lnTo>
                  <a:pt x="181785" y="2149746"/>
                </a:lnTo>
                <a:lnTo>
                  <a:pt x="175485" y="2125069"/>
                </a:lnTo>
                <a:lnTo>
                  <a:pt x="153957" y="2137436"/>
                </a:lnTo>
                <a:lnTo>
                  <a:pt x="134647" y="2118126"/>
                </a:lnTo>
                <a:lnTo>
                  <a:pt x="129105" y="2098816"/>
                </a:lnTo>
                <a:lnTo>
                  <a:pt x="108336" y="2090357"/>
                </a:lnTo>
                <a:lnTo>
                  <a:pt x="106003" y="2061829"/>
                </a:lnTo>
                <a:lnTo>
                  <a:pt x="87626" y="2024083"/>
                </a:lnTo>
                <a:lnTo>
                  <a:pt x="78350" y="2016324"/>
                </a:lnTo>
                <a:lnTo>
                  <a:pt x="68257" y="1989955"/>
                </a:lnTo>
                <a:lnTo>
                  <a:pt x="51339" y="1985754"/>
                </a:lnTo>
                <a:lnTo>
                  <a:pt x="39846" y="1969127"/>
                </a:lnTo>
                <a:lnTo>
                  <a:pt x="49005" y="1959560"/>
                </a:lnTo>
                <a:lnTo>
                  <a:pt x="51747" y="1937216"/>
                </a:lnTo>
                <a:lnTo>
                  <a:pt x="45563" y="1921347"/>
                </a:lnTo>
                <a:lnTo>
                  <a:pt x="49005" y="1905246"/>
                </a:lnTo>
                <a:lnTo>
                  <a:pt x="69365" y="1888386"/>
                </a:lnTo>
                <a:lnTo>
                  <a:pt x="64115" y="1877535"/>
                </a:lnTo>
                <a:lnTo>
                  <a:pt x="47080" y="1867617"/>
                </a:lnTo>
                <a:lnTo>
                  <a:pt x="51689" y="1857641"/>
                </a:lnTo>
                <a:lnTo>
                  <a:pt x="41946" y="1857174"/>
                </a:lnTo>
                <a:lnTo>
                  <a:pt x="39321" y="1872926"/>
                </a:lnTo>
                <a:lnTo>
                  <a:pt x="53205" y="1887569"/>
                </a:lnTo>
                <a:lnTo>
                  <a:pt x="30862" y="1897195"/>
                </a:lnTo>
                <a:lnTo>
                  <a:pt x="33895" y="1875668"/>
                </a:lnTo>
                <a:lnTo>
                  <a:pt x="28470" y="1867909"/>
                </a:lnTo>
                <a:lnTo>
                  <a:pt x="13826" y="1860266"/>
                </a:lnTo>
                <a:lnTo>
                  <a:pt x="11959" y="1827188"/>
                </a:lnTo>
                <a:lnTo>
                  <a:pt x="3967" y="1815228"/>
                </a:lnTo>
                <a:lnTo>
                  <a:pt x="0" y="1771299"/>
                </a:lnTo>
                <a:lnTo>
                  <a:pt x="15868" y="1762081"/>
                </a:lnTo>
                <a:lnTo>
                  <a:pt x="17443" y="1760039"/>
                </a:lnTo>
                <a:close/>
                <a:moveTo>
                  <a:pt x="615480" y="1699716"/>
                </a:moveTo>
                <a:lnTo>
                  <a:pt x="630473" y="1723752"/>
                </a:lnTo>
                <a:lnTo>
                  <a:pt x="638582" y="1730403"/>
                </a:lnTo>
                <a:lnTo>
                  <a:pt x="638991" y="1705317"/>
                </a:lnTo>
                <a:lnTo>
                  <a:pt x="658884" y="1687582"/>
                </a:lnTo>
                <a:lnTo>
                  <a:pt x="659234" y="1671013"/>
                </a:lnTo>
                <a:lnTo>
                  <a:pt x="635024" y="1671013"/>
                </a:lnTo>
                <a:lnTo>
                  <a:pt x="615480" y="1699658"/>
                </a:lnTo>
                <a:close/>
                <a:moveTo>
                  <a:pt x="27770" y="1904896"/>
                </a:moveTo>
                <a:lnTo>
                  <a:pt x="26544" y="1919364"/>
                </a:lnTo>
                <a:lnTo>
                  <a:pt x="36870" y="1918781"/>
                </a:lnTo>
                <a:lnTo>
                  <a:pt x="40896" y="1901687"/>
                </a:lnTo>
                <a:lnTo>
                  <a:pt x="27770" y="1904838"/>
                </a:lnTo>
                <a:close/>
                <a:moveTo>
                  <a:pt x="705031" y="1840723"/>
                </a:moveTo>
                <a:lnTo>
                  <a:pt x="713432" y="1857641"/>
                </a:lnTo>
                <a:lnTo>
                  <a:pt x="724049" y="1844398"/>
                </a:lnTo>
                <a:lnTo>
                  <a:pt x="713432" y="1835530"/>
                </a:lnTo>
                <a:lnTo>
                  <a:pt x="705031" y="1840781"/>
                </a:lnTo>
                <a:close/>
                <a:moveTo>
                  <a:pt x="712673" y="1935116"/>
                </a:moveTo>
                <a:lnTo>
                  <a:pt x="719674" y="1944742"/>
                </a:lnTo>
                <a:lnTo>
                  <a:pt x="730758" y="1934007"/>
                </a:lnTo>
                <a:lnTo>
                  <a:pt x="748785" y="1928873"/>
                </a:lnTo>
                <a:lnTo>
                  <a:pt x="744293" y="1921931"/>
                </a:lnTo>
                <a:lnTo>
                  <a:pt x="723466" y="1922514"/>
                </a:lnTo>
                <a:lnTo>
                  <a:pt x="712732" y="1935116"/>
                </a:lnTo>
                <a:close/>
                <a:moveTo>
                  <a:pt x="642316" y="2092748"/>
                </a:moveTo>
                <a:lnTo>
                  <a:pt x="665885" y="2085981"/>
                </a:lnTo>
                <a:lnTo>
                  <a:pt x="670611" y="2073730"/>
                </a:lnTo>
                <a:lnTo>
                  <a:pt x="663551" y="2068538"/>
                </a:lnTo>
                <a:lnTo>
                  <a:pt x="667285" y="2056111"/>
                </a:lnTo>
                <a:lnTo>
                  <a:pt x="690854" y="2037501"/>
                </a:lnTo>
                <a:lnTo>
                  <a:pt x="693830" y="2024375"/>
                </a:lnTo>
                <a:lnTo>
                  <a:pt x="708648" y="2006581"/>
                </a:lnTo>
                <a:lnTo>
                  <a:pt x="706489" y="1997422"/>
                </a:lnTo>
                <a:lnTo>
                  <a:pt x="691904" y="1984646"/>
                </a:lnTo>
                <a:lnTo>
                  <a:pt x="700072" y="1967085"/>
                </a:lnTo>
                <a:lnTo>
                  <a:pt x="702230" y="1955709"/>
                </a:lnTo>
                <a:lnTo>
                  <a:pt x="710690" y="1948009"/>
                </a:lnTo>
                <a:lnTo>
                  <a:pt x="698963" y="1941825"/>
                </a:lnTo>
                <a:lnTo>
                  <a:pt x="688229" y="1948009"/>
                </a:lnTo>
                <a:lnTo>
                  <a:pt x="666585" y="1947600"/>
                </a:lnTo>
                <a:lnTo>
                  <a:pt x="652992" y="1964927"/>
                </a:lnTo>
                <a:lnTo>
                  <a:pt x="643424" y="1983071"/>
                </a:lnTo>
                <a:lnTo>
                  <a:pt x="629656" y="1997364"/>
                </a:lnTo>
                <a:lnTo>
                  <a:pt x="636132" y="2020524"/>
                </a:lnTo>
                <a:lnTo>
                  <a:pt x="628665" y="2025367"/>
                </a:lnTo>
                <a:lnTo>
                  <a:pt x="648908" y="2054886"/>
                </a:lnTo>
                <a:lnTo>
                  <a:pt x="656959" y="2051911"/>
                </a:lnTo>
                <a:lnTo>
                  <a:pt x="652117" y="2068946"/>
                </a:lnTo>
                <a:lnTo>
                  <a:pt x="640332" y="2083706"/>
                </a:lnTo>
                <a:lnTo>
                  <a:pt x="642258" y="2092690"/>
                </a:lnTo>
                <a:close/>
                <a:moveTo>
                  <a:pt x="490225" y="2153596"/>
                </a:moveTo>
                <a:lnTo>
                  <a:pt x="493026" y="2172965"/>
                </a:lnTo>
                <a:lnTo>
                  <a:pt x="493026" y="2186791"/>
                </a:lnTo>
                <a:lnTo>
                  <a:pt x="499851" y="2193500"/>
                </a:lnTo>
                <a:lnTo>
                  <a:pt x="507027" y="2175765"/>
                </a:lnTo>
                <a:lnTo>
                  <a:pt x="518170" y="2143270"/>
                </a:lnTo>
                <a:lnTo>
                  <a:pt x="521904" y="2109550"/>
                </a:lnTo>
                <a:lnTo>
                  <a:pt x="532171" y="2075013"/>
                </a:lnTo>
                <a:lnTo>
                  <a:pt x="535905" y="2044852"/>
                </a:lnTo>
                <a:lnTo>
                  <a:pt x="524821" y="2033067"/>
                </a:lnTo>
                <a:lnTo>
                  <a:pt x="512278" y="2052144"/>
                </a:lnTo>
                <a:lnTo>
                  <a:pt x="515253" y="2061012"/>
                </a:lnTo>
                <a:lnTo>
                  <a:pt x="508719" y="2091173"/>
                </a:lnTo>
                <a:lnTo>
                  <a:pt x="497576" y="2098466"/>
                </a:lnTo>
                <a:lnTo>
                  <a:pt x="490225" y="2153538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6" name="Freeform: Shape 2704">
            <a:extLst>
              <a:ext uri="{FF2B5EF4-FFF2-40B4-BE49-F238E27FC236}">
                <a16:creationId xmlns:a16="http://schemas.microsoft.com/office/drawing/2014/main" id="{FFBC2D84-CA33-B844-FF9B-C4474EC01371}"/>
              </a:ext>
            </a:extLst>
          </p:cNvPr>
          <p:cNvSpPr/>
          <p:nvPr/>
        </p:nvSpPr>
        <p:spPr>
          <a:xfrm>
            <a:off x="7292871" y="842119"/>
            <a:ext cx="2076821" cy="2390454"/>
          </a:xfrm>
          <a:custGeom>
            <a:avLst/>
            <a:gdLst>
              <a:gd name="connsiteX0" fmla="*/ 1926598 w 2076821"/>
              <a:gd name="connsiteY0" fmla="*/ 429027 h 2390454"/>
              <a:gd name="connsiteX1" fmla="*/ 1938908 w 2076821"/>
              <a:gd name="connsiteY1" fmla="*/ 426869 h 2390454"/>
              <a:gd name="connsiteX2" fmla="*/ 1939608 w 2076821"/>
              <a:gd name="connsiteY2" fmla="*/ 391224 h 2390454"/>
              <a:gd name="connsiteX3" fmla="*/ 1966910 w 2076821"/>
              <a:gd name="connsiteY3" fmla="*/ 365029 h 2390454"/>
              <a:gd name="connsiteX4" fmla="*/ 1991179 w 2076821"/>
              <a:gd name="connsiteY4" fmla="*/ 361587 h 2390454"/>
              <a:gd name="connsiteX5" fmla="*/ 2007106 w 2076821"/>
              <a:gd name="connsiteY5" fmla="*/ 340235 h 2390454"/>
              <a:gd name="connsiteX6" fmla="*/ 2004773 w 2076821"/>
              <a:gd name="connsiteY6" fmla="*/ 311124 h 2390454"/>
              <a:gd name="connsiteX7" fmla="*/ 2021749 w 2076821"/>
              <a:gd name="connsiteY7" fmla="*/ 309665 h 2390454"/>
              <a:gd name="connsiteX8" fmla="*/ 2042752 w 2076821"/>
              <a:gd name="connsiteY8" fmla="*/ 318124 h 2390454"/>
              <a:gd name="connsiteX9" fmla="*/ 2055236 w 2076821"/>
              <a:gd name="connsiteY9" fmla="*/ 302314 h 2390454"/>
              <a:gd name="connsiteX10" fmla="*/ 2054303 w 2076821"/>
              <a:gd name="connsiteY10" fmla="*/ 281312 h 2390454"/>
              <a:gd name="connsiteX11" fmla="*/ 2048410 w 2076821"/>
              <a:gd name="connsiteY11" fmla="*/ 280554 h 2390454"/>
              <a:gd name="connsiteX12" fmla="*/ 2033475 w 2076821"/>
              <a:gd name="connsiteY12" fmla="*/ 269003 h 2390454"/>
              <a:gd name="connsiteX13" fmla="*/ 2025717 w 2076821"/>
              <a:gd name="connsiteY13" fmla="*/ 269003 h 2390454"/>
              <a:gd name="connsiteX14" fmla="*/ 2018949 w 2076821"/>
              <a:gd name="connsiteY14" fmla="*/ 273378 h 2390454"/>
              <a:gd name="connsiteX15" fmla="*/ 2018074 w 2076821"/>
              <a:gd name="connsiteY15" fmla="*/ 285279 h 2390454"/>
              <a:gd name="connsiteX16" fmla="*/ 2010081 w 2076821"/>
              <a:gd name="connsiteY16" fmla="*/ 277170 h 2390454"/>
              <a:gd name="connsiteX17" fmla="*/ 2005064 w 2076821"/>
              <a:gd name="connsiteY17" fmla="*/ 265561 h 2390454"/>
              <a:gd name="connsiteX18" fmla="*/ 1993863 w 2076821"/>
              <a:gd name="connsiteY18" fmla="*/ 265269 h 2390454"/>
              <a:gd name="connsiteX19" fmla="*/ 1996196 w 2076821"/>
              <a:gd name="connsiteY19" fmla="*/ 276470 h 2390454"/>
              <a:gd name="connsiteX20" fmla="*/ 1993396 w 2076821"/>
              <a:gd name="connsiteY20" fmla="*/ 298056 h 2390454"/>
              <a:gd name="connsiteX21" fmla="*/ 1986046 w 2076821"/>
              <a:gd name="connsiteY21" fmla="*/ 293447 h 2390454"/>
              <a:gd name="connsiteX22" fmla="*/ 1977353 w 2076821"/>
              <a:gd name="connsiteY22" fmla="*/ 279095 h 2390454"/>
              <a:gd name="connsiteX23" fmla="*/ 1962301 w 2076821"/>
              <a:gd name="connsiteY23" fmla="*/ 288721 h 2390454"/>
              <a:gd name="connsiteX24" fmla="*/ 1957343 w 2076821"/>
              <a:gd name="connsiteY24" fmla="*/ 299981 h 2390454"/>
              <a:gd name="connsiteX25" fmla="*/ 1952150 w 2076821"/>
              <a:gd name="connsiteY25" fmla="*/ 283763 h 2390454"/>
              <a:gd name="connsiteX26" fmla="*/ 1947250 w 2076821"/>
              <a:gd name="connsiteY26" fmla="*/ 261885 h 2390454"/>
              <a:gd name="connsiteX27" fmla="*/ 1939491 w 2076821"/>
              <a:gd name="connsiteY27" fmla="*/ 260718 h 2390454"/>
              <a:gd name="connsiteX28" fmla="*/ 1931498 w 2076821"/>
              <a:gd name="connsiteY28" fmla="*/ 238316 h 2390454"/>
              <a:gd name="connsiteX29" fmla="*/ 1923389 w 2076821"/>
              <a:gd name="connsiteY29" fmla="*/ 233707 h 2390454"/>
              <a:gd name="connsiteX30" fmla="*/ 1906413 w 2076821"/>
              <a:gd name="connsiteY30" fmla="*/ 236099 h 2390454"/>
              <a:gd name="connsiteX31" fmla="*/ 1891711 w 2076821"/>
              <a:gd name="connsiteY31" fmla="*/ 229915 h 2390454"/>
              <a:gd name="connsiteX32" fmla="*/ 1868025 w 2076821"/>
              <a:gd name="connsiteY32" fmla="*/ 227173 h 2390454"/>
              <a:gd name="connsiteX33" fmla="*/ 1856007 w 2076821"/>
              <a:gd name="connsiteY33" fmla="*/ 211422 h 2390454"/>
              <a:gd name="connsiteX34" fmla="*/ 1860208 w 2076821"/>
              <a:gd name="connsiteY34" fmla="*/ 207630 h 2390454"/>
              <a:gd name="connsiteX35" fmla="*/ 1890311 w 2076821"/>
              <a:gd name="connsiteY35" fmla="*/ 215622 h 2390454"/>
              <a:gd name="connsiteX36" fmla="*/ 1914930 w 2076821"/>
              <a:gd name="connsiteY36" fmla="*/ 212472 h 2390454"/>
              <a:gd name="connsiteX37" fmla="*/ 1936049 w 2076821"/>
              <a:gd name="connsiteY37" fmla="*/ 216322 h 2390454"/>
              <a:gd name="connsiteX38" fmla="*/ 1976011 w 2076821"/>
              <a:gd name="connsiteY38" fmla="*/ 221748 h 2390454"/>
              <a:gd name="connsiteX39" fmla="*/ 2003722 w 2076821"/>
              <a:gd name="connsiteY39" fmla="*/ 212063 h 2390454"/>
              <a:gd name="connsiteX40" fmla="*/ 2021808 w 2076821"/>
              <a:gd name="connsiteY40" fmla="*/ 175893 h 2390454"/>
              <a:gd name="connsiteX41" fmla="*/ 2060370 w 2076821"/>
              <a:gd name="connsiteY41" fmla="*/ 165917 h 2390454"/>
              <a:gd name="connsiteX42" fmla="*/ 2076821 w 2076821"/>
              <a:gd name="connsiteY42" fmla="*/ 152091 h 2390454"/>
              <a:gd name="connsiteX43" fmla="*/ 2076821 w 2076821"/>
              <a:gd name="connsiteY43" fmla="*/ 146315 h 2390454"/>
              <a:gd name="connsiteX44" fmla="*/ 2064687 w 2076821"/>
              <a:gd name="connsiteY44" fmla="*/ 142115 h 2390454"/>
              <a:gd name="connsiteX45" fmla="*/ 2060837 w 2076821"/>
              <a:gd name="connsiteY45" fmla="*/ 134064 h 2390454"/>
              <a:gd name="connsiteX46" fmla="*/ 2046543 w 2076821"/>
              <a:gd name="connsiteY46" fmla="*/ 129397 h 2390454"/>
              <a:gd name="connsiteX47" fmla="*/ 2028925 w 2076821"/>
              <a:gd name="connsiteY47" fmla="*/ 132547 h 2390454"/>
              <a:gd name="connsiteX48" fmla="*/ 2003781 w 2076821"/>
              <a:gd name="connsiteY48" fmla="*/ 111720 h 2390454"/>
              <a:gd name="connsiteX49" fmla="*/ 1990305 w 2076821"/>
              <a:gd name="connsiteY49" fmla="*/ 111720 h 2390454"/>
              <a:gd name="connsiteX50" fmla="*/ 1974144 w 2076821"/>
              <a:gd name="connsiteY50" fmla="*/ 129747 h 2390454"/>
              <a:gd name="connsiteX51" fmla="*/ 1963877 w 2076821"/>
              <a:gd name="connsiteY51" fmla="*/ 129747 h 2390454"/>
              <a:gd name="connsiteX52" fmla="*/ 1960610 w 2076821"/>
              <a:gd name="connsiteY52" fmla="*/ 122921 h 2390454"/>
              <a:gd name="connsiteX53" fmla="*/ 1976711 w 2076821"/>
              <a:gd name="connsiteY53" fmla="*/ 112420 h 2390454"/>
              <a:gd name="connsiteX54" fmla="*/ 1979512 w 2076821"/>
              <a:gd name="connsiteY54" fmla="*/ 98652 h 2390454"/>
              <a:gd name="connsiteX55" fmla="*/ 1959910 w 2076821"/>
              <a:gd name="connsiteY55" fmla="*/ 90893 h 2390454"/>
              <a:gd name="connsiteX56" fmla="*/ 1956117 w 2076821"/>
              <a:gd name="connsiteY56" fmla="*/ 85642 h 2390454"/>
              <a:gd name="connsiteX57" fmla="*/ 1941825 w 2076821"/>
              <a:gd name="connsiteY57" fmla="*/ 86401 h 2390454"/>
              <a:gd name="connsiteX58" fmla="*/ 1928698 w 2076821"/>
              <a:gd name="connsiteY58" fmla="*/ 108978 h 2390454"/>
              <a:gd name="connsiteX59" fmla="*/ 1921406 w 2076821"/>
              <a:gd name="connsiteY59" fmla="*/ 108978 h 2390454"/>
              <a:gd name="connsiteX60" fmla="*/ 1923156 w 2076821"/>
              <a:gd name="connsiteY60" fmla="*/ 92760 h 2390454"/>
              <a:gd name="connsiteX61" fmla="*/ 1914288 w 2076821"/>
              <a:gd name="connsiteY61" fmla="*/ 94393 h 2390454"/>
              <a:gd name="connsiteX62" fmla="*/ 1906063 w 2076821"/>
              <a:gd name="connsiteY62" fmla="*/ 106353 h 2390454"/>
              <a:gd name="connsiteX63" fmla="*/ 1897136 w 2076821"/>
              <a:gd name="connsiteY63" fmla="*/ 105594 h 2390454"/>
              <a:gd name="connsiteX64" fmla="*/ 1893695 w 2076821"/>
              <a:gd name="connsiteY64" fmla="*/ 95210 h 2390454"/>
              <a:gd name="connsiteX65" fmla="*/ 1906821 w 2076821"/>
              <a:gd name="connsiteY65" fmla="*/ 85934 h 2390454"/>
              <a:gd name="connsiteX66" fmla="*/ 1906821 w 2076821"/>
              <a:gd name="connsiteY66" fmla="*/ 74149 h 2390454"/>
              <a:gd name="connsiteX67" fmla="*/ 1887627 w 2076821"/>
              <a:gd name="connsiteY67" fmla="*/ 62190 h 2390454"/>
              <a:gd name="connsiteX68" fmla="*/ 1868375 w 2076821"/>
              <a:gd name="connsiteY68" fmla="*/ 61840 h 2390454"/>
              <a:gd name="connsiteX69" fmla="*/ 1856357 w 2076821"/>
              <a:gd name="connsiteY69" fmla="*/ 69132 h 2390454"/>
              <a:gd name="connsiteX70" fmla="*/ 1853382 w 2076821"/>
              <a:gd name="connsiteY70" fmla="*/ 97193 h 2390454"/>
              <a:gd name="connsiteX71" fmla="*/ 1839847 w 2076821"/>
              <a:gd name="connsiteY71" fmla="*/ 102911 h 2390454"/>
              <a:gd name="connsiteX72" fmla="*/ 1838389 w 2076821"/>
              <a:gd name="connsiteY72" fmla="*/ 112478 h 2390454"/>
              <a:gd name="connsiteX73" fmla="*/ 1849882 w 2076821"/>
              <a:gd name="connsiteY73" fmla="*/ 141298 h 2390454"/>
              <a:gd name="connsiteX74" fmla="*/ 1848306 w 2076821"/>
              <a:gd name="connsiteY74" fmla="*/ 154074 h 2390454"/>
              <a:gd name="connsiteX75" fmla="*/ 1837864 w 2076821"/>
              <a:gd name="connsiteY75" fmla="*/ 163700 h 2390454"/>
              <a:gd name="connsiteX76" fmla="*/ 1829521 w 2076821"/>
              <a:gd name="connsiteY76" fmla="*/ 146023 h 2390454"/>
              <a:gd name="connsiteX77" fmla="*/ 1817095 w 2076821"/>
              <a:gd name="connsiteY77" fmla="*/ 144798 h 2390454"/>
              <a:gd name="connsiteX78" fmla="*/ 1814061 w 2076821"/>
              <a:gd name="connsiteY78" fmla="*/ 151566 h 2390454"/>
              <a:gd name="connsiteX79" fmla="*/ 1797551 w 2076821"/>
              <a:gd name="connsiteY79" fmla="*/ 148299 h 2390454"/>
              <a:gd name="connsiteX80" fmla="*/ 1772932 w 2076821"/>
              <a:gd name="connsiteY80" fmla="*/ 159500 h 2390454"/>
              <a:gd name="connsiteX81" fmla="*/ 1792126 w 2076821"/>
              <a:gd name="connsiteY81" fmla="*/ 132605 h 2390454"/>
              <a:gd name="connsiteX82" fmla="*/ 1807061 w 2076821"/>
              <a:gd name="connsiteY82" fmla="*/ 128697 h 2390454"/>
              <a:gd name="connsiteX83" fmla="*/ 1816628 w 2076821"/>
              <a:gd name="connsiteY83" fmla="*/ 109445 h 2390454"/>
              <a:gd name="connsiteX84" fmla="*/ 1814003 w 2076821"/>
              <a:gd name="connsiteY84" fmla="*/ 99877 h 2390454"/>
              <a:gd name="connsiteX85" fmla="*/ 1806594 w 2076821"/>
              <a:gd name="connsiteY85" fmla="*/ 101044 h 2390454"/>
              <a:gd name="connsiteX86" fmla="*/ 1786642 w 2076821"/>
              <a:gd name="connsiteY86" fmla="*/ 115979 h 2390454"/>
              <a:gd name="connsiteX87" fmla="*/ 1775091 w 2076821"/>
              <a:gd name="connsiteY87" fmla="*/ 112595 h 2390454"/>
              <a:gd name="connsiteX88" fmla="*/ 1777774 w 2076821"/>
              <a:gd name="connsiteY88" fmla="*/ 103786 h 2390454"/>
              <a:gd name="connsiteX89" fmla="*/ 1790901 w 2076821"/>
              <a:gd name="connsiteY89" fmla="*/ 92935 h 2390454"/>
              <a:gd name="connsiteX90" fmla="*/ 1792067 w 2076821"/>
              <a:gd name="connsiteY90" fmla="*/ 84650 h 2390454"/>
              <a:gd name="connsiteX91" fmla="*/ 1774391 w 2076821"/>
              <a:gd name="connsiteY91" fmla="*/ 80392 h 2390454"/>
              <a:gd name="connsiteX92" fmla="*/ 1770948 w 2076821"/>
              <a:gd name="connsiteY92" fmla="*/ 72691 h 2390454"/>
              <a:gd name="connsiteX93" fmla="*/ 1785650 w 2076821"/>
              <a:gd name="connsiteY93" fmla="*/ 68024 h 2390454"/>
              <a:gd name="connsiteX94" fmla="*/ 1791659 w 2076821"/>
              <a:gd name="connsiteY94" fmla="*/ 73858 h 2390454"/>
              <a:gd name="connsiteX95" fmla="*/ 1813128 w 2076821"/>
              <a:gd name="connsiteY95" fmla="*/ 73858 h 2390454"/>
              <a:gd name="connsiteX96" fmla="*/ 1825438 w 2076821"/>
              <a:gd name="connsiteY96" fmla="*/ 42354 h 2390454"/>
              <a:gd name="connsiteX97" fmla="*/ 1822112 w 2076821"/>
              <a:gd name="connsiteY97" fmla="*/ 29286 h 2390454"/>
              <a:gd name="connsiteX98" fmla="*/ 1802043 w 2076821"/>
              <a:gd name="connsiteY98" fmla="*/ 34245 h 2390454"/>
              <a:gd name="connsiteX99" fmla="*/ 1792884 w 2076821"/>
              <a:gd name="connsiteY99" fmla="*/ 28061 h 2390454"/>
              <a:gd name="connsiteX100" fmla="*/ 1796676 w 2076821"/>
              <a:gd name="connsiteY100" fmla="*/ 13418 h 2390454"/>
              <a:gd name="connsiteX101" fmla="*/ 1791192 w 2076821"/>
              <a:gd name="connsiteY101" fmla="*/ 58 h 2390454"/>
              <a:gd name="connsiteX102" fmla="*/ 1778241 w 2076821"/>
              <a:gd name="connsiteY102" fmla="*/ 11551 h 2390454"/>
              <a:gd name="connsiteX103" fmla="*/ 1767390 w 2076821"/>
              <a:gd name="connsiteY103" fmla="*/ 10443 h 2390454"/>
              <a:gd name="connsiteX104" fmla="*/ 1755897 w 2076821"/>
              <a:gd name="connsiteY104" fmla="*/ 467 h 2390454"/>
              <a:gd name="connsiteX105" fmla="*/ 1741312 w 2076821"/>
              <a:gd name="connsiteY105" fmla="*/ 14293 h 2390454"/>
              <a:gd name="connsiteX106" fmla="*/ 1742129 w 2076821"/>
              <a:gd name="connsiteY106" fmla="*/ 23977 h 2390454"/>
              <a:gd name="connsiteX107" fmla="*/ 1753913 w 2076821"/>
              <a:gd name="connsiteY107" fmla="*/ 38854 h 2390454"/>
              <a:gd name="connsiteX108" fmla="*/ 1745804 w 2076821"/>
              <a:gd name="connsiteY108" fmla="*/ 50055 h 2390454"/>
              <a:gd name="connsiteX109" fmla="*/ 1737053 w 2076821"/>
              <a:gd name="connsiteY109" fmla="*/ 50055 h 2390454"/>
              <a:gd name="connsiteX110" fmla="*/ 1722994 w 2076821"/>
              <a:gd name="connsiteY110" fmla="*/ 29695 h 2390454"/>
              <a:gd name="connsiteX111" fmla="*/ 1712434 w 2076821"/>
              <a:gd name="connsiteY111" fmla="*/ 39321 h 2390454"/>
              <a:gd name="connsiteX112" fmla="*/ 1707067 w 2076821"/>
              <a:gd name="connsiteY112" fmla="*/ 56647 h 2390454"/>
              <a:gd name="connsiteX113" fmla="*/ 1711676 w 2076821"/>
              <a:gd name="connsiteY113" fmla="*/ 63940 h 2390454"/>
              <a:gd name="connsiteX114" fmla="*/ 1727078 w 2076821"/>
              <a:gd name="connsiteY114" fmla="*/ 64232 h 2390454"/>
              <a:gd name="connsiteX115" fmla="*/ 1734428 w 2076821"/>
              <a:gd name="connsiteY115" fmla="*/ 71232 h 2390454"/>
              <a:gd name="connsiteX116" fmla="*/ 1732969 w 2076821"/>
              <a:gd name="connsiteY116" fmla="*/ 79633 h 2390454"/>
              <a:gd name="connsiteX117" fmla="*/ 1720543 w 2076821"/>
              <a:gd name="connsiteY117" fmla="*/ 85234 h 2390454"/>
              <a:gd name="connsiteX118" fmla="*/ 1720543 w 2076821"/>
              <a:gd name="connsiteY118" fmla="*/ 99410 h 2390454"/>
              <a:gd name="connsiteX119" fmla="*/ 1708584 w 2076821"/>
              <a:gd name="connsiteY119" fmla="*/ 105478 h 2390454"/>
              <a:gd name="connsiteX120" fmla="*/ 1708584 w 2076821"/>
              <a:gd name="connsiteY120" fmla="*/ 118954 h 2390454"/>
              <a:gd name="connsiteX121" fmla="*/ 1712026 w 2076821"/>
              <a:gd name="connsiteY121" fmla="*/ 125138 h 2390454"/>
              <a:gd name="connsiteX122" fmla="*/ 1700883 w 2076821"/>
              <a:gd name="connsiteY122" fmla="*/ 132314 h 2390454"/>
              <a:gd name="connsiteX123" fmla="*/ 1707417 w 2076821"/>
              <a:gd name="connsiteY123" fmla="*/ 152324 h 2390454"/>
              <a:gd name="connsiteX124" fmla="*/ 1701700 w 2076821"/>
              <a:gd name="connsiteY124" fmla="*/ 158800 h 2390454"/>
              <a:gd name="connsiteX125" fmla="*/ 1688690 w 2076821"/>
              <a:gd name="connsiteY125" fmla="*/ 149640 h 2390454"/>
              <a:gd name="connsiteX126" fmla="*/ 1676847 w 2076821"/>
              <a:gd name="connsiteY126" fmla="*/ 158800 h 2390454"/>
              <a:gd name="connsiteX127" fmla="*/ 1674047 w 2076821"/>
              <a:gd name="connsiteY127" fmla="*/ 166617 h 2390454"/>
              <a:gd name="connsiteX128" fmla="*/ 1660979 w 2076821"/>
              <a:gd name="connsiteY128" fmla="*/ 175893 h 2390454"/>
              <a:gd name="connsiteX129" fmla="*/ 1659871 w 2076821"/>
              <a:gd name="connsiteY129" fmla="*/ 156641 h 2390454"/>
              <a:gd name="connsiteX130" fmla="*/ 1676322 w 2076821"/>
              <a:gd name="connsiteY130" fmla="*/ 120762 h 2390454"/>
              <a:gd name="connsiteX131" fmla="*/ 1660104 w 2076821"/>
              <a:gd name="connsiteY131" fmla="*/ 114987 h 2390454"/>
              <a:gd name="connsiteX132" fmla="*/ 1661737 w 2076821"/>
              <a:gd name="connsiteY132" fmla="*/ 105769 h 2390454"/>
              <a:gd name="connsiteX133" fmla="*/ 1673288 w 2076821"/>
              <a:gd name="connsiteY133" fmla="*/ 94276 h 2390454"/>
              <a:gd name="connsiteX134" fmla="*/ 1673697 w 2076821"/>
              <a:gd name="connsiteY134" fmla="*/ 63473 h 2390454"/>
              <a:gd name="connsiteX135" fmla="*/ 1667396 w 2076821"/>
              <a:gd name="connsiteY135" fmla="*/ 53439 h 2390454"/>
              <a:gd name="connsiteX136" fmla="*/ 1657887 w 2076821"/>
              <a:gd name="connsiteY136" fmla="*/ 53847 h 2390454"/>
              <a:gd name="connsiteX137" fmla="*/ 1632509 w 2076821"/>
              <a:gd name="connsiteY137" fmla="*/ 95852 h 2390454"/>
              <a:gd name="connsiteX138" fmla="*/ 1631693 w 2076821"/>
              <a:gd name="connsiteY138" fmla="*/ 119246 h 2390454"/>
              <a:gd name="connsiteX139" fmla="*/ 1605848 w 2076821"/>
              <a:gd name="connsiteY139" fmla="*/ 154483 h 2390454"/>
              <a:gd name="connsiteX140" fmla="*/ 1599781 w 2076821"/>
              <a:gd name="connsiteY140" fmla="*/ 179568 h 2390454"/>
              <a:gd name="connsiteX141" fmla="*/ 1605148 w 2076821"/>
              <a:gd name="connsiteY141" fmla="*/ 190361 h 2390454"/>
              <a:gd name="connsiteX142" fmla="*/ 1602465 w 2076821"/>
              <a:gd name="connsiteY142" fmla="*/ 210838 h 2390454"/>
              <a:gd name="connsiteX143" fmla="*/ 1576329 w 2076821"/>
              <a:gd name="connsiteY143" fmla="*/ 239600 h 2390454"/>
              <a:gd name="connsiteX144" fmla="*/ 1562736 w 2076821"/>
              <a:gd name="connsiteY144" fmla="*/ 245784 h 2390454"/>
              <a:gd name="connsiteX145" fmla="*/ 1562736 w 2076821"/>
              <a:gd name="connsiteY145" fmla="*/ 228107 h 2390454"/>
              <a:gd name="connsiteX146" fmla="*/ 1556668 w 2076821"/>
              <a:gd name="connsiteY146" fmla="*/ 215389 h 2390454"/>
              <a:gd name="connsiteX147" fmla="*/ 1573412 w 2076821"/>
              <a:gd name="connsiteY147" fmla="*/ 188436 h 2390454"/>
              <a:gd name="connsiteX148" fmla="*/ 1570086 w 2076821"/>
              <a:gd name="connsiteY148" fmla="*/ 170759 h 2390454"/>
              <a:gd name="connsiteX149" fmla="*/ 1577145 w 2076821"/>
              <a:gd name="connsiteY149" fmla="*/ 157400 h 2390454"/>
              <a:gd name="connsiteX150" fmla="*/ 1568920 w 2076821"/>
              <a:gd name="connsiteY150" fmla="*/ 139606 h 2390454"/>
              <a:gd name="connsiteX151" fmla="*/ 1598556 w 2076821"/>
              <a:gd name="connsiteY151" fmla="*/ 106936 h 2390454"/>
              <a:gd name="connsiteX152" fmla="*/ 1603573 w 2076821"/>
              <a:gd name="connsiteY152" fmla="*/ 87334 h 2390454"/>
              <a:gd name="connsiteX153" fmla="*/ 1608065 w 2076821"/>
              <a:gd name="connsiteY153" fmla="*/ 83775 h 2390454"/>
              <a:gd name="connsiteX154" fmla="*/ 1606198 w 2076821"/>
              <a:gd name="connsiteY154" fmla="*/ 72691 h 2390454"/>
              <a:gd name="connsiteX155" fmla="*/ 1590505 w 2076821"/>
              <a:gd name="connsiteY155" fmla="*/ 71116 h 2390454"/>
              <a:gd name="connsiteX156" fmla="*/ 1574228 w 2076821"/>
              <a:gd name="connsiteY156" fmla="*/ 54547 h 2390454"/>
              <a:gd name="connsiteX157" fmla="*/ 1566236 w 2076821"/>
              <a:gd name="connsiteY157" fmla="*/ 57289 h 2390454"/>
              <a:gd name="connsiteX158" fmla="*/ 1568920 w 2076821"/>
              <a:gd name="connsiteY158" fmla="*/ 75374 h 2390454"/>
              <a:gd name="connsiteX159" fmla="*/ 1557310 w 2076821"/>
              <a:gd name="connsiteY159" fmla="*/ 88442 h 2390454"/>
              <a:gd name="connsiteX160" fmla="*/ 1556610 w 2076821"/>
              <a:gd name="connsiteY160" fmla="*/ 70766 h 2390454"/>
              <a:gd name="connsiteX161" fmla="*/ 1543075 w 2076821"/>
              <a:gd name="connsiteY161" fmla="*/ 57581 h 2390454"/>
              <a:gd name="connsiteX162" fmla="*/ 1526624 w 2076821"/>
              <a:gd name="connsiteY162" fmla="*/ 54081 h 2390454"/>
              <a:gd name="connsiteX163" fmla="*/ 1514139 w 2076821"/>
              <a:gd name="connsiteY163" fmla="*/ 60673 h 2390454"/>
              <a:gd name="connsiteX164" fmla="*/ 1516997 w 2076821"/>
              <a:gd name="connsiteY164" fmla="*/ 85409 h 2390454"/>
              <a:gd name="connsiteX165" fmla="*/ 1510755 w 2076821"/>
              <a:gd name="connsiteY165" fmla="*/ 97252 h 2390454"/>
              <a:gd name="connsiteX166" fmla="*/ 1502296 w 2076821"/>
              <a:gd name="connsiteY166" fmla="*/ 86926 h 2390454"/>
              <a:gd name="connsiteX167" fmla="*/ 1491036 w 2076821"/>
              <a:gd name="connsiteY167" fmla="*/ 80392 h 2390454"/>
              <a:gd name="connsiteX168" fmla="*/ 1482636 w 2076821"/>
              <a:gd name="connsiteY168" fmla="*/ 88792 h 2390454"/>
              <a:gd name="connsiteX169" fmla="*/ 1485378 w 2076821"/>
              <a:gd name="connsiteY169" fmla="*/ 96435 h 2390454"/>
              <a:gd name="connsiteX170" fmla="*/ 1508363 w 2076821"/>
              <a:gd name="connsiteY170" fmla="*/ 111895 h 2390454"/>
              <a:gd name="connsiteX171" fmla="*/ 1513789 w 2076821"/>
              <a:gd name="connsiteY171" fmla="*/ 129222 h 2390454"/>
              <a:gd name="connsiteX172" fmla="*/ 1508363 w 2076821"/>
              <a:gd name="connsiteY172" fmla="*/ 135347 h 2390454"/>
              <a:gd name="connsiteX173" fmla="*/ 1498387 w 2076821"/>
              <a:gd name="connsiteY173" fmla="*/ 125080 h 2390454"/>
              <a:gd name="connsiteX174" fmla="*/ 1486078 w 2076821"/>
              <a:gd name="connsiteY174" fmla="*/ 136222 h 2390454"/>
              <a:gd name="connsiteX175" fmla="*/ 1485028 w 2076821"/>
              <a:gd name="connsiteY175" fmla="*/ 146957 h 2390454"/>
              <a:gd name="connsiteX176" fmla="*/ 1490686 w 2076821"/>
              <a:gd name="connsiteY176" fmla="*/ 154483 h 2390454"/>
              <a:gd name="connsiteX177" fmla="*/ 1484503 w 2076821"/>
              <a:gd name="connsiteY177" fmla="*/ 161075 h 2390454"/>
              <a:gd name="connsiteX178" fmla="*/ 1466301 w 2076821"/>
              <a:gd name="connsiteY178" fmla="*/ 149232 h 2390454"/>
              <a:gd name="connsiteX179" fmla="*/ 1456908 w 2076821"/>
              <a:gd name="connsiteY179" fmla="*/ 150107 h 2390454"/>
              <a:gd name="connsiteX180" fmla="*/ 1446407 w 2076821"/>
              <a:gd name="connsiteY180" fmla="*/ 171168 h 2390454"/>
              <a:gd name="connsiteX181" fmla="*/ 1433106 w 2076821"/>
              <a:gd name="connsiteY181" fmla="*/ 176943 h 2390454"/>
              <a:gd name="connsiteX182" fmla="*/ 1433106 w 2076821"/>
              <a:gd name="connsiteY182" fmla="*/ 184586 h 2390454"/>
              <a:gd name="connsiteX183" fmla="*/ 1441040 w 2076821"/>
              <a:gd name="connsiteY183" fmla="*/ 190361 h 2390454"/>
              <a:gd name="connsiteX184" fmla="*/ 1422313 w 2076821"/>
              <a:gd name="connsiteY184" fmla="*/ 202612 h 2390454"/>
              <a:gd name="connsiteX185" fmla="*/ 1417879 w 2076821"/>
              <a:gd name="connsiteY185" fmla="*/ 217606 h 2390454"/>
              <a:gd name="connsiteX186" fmla="*/ 1433339 w 2076821"/>
              <a:gd name="connsiteY186" fmla="*/ 233824 h 2390454"/>
              <a:gd name="connsiteX187" fmla="*/ 1421846 w 2076821"/>
              <a:gd name="connsiteY187" fmla="*/ 245434 h 2390454"/>
              <a:gd name="connsiteX188" fmla="*/ 1437306 w 2076821"/>
              <a:gd name="connsiteY188" fmla="*/ 252726 h 2390454"/>
              <a:gd name="connsiteX189" fmla="*/ 1444248 w 2076821"/>
              <a:gd name="connsiteY189" fmla="*/ 260077 h 2390454"/>
              <a:gd name="connsiteX190" fmla="*/ 1435614 w 2076821"/>
              <a:gd name="connsiteY190" fmla="*/ 268828 h 2390454"/>
              <a:gd name="connsiteX191" fmla="*/ 1410645 w 2076821"/>
              <a:gd name="connsiteY191" fmla="*/ 266611 h 2390454"/>
              <a:gd name="connsiteX192" fmla="*/ 1404169 w 2076821"/>
              <a:gd name="connsiteY192" fmla="*/ 240008 h 2390454"/>
              <a:gd name="connsiteX193" fmla="*/ 1392210 w 2076821"/>
              <a:gd name="connsiteY193" fmla="*/ 236683 h 2390454"/>
              <a:gd name="connsiteX194" fmla="*/ 1403411 w 2076821"/>
              <a:gd name="connsiteY194" fmla="*/ 224198 h 2390454"/>
              <a:gd name="connsiteX195" fmla="*/ 1387659 w 2076821"/>
              <a:gd name="connsiteY195" fmla="*/ 215739 h 2390454"/>
              <a:gd name="connsiteX196" fmla="*/ 1370391 w 2076821"/>
              <a:gd name="connsiteY196" fmla="*/ 217547 h 2390454"/>
              <a:gd name="connsiteX197" fmla="*/ 1347988 w 2076821"/>
              <a:gd name="connsiteY197" fmla="*/ 216147 h 2390454"/>
              <a:gd name="connsiteX198" fmla="*/ 1316952 w 2076821"/>
              <a:gd name="connsiteY198" fmla="*/ 191470 h 2390454"/>
              <a:gd name="connsiteX199" fmla="*/ 1307618 w 2076821"/>
              <a:gd name="connsiteY199" fmla="*/ 191061 h 2390454"/>
              <a:gd name="connsiteX200" fmla="*/ 1297292 w 2076821"/>
              <a:gd name="connsiteY200" fmla="*/ 203779 h 2390454"/>
              <a:gd name="connsiteX201" fmla="*/ 1290407 w 2076821"/>
              <a:gd name="connsiteY201" fmla="*/ 190303 h 2390454"/>
              <a:gd name="connsiteX202" fmla="*/ 1274539 w 2076821"/>
              <a:gd name="connsiteY202" fmla="*/ 204479 h 2390454"/>
              <a:gd name="connsiteX203" fmla="*/ 1256104 w 2076821"/>
              <a:gd name="connsiteY203" fmla="*/ 208796 h 2390454"/>
              <a:gd name="connsiteX204" fmla="*/ 1255287 w 2076821"/>
              <a:gd name="connsiteY204" fmla="*/ 217256 h 2390454"/>
              <a:gd name="connsiteX205" fmla="*/ 1277281 w 2076821"/>
              <a:gd name="connsiteY205" fmla="*/ 243392 h 2390454"/>
              <a:gd name="connsiteX206" fmla="*/ 1293091 w 2076821"/>
              <a:gd name="connsiteY206" fmla="*/ 242925 h 2390454"/>
              <a:gd name="connsiteX207" fmla="*/ 1302075 w 2076821"/>
              <a:gd name="connsiteY207" fmla="*/ 253368 h 2390454"/>
              <a:gd name="connsiteX208" fmla="*/ 1324886 w 2076821"/>
              <a:gd name="connsiteY208" fmla="*/ 254943 h 2390454"/>
              <a:gd name="connsiteX209" fmla="*/ 1315027 w 2076821"/>
              <a:gd name="connsiteY209" fmla="*/ 273903 h 2390454"/>
              <a:gd name="connsiteX210" fmla="*/ 1315785 w 2076821"/>
              <a:gd name="connsiteY210" fmla="*/ 291522 h 2390454"/>
              <a:gd name="connsiteX211" fmla="*/ 1331420 w 2076821"/>
              <a:gd name="connsiteY211" fmla="*/ 312699 h 2390454"/>
              <a:gd name="connsiteX212" fmla="*/ 1329261 w 2076821"/>
              <a:gd name="connsiteY212" fmla="*/ 326525 h 2390454"/>
              <a:gd name="connsiteX213" fmla="*/ 1315727 w 2076821"/>
              <a:gd name="connsiteY213" fmla="*/ 316491 h 2390454"/>
              <a:gd name="connsiteX214" fmla="*/ 1302250 w 2076821"/>
              <a:gd name="connsiteY214" fmla="*/ 293680 h 2390454"/>
              <a:gd name="connsiteX215" fmla="*/ 1284574 w 2076821"/>
              <a:gd name="connsiteY215" fmla="*/ 286504 h 2390454"/>
              <a:gd name="connsiteX216" fmla="*/ 1274131 w 2076821"/>
              <a:gd name="connsiteY216" fmla="*/ 273786 h 2390454"/>
              <a:gd name="connsiteX217" fmla="*/ 1268705 w 2076821"/>
              <a:gd name="connsiteY217" fmla="*/ 290997 h 2390454"/>
              <a:gd name="connsiteX218" fmla="*/ 1253770 w 2076821"/>
              <a:gd name="connsiteY218" fmla="*/ 303656 h 2390454"/>
              <a:gd name="connsiteX219" fmla="*/ 1250212 w 2076821"/>
              <a:gd name="connsiteY219" fmla="*/ 279562 h 2390454"/>
              <a:gd name="connsiteX220" fmla="*/ 1235277 w 2076821"/>
              <a:gd name="connsiteY220" fmla="*/ 292105 h 2390454"/>
              <a:gd name="connsiteX221" fmla="*/ 1234810 w 2076821"/>
              <a:gd name="connsiteY221" fmla="*/ 302548 h 2390454"/>
              <a:gd name="connsiteX222" fmla="*/ 1217192 w 2076821"/>
              <a:gd name="connsiteY222" fmla="*/ 317891 h 2390454"/>
              <a:gd name="connsiteX223" fmla="*/ 1218242 w 2076821"/>
              <a:gd name="connsiteY223" fmla="*/ 334109 h 2390454"/>
              <a:gd name="connsiteX224" fmla="*/ 1239477 w 2076821"/>
              <a:gd name="connsiteY224" fmla="*/ 343735 h 2390454"/>
              <a:gd name="connsiteX225" fmla="*/ 1248345 w 2076821"/>
              <a:gd name="connsiteY225" fmla="*/ 362637 h 2390454"/>
              <a:gd name="connsiteX226" fmla="*/ 1232068 w 2076821"/>
              <a:gd name="connsiteY226" fmla="*/ 360012 h 2390454"/>
              <a:gd name="connsiteX227" fmla="*/ 1223201 w 2076821"/>
              <a:gd name="connsiteY227" fmla="*/ 351086 h 2390454"/>
              <a:gd name="connsiteX228" fmla="*/ 1209316 w 2076821"/>
              <a:gd name="connsiteY228" fmla="*/ 371563 h 2390454"/>
              <a:gd name="connsiteX229" fmla="*/ 1204824 w 2076821"/>
              <a:gd name="connsiteY229" fmla="*/ 387256 h 2390454"/>
              <a:gd name="connsiteX230" fmla="*/ 1182480 w 2076821"/>
              <a:gd name="connsiteY230" fmla="*/ 404933 h 2390454"/>
              <a:gd name="connsiteX231" fmla="*/ 1182130 w 2076821"/>
              <a:gd name="connsiteY231" fmla="*/ 394141 h 2390454"/>
              <a:gd name="connsiteX232" fmla="*/ 1197181 w 2076821"/>
              <a:gd name="connsiteY232" fmla="*/ 383348 h 2390454"/>
              <a:gd name="connsiteX233" fmla="*/ 1192222 w 2076821"/>
              <a:gd name="connsiteY233" fmla="*/ 369171 h 2390454"/>
              <a:gd name="connsiteX234" fmla="*/ 1206282 w 2076821"/>
              <a:gd name="connsiteY234" fmla="*/ 340585 h 2390454"/>
              <a:gd name="connsiteX235" fmla="*/ 1195139 w 2076821"/>
              <a:gd name="connsiteY235" fmla="*/ 283354 h 2390454"/>
              <a:gd name="connsiteX236" fmla="*/ 1180613 w 2076821"/>
              <a:gd name="connsiteY236" fmla="*/ 292513 h 2390454"/>
              <a:gd name="connsiteX237" fmla="*/ 1157452 w 2076821"/>
              <a:gd name="connsiteY237" fmla="*/ 329559 h 2390454"/>
              <a:gd name="connsiteX238" fmla="*/ 1157102 w 2076821"/>
              <a:gd name="connsiteY238" fmla="*/ 354120 h 2390454"/>
              <a:gd name="connsiteX239" fmla="*/ 1160544 w 2076821"/>
              <a:gd name="connsiteY239" fmla="*/ 364212 h 2390454"/>
              <a:gd name="connsiteX240" fmla="*/ 1144734 w 2076821"/>
              <a:gd name="connsiteY240" fmla="*/ 384165 h 2390454"/>
              <a:gd name="connsiteX241" fmla="*/ 1142809 w 2076821"/>
              <a:gd name="connsiteY241" fmla="*/ 364854 h 2390454"/>
              <a:gd name="connsiteX242" fmla="*/ 1152552 w 2076821"/>
              <a:gd name="connsiteY242" fmla="*/ 343735 h 2390454"/>
              <a:gd name="connsiteX243" fmla="*/ 1145026 w 2076821"/>
              <a:gd name="connsiteY243" fmla="*/ 316083 h 2390454"/>
              <a:gd name="connsiteX244" fmla="*/ 1134817 w 2076821"/>
              <a:gd name="connsiteY244" fmla="*/ 313807 h 2390454"/>
              <a:gd name="connsiteX245" fmla="*/ 1115214 w 2076821"/>
              <a:gd name="connsiteY245" fmla="*/ 326409 h 2390454"/>
              <a:gd name="connsiteX246" fmla="*/ 1101738 w 2076821"/>
              <a:gd name="connsiteY246" fmla="*/ 351786 h 2390454"/>
              <a:gd name="connsiteX247" fmla="*/ 1110664 w 2076821"/>
              <a:gd name="connsiteY247" fmla="*/ 371505 h 2390454"/>
              <a:gd name="connsiteX248" fmla="*/ 1109497 w 2076821"/>
              <a:gd name="connsiteY248" fmla="*/ 389123 h 2390454"/>
              <a:gd name="connsiteX249" fmla="*/ 1137267 w 2076821"/>
              <a:gd name="connsiteY249" fmla="*/ 409134 h 2390454"/>
              <a:gd name="connsiteX250" fmla="*/ 1144793 w 2076821"/>
              <a:gd name="connsiteY250" fmla="*/ 423018 h 2390454"/>
              <a:gd name="connsiteX251" fmla="*/ 1133708 w 2076821"/>
              <a:gd name="connsiteY251" fmla="*/ 444487 h 2390454"/>
              <a:gd name="connsiteX252" fmla="*/ 1124840 w 2076821"/>
              <a:gd name="connsiteY252" fmla="*/ 417185 h 2390454"/>
              <a:gd name="connsiteX253" fmla="*/ 1104422 w 2076821"/>
              <a:gd name="connsiteY253" fmla="*/ 408025 h 2390454"/>
              <a:gd name="connsiteX254" fmla="*/ 1091004 w 2076821"/>
              <a:gd name="connsiteY254" fmla="*/ 372147 h 2390454"/>
              <a:gd name="connsiteX255" fmla="*/ 1084820 w 2076821"/>
              <a:gd name="connsiteY255" fmla="*/ 368355 h 2390454"/>
              <a:gd name="connsiteX256" fmla="*/ 1058684 w 2076821"/>
              <a:gd name="connsiteY256" fmla="*/ 377222 h 2390454"/>
              <a:gd name="connsiteX257" fmla="*/ 1055125 w 2076821"/>
              <a:gd name="connsiteY257" fmla="*/ 389882 h 2390454"/>
              <a:gd name="connsiteX258" fmla="*/ 1081378 w 2076821"/>
              <a:gd name="connsiteY258" fmla="*/ 410184 h 2390454"/>
              <a:gd name="connsiteX259" fmla="*/ 1093687 w 2076821"/>
              <a:gd name="connsiteY259" fmla="*/ 411817 h 2390454"/>
              <a:gd name="connsiteX260" fmla="*/ 1100338 w 2076821"/>
              <a:gd name="connsiteY260" fmla="*/ 419518 h 2390454"/>
              <a:gd name="connsiteX261" fmla="*/ 1082953 w 2076821"/>
              <a:gd name="connsiteY261" fmla="*/ 416776 h 2390454"/>
              <a:gd name="connsiteX262" fmla="*/ 1065626 w 2076821"/>
              <a:gd name="connsiteY262" fmla="*/ 422493 h 2390454"/>
              <a:gd name="connsiteX263" fmla="*/ 1077119 w 2076821"/>
              <a:gd name="connsiteY263" fmla="*/ 441687 h 2390454"/>
              <a:gd name="connsiteX264" fmla="*/ 1057517 w 2076821"/>
              <a:gd name="connsiteY264" fmla="*/ 427861 h 2390454"/>
              <a:gd name="connsiteX265" fmla="*/ 1055125 w 2076821"/>
              <a:gd name="connsiteY265" fmla="*/ 404350 h 2390454"/>
              <a:gd name="connsiteX266" fmla="*/ 1047599 w 2076821"/>
              <a:gd name="connsiteY266" fmla="*/ 399741 h 2390454"/>
              <a:gd name="connsiteX267" fmla="*/ 1043341 w 2076821"/>
              <a:gd name="connsiteY267" fmla="*/ 384048 h 2390454"/>
              <a:gd name="connsiteX268" fmla="*/ 1031789 w 2076821"/>
              <a:gd name="connsiteY268" fmla="*/ 392799 h 2390454"/>
              <a:gd name="connsiteX269" fmla="*/ 1027180 w 2076821"/>
              <a:gd name="connsiteY269" fmla="*/ 418176 h 2390454"/>
              <a:gd name="connsiteX270" fmla="*/ 1036398 w 2076821"/>
              <a:gd name="connsiteY270" fmla="*/ 429728 h 2390454"/>
              <a:gd name="connsiteX271" fmla="*/ 1032839 w 2076821"/>
              <a:gd name="connsiteY271" fmla="*/ 452480 h 2390454"/>
              <a:gd name="connsiteX272" fmla="*/ 1016796 w 2076821"/>
              <a:gd name="connsiteY272" fmla="*/ 444021 h 2390454"/>
              <a:gd name="connsiteX273" fmla="*/ 1002503 w 2076821"/>
              <a:gd name="connsiteY273" fmla="*/ 448513 h 2390454"/>
              <a:gd name="connsiteX274" fmla="*/ 983309 w 2076821"/>
              <a:gd name="connsiteY274" fmla="*/ 471674 h 2390454"/>
              <a:gd name="connsiteX275" fmla="*/ 987918 w 2076821"/>
              <a:gd name="connsiteY275" fmla="*/ 474007 h 2390454"/>
              <a:gd name="connsiteX276" fmla="*/ 1000986 w 2076821"/>
              <a:gd name="connsiteY276" fmla="*/ 472140 h 2390454"/>
              <a:gd name="connsiteX277" fmla="*/ 1013529 w 2076821"/>
              <a:gd name="connsiteY277" fmla="*/ 487542 h 2390454"/>
              <a:gd name="connsiteX278" fmla="*/ 997194 w 2076821"/>
              <a:gd name="connsiteY278" fmla="*/ 489000 h 2390454"/>
              <a:gd name="connsiteX279" fmla="*/ 985059 w 2076821"/>
              <a:gd name="connsiteY279" fmla="*/ 497051 h 2390454"/>
              <a:gd name="connsiteX280" fmla="*/ 996377 w 2076821"/>
              <a:gd name="connsiteY280" fmla="*/ 504810 h 2390454"/>
              <a:gd name="connsiteX281" fmla="*/ 988443 w 2076821"/>
              <a:gd name="connsiteY281" fmla="*/ 514086 h 2390454"/>
              <a:gd name="connsiteX282" fmla="*/ 973858 w 2076821"/>
              <a:gd name="connsiteY282" fmla="*/ 514845 h 2390454"/>
              <a:gd name="connsiteX283" fmla="*/ 973450 w 2076821"/>
              <a:gd name="connsiteY283" fmla="*/ 525229 h 2390454"/>
              <a:gd name="connsiteX284" fmla="*/ 978934 w 2076821"/>
              <a:gd name="connsiteY284" fmla="*/ 529779 h 2390454"/>
              <a:gd name="connsiteX285" fmla="*/ 966974 w 2076821"/>
              <a:gd name="connsiteY285" fmla="*/ 532521 h 2390454"/>
              <a:gd name="connsiteX286" fmla="*/ 958515 w 2076821"/>
              <a:gd name="connsiteY286" fmla="*/ 522195 h 2390454"/>
              <a:gd name="connsiteX287" fmla="*/ 943872 w 2076821"/>
              <a:gd name="connsiteY287" fmla="*/ 525987 h 2390454"/>
              <a:gd name="connsiteX288" fmla="*/ 931271 w 2076821"/>
              <a:gd name="connsiteY288" fmla="*/ 542964 h 2390454"/>
              <a:gd name="connsiteX289" fmla="*/ 936229 w 2076821"/>
              <a:gd name="connsiteY289" fmla="*/ 552590 h 2390454"/>
              <a:gd name="connsiteX290" fmla="*/ 930104 w 2076821"/>
              <a:gd name="connsiteY290" fmla="*/ 558832 h 2390454"/>
              <a:gd name="connsiteX291" fmla="*/ 910035 w 2076821"/>
              <a:gd name="connsiteY291" fmla="*/ 560349 h 2390454"/>
              <a:gd name="connsiteX292" fmla="*/ 900059 w 2076821"/>
              <a:gd name="connsiteY292" fmla="*/ 579193 h 2390454"/>
              <a:gd name="connsiteX293" fmla="*/ 916511 w 2076821"/>
              <a:gd name="connsiteY293" fmla="*/ 584618 h 2390454"/>
              <a:gd name="connsiteX294" fmla="*/ 960849 w 2076821"/>
              <a:gd name="connsiteY294" fmla="*/ 571900 h 2390454"/>
              <a:gd name="connsiteX295" fmla="*/ 971116 w 2076821"/>
              <a:gd name="connsiteY295" fmla="*/ 578843 h 2390454"/>
              <a:gd name="connsiteX296" fmla="*/ 989668 w 2076821"/>
              <a:gd name="connsiteY296" fmla="*/ 569625 h 2390454"/>
              <a:gd name="connsiteX297" fmla="*/ 1000811 w 2076821"/>
              <a:gd name="connsiteY297" fmla="*/ 568809 h 2390454"/>
              <a:gd name="connsiteX298" fmla="*/ 1001220 w 2076821"/>
              <a:gd name="connsiteY298" fmla="*/ 581877 h 2390454"/>
              <a:gd name="connsiteX299" fmla="*/ 988268 w 2076821"/>
              <a:gd name="connsiteY299" fmla="*/ 596520 h 2390454"/>
              <a:gd name="connsiteX300" fmla="*/ 984593 w 2076821"/>
              <a:gd name="connsiteY300" fmla="*/ 623764 h 2390454"/>
              <a:gd name="connsiteX301" fmla="*/ 979867 w 2076821"/>
              <a:gd name="connsiteY301" fmla="*/ 629540 h 2390454"/>
              <a:gd name="connsiteX302" fmla="*/ 971933 w 2076821"/>
              <a:gd name="connsiteY302" fmla="*/ 619914 h 2390454"/>
              <a:gd name="connsiteX303" fmla="*/ 969541 w 2076821"/>
              <a:gd name="connsiteY303" fmla="*/ 605971 h 2390454"/>
              <a:gd name="connsiteX304" fmla="*/ 953090 w 2076821"/>
              <a:gd name="connsiteY304" fmla="*/ 610696 h 2390454"/>
              <a:gd name="connsiteX305" fmla="*/ 945797 w 2076821"/>
              <a:gd name="connsiteY305" fmla="*/ 601887 h 2390454"/>
              <a:gd name="connsiteX306" fmla="*/ 925378 w 2076821"/>
              <a:gd name="connsiteY306" fmla="*/ 601479 h 2390454"/>
              <a:gd name="connsiteX307" fmla="*/ 931971 w 2076821"/>
              <a:gd name="connsiteY307" fmla="*/ 608829 h 2390454"/>
              <a:gd name="connsiteX308" fmla="*/ 925728 w 2076821"/>
              <a:gd name="connsiteY308" fmla="*/ 620380 h 2390454"/>
              <a:gd name="connsiteX309" fmla="*/ 910735 w 2076821"/>
              <a:gd name="connsiteY309" fmla="*/ 611513 h 2390454"/>
              <a:gd name="connsiteX310" fmla="*/ 899592 w 2076821"/>
              <a:gd name="connsiteY310" fmla="*/ 612680 h 2390454"/>
              <a:gd name="connsiteX311" fmla="*/ 914702 w 2076821"/>
              <a:gd name="connsiteY311" fmla="*/ 623764 h 2390454"/>
              <a:gd name="connsiteX312" fmla="*/ 920711 w 2076821"/>
              <a:gd name="connsiteY312" fmla="*/ 639574 h 2390454"/>
              <a:gd name="connsiteX313" fmla="*/ 911552 w 2076821"/>
              <a:gd name="connsiteY313" fmla="*/ 639924 h 2390454"/>
              <a:gd name="connsiteX314" fmla="*/ 905426 w 2076821"/>
              <a:gd name="connsiteY314" fmla="*/ 651359 h 2390454"/>
              <a:gd name="connsiteX315" fmla="*/ 908577 w 2076821"/>
              <a:gd name="connsiteY315" fmla="*/ 666119 h 2390454"/>
              <a:gd name="connsiteX316" fmla="*/ 904726 w 2076821"/>
              <a:gd name="connsiteY316" fmla="*/ 676503 h 2390454"/>
              <a:gd name="connsiteX317" fmla="*/ 896267 w 2076821"/>
              <a:gd name="connsiteY317" fmla="*/ 662326 h 2390454"/>
              <a:gd name="connsiteX318" fmla="*/ 896675 w 2076821"/>
              <a:gd name="connsiteY318" fmla="*/ 644183 h 2390454"/>
              <a:gd name="connsiteX319" fmla="*/ 882791 w 2076821"/>
              <a:gd name="connsiteY319" fmla="*/ 626098 h 2390454"/>
              <a:gd name="connsiteX320" fmla="*/ 868789 w 2076821"/>
              <a:gd name="connsiteY320" fmla="*/ 641091 h 2390454"/>
              <a:gd name="connsiteX321" fmla="*/ 854438 w 2076821"/>
              <a:gd name="connsiteY321" fmla="*/ 644708 h 2390454"/>
              <a:gd name="connsiteX322" fmla="*/ 847495 w 2076821"/>
              <a:gd name="connsiteY322" fmla="*/ 633098 h 2390454"/>
              <a:gd name="connsiteX323" fmla="*/ 852863 w 2076821"/>
              <a:gd name="connsiteY323" fmla="*/ 624698 h 2390454"/>
              <a:gd name="connsiteX324" fmla="*/ 841370 w 2076821"/>
              <a:gd name="connsiteY324" fmla="*/ 623064 h 2390454"/>
              <a:gd name="connsiteX325" fmla="*/ 825385 w 2076821"/>
              <a:gd name="connsiteY325" fmla="*/ 640916 h 2390454"/>
              <a:gd name="connsiteX326" fmla="*/ 839095 w 2076821"/>
              <a:gd name="connsiteY326" fmla="*/ 655559 h 2390454"/>
              <a:gd name="connsiteX327" fmla="*/ 860738 w 2076821"/>
              <a:gd name="connsiteY327" fmla="*/ 654742 h 2390454"/>
              <a:gd name="connsiteX328" fmla="*/ 878415 w 2076821"/>
              <a:gd name="connsiteY328" fmla="*/ 665535 h 2390454"/>
              <a:gd name="connsiteX329" fmla="*/ 868439 w 2076821"/>
              <a:gd name="connsiteY329" fmla="*/ 680937 h 2390454"/>
              <a:gd name="connsiteX330" fmla="*/ 831510 w 2076821"/>
              <a:gd name="connsiteY330" fmla="*/ 686362 h 2390454"/>
              <a:gd name="connsiteX331" fmla="*/ 823693 w 2076821"/>
              <a:gd name="connsiteY331" fmla="*/ 679420 h 2390454"/>
              <a:gd name="connsiteX332" fmla="*/ 809050 w 2076821"/>
              <a:gd name="connsiteY332" fmla="*/ 680237 h 2390454"/>
              <a:gd name="connsiteX333" fmla="*/ 801407 w 2076821"/>
              <a:gd name="connsiteY333" fmla="*/ 698789 h 2390454"/>
              <a:gd name="connsiteX334" fmla="*/ 813600 w 2076821"/>
              <a:gd name="connsiteY334" fmla="*/ 710281 h 2390454"/>
              <a:gd name="connsiteX335" fmla="*/ 801407 w 2076821"/>
              <a:gd name="connsiteY335" fmla="*/ 727316 h 2390454"/>
              <a:gd name="connsiteX336" fmla="*/ 816050 w 2076821"/>
              <a:gd name="connsiteY336" fmla="*/ 724166 h 2390454"/>
              <a:gd name="connsiteX337" fmla="*/ 834602 w 2076821"/>
              <a:gd name="connsiteY337" fmla="*/ 702464 h 2390454"/>
              <a:gd name="connsiteX338" fmla="*/ 850821 w 2076821"/>
              <a:gd name="connsiteY338" fmla="*/ 703164 h 2390454"/>
              <a:gd name="connsiteX339" fmla="*/ 859980 w 2076821"/>
              <a:gd name="connsiteY339" fmla="*/ 716465 h 2390454"/>
              <a:gd name="connsiteX340" fmla="*/ 832969 w 2076821"/>
              <a:gd name="connsiteY340" fmla="*/ 719557 h 2390454"/>
              <a:gd name="connsiteX341" fmla="*/ 829002 w 2076821"/>
              <a:gd name="connsiteY341" fmla="*/ 739568 h 2390454"/>
              <a:gd name="connsiteX342" fmla="*/ 839153 w 2076821"/>
              <a:gd name="connsiteY342" fmla="*/ 754386 h 2390454"/>
              <a:gd name="connsiteX343" fmla="*/ 860797 w 2076821"/>
              <a:gd name="connsiteY343" fmla="*/ 767454 h 2390454"/>
              <a:gd name="connsiteX344" fmla="*/ 859980 w 2076821"/>
              <a:gd name="connsiteY344" fmla="*/ 782797 h 2390454"/>
              <a:gd name="connsiteX345" fmla="*/ 845395 w 2076821"/>
              <a:gd name="connsiteY345" fmla="*/ 771129 h 2390454"/>
              <a:gd name="connsiteX346" fmla="*/ 832969 w 2076821"/>
              <a:gd name="connsiteY346" fmla="*/ 772821 h 2390454"/>
              <a:gd name="connsiteX347" fmla="*/ 817567 w 2076821"/>
              <a:gd name="connsiteY347" fmla="*/ 752694 h 2390454"/>
              <a:gd name="connsiteX348" fmla="*/ 808291 w 2076821"/>
              <a:gd name="connsiteY348" fmla="*/ 754386 h 2390454"/>
              <a:gd name="connsiteX349" fmla="*/ 795923 w 2076821"/>
              <a:gd name="connsiteY349" fmla="*/ 767454 h 2390454"/>
              <a:gd name="connsiteX350" fmla="*/ 809866 w 2076821"/>
              <a:gd name="connsiteY350" fmla="*/ 778130 h 2390454"/>
              <a:gd name="connsiteX351" fmla="*/ 791256 w 2076821"/>
              <a:gd name="connsiteY351" fmla="*/ 779647 h 2390454"/>
              <a:gd name="connsiteX352" fmla="*/ 773521 w 2076821"/>
              <a:gd name="connsiteY352" fmla="*/ 792832 h 2390454"/>
              <a:gd name="connsiteX353" fmla="*/ 773521 w 2076821"/>
              <a:gd name="connsiteY353" fmla="*/ 805316 h 2390454"/>
              <a:gd name="connsiteX354" fmla="*/ 792890 w 2076821"/>
              <a:gd name="connsiteY354" fmla="*/ 813775 h 2390454"/>
              <a:gd name="connsiteX355" fmla="*/ 809050 w 2076821"/>
              <a:gd name="connsiteY355" fmla="*/ 802924 h 2390454"/>
              <a:gd name="connsiteX356" fmla="*/ 819784 w 2076821"/>
              <a:gd name="connsiteY356" fmla="*/ 813775 h 2390454"/>
              <a:gd name="connsiteX357" fmla="*/ 836994 w 2076821"/>
              <a:gd name="connsiteY357" fmla="*/ 808291 h 2390454"/>
              <a:gd name="connsiteX358" fmla="*/ 842245 w 2076821"/>
              <a:gd name="connsiteY358" fmla="*/ 824626 h 2390454"/>
              <a:gd name="connsiteX359" fmla="*/ 854554 w 2076821"/>
              <a:gd name="connsiteY359" fmla="*/ 831627 h 2390454"/>
              <a:gd name="connsiteX360" fmla="*/ 854554 w 2076821"/>
              <a:gd name="connsiteY360" fmla="*/ 843120 h 2390454"/>
              <a:gd name="connsiteX361" fmla="*/ 828360 w 2076821"/>
              <a:gd name="connsiteY361" fmla="*/ 826085 h 2390454"/>
              <a:gd name="connsiteX362" fmla="*/ 807533 w 2076821"/>
              <a:gd name="connsiteY362" fmla="*/ 826085 h 2390454"/>
              <a:gd name="connsiteX363" fmla="*/ 797557 w 2076821"/>
              <a:gd name="connsiteY363" fmla="*/ 832327 h 2390454"/>
              <a:gd name="connsiteX364" fmla="*/ 768971 w 2076821"/>
              <a:gd name="connsiteY364" fmla="*/ 836936 h 2390454"/>
              <a:gd name="connsiteX365" fmla="*/ 768971 w 2076821"/>
              <a:gd name="connsiteY365" fmla="*/ 852396 h 2390454"/>
              <a:gd name="connsiteX366" fmla="*/ 752694 w 2076821"/>
              <a:gd name="connsiteY366" fmla="*/ 860855 h 2390454"/>
              <a:gd name="connsiteX367" fmla="*/ 745635 w 2076821"/>
              <a:gd name="connsiteY367" fmla="*/ 854613 h 2390454"/>
              <a:gd name="connsiteX368" fmla="*/ 721016 w 2076821"/>
              <a:gd name="connsiteY368" fmla="*/ 867798 h 2390454"/>
              <a:gd name="connsiteX369" fmla="*/ 707131 w 2076821"/>
              <a:gd name="connsiteY369" fmla="*/ 868614 h 2390454"/>
              <a:gd name="connsiteX370" fmla="*/ 704622 w 2076821"/>
              <a:gd name="connsiteY370" fmla="*/ 878299 h 2390454"/>
              <a:gd name="connsiteX371" fmla="*/ 720024 w 2076821"/>
              <a:gd name="connsiteY371" fmla="*/ 884891 h 2390454"/>
              <a:gd name="connsiteX372" fmla="*/ 731458 w 2076821"/>
              <a:gd name="connsiteY372" fmla="*/ 899067 h 2390454"/>
              <a:gd name="connsiteX373" fmla="*/ 718040 w 2076821"/>
              <a:gd name="connsiteY373" fmla="*/ 904143 h 2390454"/>
              <a:gd name="connsiteX374" fmla="*/ 710165 w 2076821"/>
              <a:gd name="connsiteY374" fmla="*/ 900176 h 2390454"/>
              <a:gd name="connsiteX375" fmla="*/ 704797 w 2076821"/>
              <a:gd name="connsiteY375" fmla="*/ 904901 h 2390454"/>
              <a:gd name="connsiteX376" fmla="*/ 717282 w 2076821"/>
              <a:gd name="connsiteY376" fmla="*/ 916453 h 2390454"/>
              <a:gd name="connsiteX377" fmla="*/ 712498 w 2076821"/>
              <a:gd name="connsiteY377" fmla="*/ 924212 h 2390454"/>
              <a:gd name="connsiteX378" fmla="*/ 694121 w 2076821"/>
              <a:gd name="connsiteY378" fmla="*/ 921061 h 2390454"/>
              <a:gd name="connsiteX379" fmla="*/ 691846 w 2076821"/>
              <a:gd name="connsiteY379" fmla="*/ 915694 h 2390454"/>
              <a:gd name="connsiteX380" fmla="*/ 685604 w 2076821"/>
              <a:gd name="connsiteY380" fmla="*/ 921995 h 2390454"/>
              <a:gd name="connsiteX381" fmla="*/ 698672 w 2076821"/>
              <a:gd name="connsiteY381" fmla="*/ 932729 h 2390454"/>
              <a:gd name="connsiteX382" fmla="*/ 690212 w 2076821"/>
              <a:gd name="connsiteY382" fmla="*/ 939672 h 2390454"/>
              <a:gd name="connsiteX383" fmla="*/ 692429 w 2076821"/>
              <a:gd name="connsiteY383" fmla="*/ 951281 h 2390454"/>
              <a:gd name="connsiteX384" fmla="*/ 703339 w 2076821"/>
              <a:gd name="connsiteY384" fmla="*/ 951281 h 2390454"/>
              <a:gd name="connsiteX385" fmla="*/ 692429 w 2076821"/>
              <a:gd name="connsiteY385" fmla="*/ 958107 h 2390454"/>
              <a:gd name="connsiteX386" fmla="*/ 680120 w 2076821"/>
              <a:gd name="connsiteY386" fmla="*/ 960440 h 2390454"/>
              <a:gd name="connsiteX387" fmla="*/ 673236 w 2076821"/>
              <a:gd name="connsiteY387" fmla="*/ 953556 h 2390454"/>
              <a:gd name="connsiteX388" fmla="*/ 673236 w 2076821"/>
              <a:gd name="connsiteY388" fmla="*/ 965108 h 2390454"/>
              <a:gd name="connsiteX389" fmla="*/ 667052 w 2076821"/>
              <a:gd name="connsiteY389" fmla="*/ 975842 h 2390454"/>
              <a:gd name="connsiteX390" fmla="*/ 677845 w 2076821"/>
              <a:gd name="connsiteY390" fmla="*/ 980509 h 2390454"/>
              <a:gd name="connsiteX391" fmla="*/ 704797 w 2076821"/>
              <a:gd name="connsiteY391" fmla="*/ 989785 h 2390454"/>
              <a:gd name="connsiteX392" fmla="*/ 708706 w 2076821"/>
              <a:gd name="connsiteY392" fmla="*/ 1002095 h 2390454"/>
              <a:gd name="connsiteX393" fmla="*/ 719441 w 2076821"/>
              <a:gd name="connsiteY393" fmla="*/ 1005303 h 2390454"/>
              <a:gd name="connsiteX394" fmla="*/ 734900 w 2076821"/>
              <a:gd name="connsiteY394" fmla="*/ 998419 h 2390454"/>
              <a:gd name="connsiteX395" fmla="*/ 722474 w 2076821"/>
              <a:gd name="connsiteY395" fmla="*/ 1009971 h 2390454"/>
              <a:gd name="connsiteX396" fmla="*/ 722474 w 2076821"/>
              <a:gd name="connsiteY396" fmla="*/ 1019246 h 2390454"/>
              <a:gd name="connsiteX397" fmla="*/ 705614 w 2076821"/>
              <a:gd name="connsiteY397" fmla="*/ 1019246 h 2390454"/>
              <a:gd name="connsiteX398" fmla="*/ 697855 w 2076821"/>
              <a:gd name="connsiteY398" fmla="*/ 1011487 h 2390454"/>
              <a:gd name="connsiteX399" fmla="*/ 670086 w 2076821"/>
              <a:gd name="connsiteY399" fmla="*/ 1012187 h 2390454"/>
              <a:gd name="connsiteX400" fmla="*/ 650717 w 2076821"/>
              <a:gd name="connsiteY400" fmla="*/ 1029923 h 2390454"/>
              <a:gd name="connsiteX401" fmla="*/ 657018 w 2076821"/>
              <a:gd name="connsiteY401" fmla="*/ 1036048 h 2390454"/>
              <a:gd name="connsiteX402" fmla="*/ 677086 w 2076821"/>
              <a:gd name="connsiteY402" fmla="*/ 1036865 h 2390454"/>
              <a:gd name="connsiteX403" fmla="*/ 678603 w 2076821"/>
              <a:gd name="connsiteY403" fmla="*/ 1050050 h 2390454"/>
              <a:gd name="connsiteX404" fmla="*/ 688579 w 2076821"/>
              <a:gd name="connsiteY404" fmla="*/ 1059209 h 2390454"/>
              <a:gd name="connsiteX405" fmla="*/ 687879 w 2076821"/>
              <a:gd name="connsiteY405" fmla="*/ 1074727 h 2390454"/>
              <a:gd name="connsiteX406" fmla="*/ 676328 w 2076821"/>
              <a:gd name="connsiteY406" fmla="*/ 1062476 h 2390454"/>
              <a:gd name="connsiteX407" fmla="*/ 666994 w 2076821"/>
              <a:gd name="connsiteY407" fmla="*/ 1062476 h 2390454"/>
              <a:gd name="connsiteX408" fmla="*/ 657834 w 2076821"/>
              <a:gd name="connsiteY408" fmla="*/ 1074027 h 2390454"/>
              <a:gd name="connsiteX409" fmla="*/ 658651 w 2076821"/>
              <a:gd name="connsiteY409" fmla="*/ 1087037 h 2390454"/>
              <a:gd name="connsiteX410" fmla="*/ 653167 w 2076821"/>
              <a:gd name="connsiteY410" fmla="*/ 1090245 h 2390454"/>
              <a:gd name="connsiteX411" fmla="*/ 662443 w 2076821"/>
              <a:gd name="connsiteY411" fmla="*/ 1100980 h 2390454"/>
              <a:gd name="connsiteX412" fmla="*/ 664777 w 2076821"/>
              <a:gd name="connsiteY412" fmla="*/ 1114165 h 2390454"/>
              <a:gd name="connsiteX413" fmla="*/ 656142 w 2076821"/>
              <a:gd name="connsiteY413" fmla="*/ 1114165 h 2390454"/>
              <a:gd name="connsiteX414" fmla="*/ 645466 w 2076821"/>
              <a:gd name="connsiteY414" fmla="*/ 1104072 h 2390454"/>
              <a:gd name="connsiteX415" fmla="*/ 638582 w 2076821"/>
              <a:gd name="connsiteY415" fmla="*/ 1109556 h 2390454"/>
              <a:gd name="connsiteX416" fmla="*/ 639282 w 2076821"/>
              <a:gd name="connsiteY416" fmla="*/ 1125599 h 2390454"/>
              <a:gd name="connsiteX417" fmla="*/ 656201 w 2076821"/>
              <a:gd name="connsiteY417" fmla="*/ 1130325 h 2390454"/>
              <a:gd name="connsiteX418" fmla="*/ 659351 w 2076821"/>
              <a:gd name="connsiteY418" fmla="*/ 1138784 h 2390454"/>
              <a:gd name="connsiteX419" fmla="*/ 657951 w 2076821"/>
              <a:gd name="connsiteY419" fmla="*/ 1149635 h 2390454"/>
              <a:gd name="connsiteX420" fmla="*/ 635490 w 2076821"/>
              <a:gd name="connsiteY420" fmla="*/ 1134875 h 2390454"/>
              <a:gd name="connsiteX421" fmla="*/ 626156 w 2076821"/>
              <a:gd name="connsiteY421" fmla="*/ 1140242 h 2390454"/>
              <a:gd name="connsiteX422" fmla="*/ 625514 w 2076821"/>
              <a:gd name="connsiteY422" fmla="*/ 1156577 h 2390454"/>
              <a:gd name="connsiteX423" fmla="*/ 631640 w 2076821"/>
              <a:gd name="connsiteY423" fmla="*/ 1158152 h 2390454"/>
              <a:gd name="connsiteX424" fmla="*/ 630823 w 2076821"/>
              <a:gd name="connsiteY424" fmla="*/ 1175771 h 2390454"/>
              <a:gd name="connsiteX425" fmla="*/ 638582 w 2076821"/>
              <a:gd name="connsiteY425" fmla="*/ 1192923 h 2390454"/>
              <a:gd name="connsiteX426" fmla="*/ 650192 w 2076821"/>
              <a:gd name="connsiteY426" fmla="*/ 1192106 h 2390454"/>
              <a:gd name="connsiteX427" fmla="*/ 658709 w 2076821"/>
              <a:gd name="connsiteY427" fmla="*/ 1176646 h 2390454"/>
              <a:gd name="connsiteX428" fmla="*/ 667869 w 2076821"/>
              <a:gd name="connsiteY428" fmla="*/ 1176646 h 2390454"/>
              <a:gd name="connsiteX429" fmla="*/ 659293 w 2076821"/>
              <a:gd name="connsiteY429" fmla="*/ 1199748 h 2390454"/>
              <a:gd name="connsiteX430" fmla="*/ 646925 w 2076821"/>
              <a:gd name="connsiteY430" fmla="*/ 1202024 h 2390454"/>
              <a:gd name="connsiteX431" fmla="*/ 630006 w 2076821"/>
              <a:gd name="connsiteY431" fmla="*/ 1220517 h 2390454"/>
              <a:gd name="connsiteX432" fmla="*/ 615363 w 2076821"/>
              <a:gd name="connsiteY432" fmla="*/ 1220517 h 2390454"/>
              <a:gd name="connsiteX433" fmla="*/ 602937 w 2076821"/>
              <a:gd name="connsiteY433" fmla="*/ 1226059 h 2390454"/>
              <a:gd name="connsiteX434" fmla="*/ 602295 w 2076821"/>
              <a:gd name="connsiteY434" fmla="*/ 1235219 h 2390454"/>
              <a:gd name="connsiteX435" fmla="*/ 586077 w 2076821"/>
              <a:gd name="connsiteY435" fmla="*/ 1242161 h 2390454"/>
              <a:gd name="connsiteX436" fmla="*/ 572834 w 2076821"/>
              <a:gd name="connsiteY436" fmla="*/ 1253771 h 2390454"/>
              <a:gd name="connsiteX437" fmla="*/ 586835 w 2076821"/>
              <a:gd name="connsiteY437" fmla="*/ 1260713 h 2390454"/>
              <a:gd name="connsiteX438" fmla="*/ 582226 w 2076821"/>
              <a:gd name="connsiteY438" fmla="*/ 1269289 h 2390454"/>
              <a:gd name="connsiteX439" fmla="*/ 556849 w 2076821"/>
              <a:gd name="connsiteY439" fmla="*/ 1271622 h 2390454"/>
              <a:gd name="connsiteX440" fmla="*/ 545181 w 2076821"/>
              <a:gd name="connsiteY440" fmla="*/ 1287724 h 2390454"/>
              <a:gd name="connsiteX441" fmla="*/ 546639 w 2076821"/>
              <a:gd name="connsiteY441" fmla="*/ 1295600 h 2390454"/>
              <a:gd name="connsiteX442" fmla="*/ 566767 w 2076821"/>
              <a:gd name="connsiteY442" fmla="*/ 1301667 h 2390454"/>
              <a:gd name="connsiteX443" fmla="*/ 551307 w 2076821"/>
              <a:gd name="connsiteY443" fmla="*/ 1309426 h 2390454"/>
              <a:gd name="connsiteX444" fmla="*/ 543489 w 2076821"/>
              <a:gd name="connsiteY444" fmla="*/ 1326461 h 2390454"/>
              <a:gd name="connsiteX445" fmla="*/ 528088 w 2076821"/>
              <a:gd name="connsiteY445" fmla="*/ 1327220 h 2390454"/>
              <a:gd name="connsiteX446" fmla="*/ 525054 w 2076821"/>
              <a:gd name="connsiteY446" fmla="*/ 1311760 h 2390454"/>
              <a:gd name="connsiteX447" fmla="*/ 515078 w 2076821"/>
              <a:gd name="connsiteY447" fmla="*/ 1305576 h 2390454"/>
              <a:gd name="connsiteX448" fmla="*/ 508836 w 2076821"/>
              <a:gd name="connsiteY448" fmla="*/ 1314794 h 2390454"/>
              <a:gd name="connsiteX449" fmla="*/ 495709 w 2076821"/>
              <a:gd name="connsiteY449" fmla="*/ 1314794 h 2390454"/>
              <a:gd name="connsiteX450" fmla="*/ 500435 w 2076821"/>
              <a:gd name="connsiteY450" fmla="*/ 1326461 h 2390454"/>
              <a:gd name="connsiteX451" fmla="*/ 491159 w 2076821"/>
              <a:gd name="connsiteY451" fmla="*/ 1334921 h 2390454"/>
              <a:gd name="connsiteX452" fmla="*/ 488825 w 2076821"/>
              <a:gd name="connsiteY452" fmla="*/ 1346472 h 2390454"/>
              <a:gd name="connsiteX453" fmla="*/ 494251 w 2076821"/>
              <a:gd name="connsiteY453" fmla="*/ 1356389 h 2390454"/>
              <a:gd name="connsiteX454" fmla="*/ 471207 w 2076821"/>
              <a:gd name="connsiteY454" fmla="*/ 1356389 h 2390454"/>
              <a:gd name="connsiteX455" fmla="*/ 461114 w 2076821"/>
              <a:gd name="connsiteY455" fmla="*/ 1361815 h 2390454"/>
              <a:gd name="connsiteX456" fmla="*/ 462631 w 2076821"/>
              <a:gd name="connsiteY456" fmla="*/ 1382701 h 2390454"/>
              <a:gd name="connsiteX457" fmla="*/ 444721 w 2076821"/>
              <a:gd name="connsiteY457" fmla="*/ 1394310 h 2390454"/>
              <a:gd name="connsiteX458" fmla="*/ 447288 w 2076821"/>
              <a:gd name="connsiteY458" fmla="*/ 1401194 h 2390454"/>
              <a:gd name="connsiteX459" fmla="*/ 444079 w 2076821"/>
              <a:gd name="connsiteY459" fmla="*/ 1421963 h 2390454"/>
              <a:gd name="connsiteX460" fmla="*/ 431011 w 2076821"/>
              <a:gd name="connsiteY460" fmla="*/ 1432814 h 2390454"/>
              <a:gd name="connsiteX461" fmla="*/ 413276 w 2076821"/>
              <a:gd name="connsiteY461" fmla="*/ 1449732 h 2390454"/>
              <a:gd name="connsiteX462" fmla="*/ 418585 w 2076821"/>
              <a:gd name="connsiteY462" fmla="*/ 1457492 h 2390454"/>
              <a:gd name="connsiteX463" fmla="*/ 438653 w 2076821"/>
              <a:gd name="connsiteY463" fmla="*/ 1444424 h 2390454"/>
              <a:gd name="connsiteX464" fmla="*/ 449505 w 2076821"/>
              <a:gd name="connsiteY464" fmla="*/ 1445124 h 2390454"/>
              <a:gd name="connsiteX465" fmla="*/ 447929 w 2076821"/>
              <a:gd name="connsiteY465" fmla="*/ 1456675 h 2390454"/>
              <a:gd name="connsiteX466" fmla="*/ 434861 w 2076821"/>
              <a:gd name="connsiteY466" fmla="*/ 1462100 h 2390454"/>
              <a:gd name="connsiteX467" fmla="*/ 433169 w 2076821"/>
              <a:gd name="connsiteY467" fmla="*/ 1482111 h 2390454"/>
              <a:gd name="connsiteX468" fmla="*/ 444721 w 2076821"/>
              <a:gd name="connsiteY468" fmla="*/ 1497512 h 2390454"/>
              <a:gd name="connsiteX469" fmla="*/ 466423 w 2076821"/>
              <a:gd name="connsiteY469" fmla="*/ 1485261 h 2390454"/>
              <a:gd name="connsiteX470" fmla="*/ 489584 w 2076821"/>
              <a:gd name="connsiteY470" fmla="*/ 1482111 h 2390454"/>
              <a:gd name="connsiteX471" fmla="*/ 520445 w 2076821"/>
              <a:gd name="connsiteY471" fmla="*/ 1452124 h 2390454"/>
              <a:gd name="connsiteX472" fmla="*/ 520445 w 2076821"/>
              <a:gd name="connsiteY472" fmla="*/ 1438123 h 2390454"/>
              <a:gd name="connsiteX473" fmla="*/ 504402 w 2076821"/>
              <a:gd name="connsiteY473" fmla="*/ 1442848 h 2390454"/>
              <a:gd name="connsiteX474" fmla="*/ 518228 w 2076821"/>
              <a:gd name="connsiteY474" fmla="*/ 1424296 h 2390454"/>
              <a:gd name="connsiteX475" fmla="*/ 522020 w 2076821"/>
              <a:gd name="connsiteY475" fmla="*/ 1402769 h 2390454"/>
              <a:gd name="connsiteX476" fmla="*/ 529021 w 2076821"/>
              <a:gd name="connsiteY476" fmla="*/ 1401136 h 2390454"/>
              <a:gd name="connsiteX477" fmla="*/ 538239 w 2076821"/>
              <a:gd name="connsiteY477" fmla="*/ 1392677 h 2390454"/>
              <a:gd name="connsiteX478" fmla="*/ 556090 w 2076821"/>
              <a:gd name="connsiteY478" fmla="*/ 1395827 h 2390454"/>
              <a:gd name="connsiteX479" fmla="*/ 566825 w 2076821"/>
              <a:gd name="connsiteY479" fmla="*/ 1395068 h 2390454"/>
              <a:gd name="connsiteX480" fmla="*/ 538239 w 2076821"/>
              <a:gd name="connsiteY480" fmla="*/ 1413445 h 2390454"/>
              <a:gd name="connsiteX481" fmla="*/ 537422 w 2076821"/>
              <a:gd name="connsiteY481" fmla="*/ 1426572 h 2390454"/>
              <a:gd name="connsiteX482" fmla="*/ 565250 w 2076821"/>
              <a:gd name="connsiteY482" fmla="*/ 1435031 h 2390454"/>
              <a:gd name="connsiteX483" fmla="*/ 556032 w 2076821"/>
              <a:gd name="connsiteY483" fmla="*/ 1447516 h 2390454"/>
              <a:gd name="connsiteX484" fmla="*/ 541214 w 2076821"/>
              <a:gd name="connsiteY484" fmla="*/ 1448974 h 2390454"/>
              <a:gd name="connsiteX485" fmla="*/ 512744 w 2076821"/>
              <a:gd name="connsiteY485" fmla="*/ 1479019 h 2390454"/>
              <a:gd name="connsiteX486" fmla="*/ 530538 w 2076821"/>
              <a:gd name="connsiteY486" fmla="*/ 1488295 h 2390454"/>
              <a:gd name="connsiteX487" fmla="*/ 520445 w 2076821"/>
              <a:gd name="connsiteY487" fmla="*/ 1501421 h 2390454"/>
              <a:gd name="connsiteX488" fmla="*/ 521204 w 2076821"/>
              <a:gd name="connsiteY488" fmla="*/ 1519973 h 2390454"/>
              <a:gd name="connsiteX489" fmla="*/ 503527 w 2076821"/>
              <a:gd name="connsiteY489" fmla="*/ 1518456 h 2390454"/>
              <a:gd name="connsiteX490" fmla="*/ 488825 w 2076821"/>
              <a:gd name="connsiteY490" fmla="*/ 1503813 h 2390454"/>
              <a:gd name="connsiteX491" fmla="*/ 467940 w 2076821"/>
              <a:gd name="connsiteY491" fmla="*/ 1504571 h 2390454"/>
              <a:gd name="connsiteX492" fmla="*/ 455688 w 2076821"/>
              <a:gd name="connsiteY492" fmla="*/ 1514664 h 2390454"/>
              <a:gd name="connsiteX493" fmla="*/ 454872 w 2076821"/>
              <a:gd name="connsiteY493" fmla="*/ 1531466 h 2390454"/>
              <a:gd name="connsiteX494" fmla="*/ 438653 w 2076821"/>
              <a:gd name="connsiteY494" fmla="*/ 1540800 h 2390454"/>
              <a:gd name="connsiteX495" fmla="*/ 423310 w 2076821"/>
              <a:gd name="connsiteY495" fmla="*/ 1549318 h 2390454"/>
              <a:gd name="connsiteX496" fmla="*/ 434861 w 2076821"/>
              <a:gd name="connsiteY496" fmla="*/ 1536075 h 2390454"/>
              <a:gd name="connsiteX497" fmla="*/ 443321 w 2076821"/>
              <a:gd name="connsiteY497" fmla="*/ 1529891 h 2390454"/>
              <a:gd name="connsiteX498" fmla="*/ 431011 w 2076821"/>
              <a:gd name="connsiteY498" fmla="*/ 1513847 h 2390454"/>
              <a:gd name="connsiteX499" fmla="*/ 431011 w 2076821"/>
              <a:gd name="connsiteY499" fmla="*/ 1495237 h 2390454"/>
              <a:gd name="connsiteX500" fmla="*/ 417126 w 2076821"/>
              <a:gd name="connsiteY500" fmla="*/ 1475052 h 2390454"/>
              <a:gd name="connsiteX501" fmla="*/ 403183 w 2076821"/>
              <a:gd name="connsiteY501" fmla="*/ 1475052 h 2390454"/>
              <a:gd name="connsiteX502" fmla="*/ 395482 w 2076821"/>
              <a:gd name="connsiteY502" fmla="*/ 1488995 h 2390454"/>
              <a:gd name="connsiteX503" fmla="*/ 376114 w 2076821"/>
              <a:gd name="connsiteY503" fmla="*/ 1491328 h 2390454"/>
              <a:gd name="connsiteX504" fmla="*/ 376114 w 2076821"/>
              <a:gd name="connsiteY504" fmla="*/ 1500663 h 2390454"/>
              <a:gd name="connsiteX505" fmla="*/ 400791 w 2076821"/>
              <a:gd name="connsiteY505" fmla="*/ 1500663 h 2390454"/>
              <a:gd name="connsiteX506" fmla="*/ 375414 w 2076821"/>
              <a:gd name="connsiteY506" fmla="*/ 1523823 h 2390454"/>
              <a:gd name="connsiteX507" fmla="*/ 358320 w 2076821"/>
              <a:gd name="connsiteY507" fmla="*/ 1516064 h 2390454"/>
              <a:gd name="connsiteX508" fmla="*/ 343852 w 2076821"/>
              <a:gd name="connsiteY508" fmla="*/ 1518398 h 2390454"/>
              <a:gd name="connsiteX509" fmla="*/ 324542 w 2076821"/>
              <a:gd name="connsiteY509" fmla="*/ 1536133 h 2390454"/>
              <a:gd name="connsiteX510" fmla="*/ 335276 w 2076821"/>
              <a:gd name="connsiteY510" fmla="*/ 1538467 h 2390454"/>
              <a:gd name="connsiteX511" fmla="*/ 345427 w 2076821"/>
              <a:gd name="connsiteY511" fmla="*/ 1533916 h 2390454"/>
              <a:gd name="connsiteX512" fmla="*/ 350736 w 2076821"/>
              <a:gd name="connsiteY512" fmla="*/ 1539283 h 2390454"/>
              <a:gd name="connsiteX513" fmla="*/ 329909 w 2076821"/>
              <a:gd name="connsiteY513" fmla="*/ 1552526 h 2390454"/>
              <a:gd name="connsiteX514" fmla="*/ 320633 w 2076821"/>
              <a:gd name="connsiteY514" fmla="*/ 1564019 h 2390454"/>
              <a:gd name="connsiteX515" fmla="*/ 311357 w 2076821"/>
              <a:gd name="connsiteY515" fmla="*/ 1554801 h 2390454"/>
              <a:gd name="connsiteX516" fmla="*/ 297472 w 2076821"/>
              <a:gd name="connsiteY516" fmla="*/ 1554801 h 2390454"/>
              <a:gd name="connsiteX517" fmla="*/ 295139 w 2076821"/>
              <a:gd name="connsiteY517" fmla="*/ 1564019 h 2390454"/>
              <a:gd name="connsiteX518" fmla="*/ 317483 w 2076821"/>
              <a:gd name="connsiteY518" fmla="*/ 1577087 h 2390454"/>
              <a:gd name="connsiteX519" fmla="*/ 343852 w 2076821"/>
              <a:gd name="connsiteY519" fmla="*/ 1577087 h 2390454"/>
              <a:gd name="connsiteX520" fmla="*/ 338310 w 2076821"/>
              <a:gd name="connsiteY520" fmla="*/ 1591089 h 2390454"/>
              <a:gd name="connsiteX521" fmla="*/ 349861 w 2076821"/>
              <a:gd name="connsiteY521" fmla="*/ 1595697 h 2390454"/>
              <a:gd name="connsiteX522" fmla="*/ 349161 w 2076821"/>
              <a:gd name="connsiteY522" fmla="*/ 1607949 h 2390454"/>
              <a:gd name="connsiteX523" fmla="*/ 326058 w 2076821"/>
              <a:gd name="connsiteY523" fmla="*/ 1601065 h 2390454"/>
              <a:gd name="connsiteX524" fmla="*/ 322150 w 2076821"/>
              <a:gd name="connsiteY524" fmla="*/ 1587297 h 2390454"/>
              <a:gd name="connsiteX525" fmla="*/ 304531 w 2076821"/>
              <a:gd name="connsiteY525" fmla="*/ 1587297 h 2390454"/>
              <a:gd name="connsiteX526" fmla="*/ 286679 w 2076821"/>
              <a:gd name="connsiteY526" fmla="*/ 1571778 h 2390454"/>
              <a:gd name="connsiteX527" fmla="*/ 282887 w 2076821"/>
              <a:gd name="connsiteY527" fmla="*/ 1559410 h 2390454"/>
              <a:gd name="connsiteX528" fmla="*/ 275945 w 2076821"/>
              <a:gd name="connsiteY528" fmla="*/ 1560169 h 2390454"/>
              <a:gd name="connsiteX529" fmla="*/ 272853 w 2076821"/>
              <a:gd name="connsiteY529" fmla="*/ 1575687 h 2390454"/>
              <a:gd name="connsiteX530" fmla="*/ 290471 w 2076821"/>
              <a:gd name="connsiteY530" fmla="*/ 1599606 h 2390454"/>
              <a:gd name="connsiteX531" fmla="*/ 308965 w 2076821"/>
              <a:gd name="connsiteY531" fmla="*/ 1613433 h 2390454"/>
              <a:gd name="connsiteX532" fmla="*/ 325300 w 2076821"/>
              <a:gd name="connsiteY532" fmla="*/ 1615825 h 2390454"/>
              <a:gd name="connsiteX533" fmla="*/ 333934 w 2076821"/>
              <a:gd name="connsiteY533" fmla="*/ 1625100 h 2390454"/>
              <a:gd name="connsiteX534" fmla="*/ 316783 w 2076821"/>
              <a:gd name="connsiteY534" fmla="*/ 1625859 h 2390454"/>
              <a:gd name="connsiteX535" fmla="*/ 289071 w 2076821"/>
              <a:gd name="connsiteY535" fmla="*/ 1614949 h 2390454"/>
              <a:gd name="connsiteX536" fmla="*/ 262935 w 2076821"/>
              <a:gd name="connsiteY536" fmla="*/ 1585780 h 2390454"/>
              <a:gd name="connsiteX537" fmla="*/ 250567 w 2076821"/>
              <a:gd name="connsiteY537" fmla="*/ 1593480 h 2390454"/>
              <a:gd name="connsiteX538" fmla="*/ 234291 w 2076821"/>
              <a:gd name="connsiteY538" fmla="*/ 1581229 h 2390454"/>
              <a:gd name="connsiteX539" fmla="*/ 214280 w 2076821"/>
              <a:gd name="connsiteY539" fmla="*/ 1581229 h 2390454"/>
              <a:gd name="connsiteX540" fmla="*/ 204304 w 2076821"/>
              <a:gd name="connsiteY540" fmla="*/ 1572595 h 2390454"/>
              <a:gd name="connsiteX541" fmla="*/ 196545 w 2076821"/>
              <a:gd name="connsiteY541" fmla="*/ 1581988 h 2390454"/>
              <a:gd name="connsiteX542" fmla="*/ 199637 w 2076821"/>
              <a:gd name="connsiteY542" fmla="*/ 1597273 h 2390454"/>
              <a:gd name="connsiteX543" fmla="*/ 188669 w 2076821"/>
              <a:gd name="connsiteY543" fmla="*/ 1607249 h 2390454"/>
              <a:gd name="connsiteX544" fmla="*/ 204246 w 2076821"/>
              <a:gd name="connsiteY544" fmla="*/ 1623525 h 2390454"/>
              <a:gd name="connsiteX545" fmla="*/ 237266 w 2076821"/>
              <a:gd name="connsiteY545" fmla="*/ 1613433 h 2390454"/>
              <a:gd name="connsiteX546" fmla="*/ 242633 w 2076821"/>
              <a:gd name="connsiteY546" fmla="*/ 1620550 h 2390454"/>
              <a:gd name="connsiteX547" fmla="*/ 228048 w 2076821"/>
              <a:gd name="connsiteY547" fmla="*/ 1630526 h 2390454"/>
              <a:gd name="connsiteX548" fmla="*/ 235866 w 2076821"/>
              <a:gd name="connsiteY548" fmla="*/ 1635076 h 2390454"/>
              <a:gd name="connsiteX549" fmla="*/ 261243 w 2076821"/>
              <a:gd name="connsiteY549" fmla="*/ 1622767 h 2390454"/>
              <a:gd name="connsiteX550" fmla="*/ 272853 w 2076821"/>
              <a:gd name="connsiteY550" fmla="*/ 1622767 h 2390454"/>
              <a:gd name="connsiteX551" fmla="*/ 266611 w 2076821"/>
              <a:gd name="connsiteY551" fmla="*/ 1633560 h 2390454"/>
              <a:gd name="connsiteX552" fmla="*/ 237266 w 2076821"/>
              <a:gd name="connsiteY552" fmla="*/ 1645869 h 2390454"/>
              <a:gd name="connsiteX553" fmla="*/ 225715 w 2076821"/>
              <a:gd name="connsiteY553" fmla="*/ 1662788 h 2390454"/>
              <a:gd name="connsiteX554" fmla="*/ 205704 w 2076821"/>
              <a:gd name="connsiteY554" fmla="*/ 1657479 h 2390454"/>
              <a:gd name="connsiteX555" fmla="*/ 188611 w 2076821"/>
              <a:gd name="connsiteY555" fmla="*/ 1635076 h 2390454"/>
              <a:gd name="connsiteX556" fmla="*/ 180152 w 2076821"/>
              <a:gd name="connsiteY556" fmla="*/ 1635076 h 2390454"/>
              <a:gd name="connsiteX557" fmla="*/ 170176 w 2076821"/>
              <a:gd name="connsiteY557" fmla="*/ 1643536 h 2390454"/>
              <a:gd name="connsiteX558" fmla="*/ 155533 w 2076821"/>
              <a:gd name="connsiteY558" fmla="*/ 1630526 h 2390454"/>
              <a:gd name="connsiteX559" fmla="*/ 143281 w 2076821"/>
              <a:gd name="connsiteY559" fmla="*/ 1638110 h 2390454"/>
              <a:gd name="connsiteX560" fmla="*/ 134705 w 2076821"/>
              <a:gd name="connsiteY560" fmla="*/ 1632743 h 2390454"/>
              <a:gd name="connsiteX561" fmla="*/ 119362 w 2076821"/>
              <a:gd name="connsiteY561" fmla="*/ 1642019 h 2390454"/>
              <a:gd name="connsiteX562" fmla="*/ 123854 w 2076821"/>
              <a:gd name="connsiteY562" fmla="*/ 1649720 h 2390454"/>
              <a:gd name="connsiteX563" fmla="*/ 155533 w 2076821"/>
              <a:gd name="connsiteY563" fmla="*/ 1654445 h 2390454"/>
              <a:gd name="connsiteX564" fmla="*/ 175601 w 2076821"/>
              <a:gd name="connsiteY564" fmla="*/ 1667455 h 2390454"/>
              <a:gd name="connsiteX565" fmla="*/ 200279 w 2076821"/>
              <a:gd name="connsiteY565" fmla="*/ 1680698 h 2390454"/>
              <a:gd name="connsiteX566" fmla="*/ 193337 w 2076821"/>
              <a:gd name="connsiteY566" fmla="*/ 1696916 h 2390454"/>
              <a:gd name="connsiteX567" fmla="*/ 201854 w 2076821"/>
              <a:gd name="connsiteY567" fmla="*/ 1709984 h 2390454"/>
              <a:gd name="connsiteX568" fmla="*/ 187211 w 2076821"/>
              <a:gd name="connsiteY568" fmla="*/ 1717685 h 2390454"/>
              <a:gd name="connsiteX569" fmla="*/ 181027 w 2076821"/>
              <a:gd name="connsiteY569" fmla="*/ 1709984 h 2390454"/>
              <a:gd name="connsiteX570" fmla="*/ 180210 w 2076821"/>
              <a:gd name="connsiteY570" fmla="*/ 1683673 h 2390454"/>
              <a:gd name="connsiteX571" fmla="*/ 163292 w 2076821"/>
              <a:gd name="connsiteY571" fmla="*/ 1677489 h 2390454"/>
              <a:gd name="connsiteX572" fmla="*/ 144682 w 2076821"/>
              <a:gd name="connsiteY572" fmla="*/ 1680698 h 2390454"/>
              <a:gd name="connsiteX573" fmla="*/ 151741 w 2076821"/>
              <a:gd name="connsiteY573" fmla="*/ 1693766 h 2390454"/>
              <a:gd name="connsiteX574" fmla="*/ 148649 w 2076821"/>
              <a:gd name="connsiteY574" fmla="*/ 1703800 h 2390454"/>
              <a:gd name="connsiteX575" fmla="*/ 126130 w 2076821"/>
              <a:gd name="connsiteY575" fmla="*/ 1689857 h 2390454"/>
              <a:gd name="connsiteX576" fmla="*/ 106936 w 2076821"/>
              <a:gd name="connsiteY576" fmla="*/ 1709984 h 2390454"/>
              <a:gd name="connsiteX577" fmla="*/ 126130 w 2076821"/>
              <a:gd name="connsiteY577" fmla="*/ 1723052 h 2390454"/>
              <a:gd name="connsiteX578" fmla="*/ 110728 w 2076821"/>
              <a:gd name="connsiteY578" fmla="*/ 1724569 h 2390454"/>
              <a:gd name="connsiteX579" fmla="*/ 99994 w 2076821"/>
              <a:gd name="connsiteY579" fmla="*/ 1729353 h 2390454"/>
              <a:gd name="connsiteX580" fmla="*/ 94568 w 2076821"/>
              <a:gd name="connsiteY580" fmla="*/ 1709984 h 2390454"/>
              <a:gd name="connsiteX581" fmla="*/ 65223 w 2076821"/>
              <a:gd name="connsiteY581" fmla="*/ 1709284 h 2390454"/>
              <a:gd name="connsiteX582" fmla="*/ 74616 w 2076821"/>
              <a:gd name="connsiteY582" fmla="*/ 1728478 h 2390454"/>
              <a:gd name="connsiteX583" fmla="*/ 62131 w 2076821"/>
              <a:gd name="connsiteY583" fmla="*/ 1736995 h 2390454"/>
              <a:gd name="connsiteX584" fmla="*/ 56706 w 2076821"/>
              <a:gd name="connsiteY584" fmla="*/ 1718443 h 2390454"/>
              <a:gd name="connsiteX585" fmla="*/ 39729 w 2076821"/>
              <a:gd name="connsiteY585" fmla="*/ 1702984 h 2390454"/>
              <a:gd name="connsiteX586" fmla="*/ 30511 w 2076821"/>
              <a:gd name="connsiteY586" fmla="*/ 1706075 h 2390454"/>
              <a:gd name="connsiteX587" fmla="*/ 32903 w 2076821"/>
              <a:gd name="connsiteY587" fmla="*/ 1716927 h 2390454"/>
              <a:gd name="connsiteX588" fmla="*/ 51980 w 2076821"/>
              <a:gd name="connsiteY588" fmla="*/ 1734662 h 2390454"/>
              <a:gd name="connsiteX589" fmla="*/ 43521 w 2076821"/>
              <a:gd name="connsiteY589" fmla="*/ 1746155 h 2390454"/>
              <a:gd name="connsiteX590" fmla="*/ 51980 w 2076821"/>
              <a:gd name="connsiteY590" fmla="*/ 1754614 h 2390454"/>
              <a:gd name="connsiteX591" fmla="*/ 74558 w 2076821"/>
              <a:gd name="connsiteY591" fmla="*/ 1747788 h 2390454"/>
              <a:gd name="connsiteX592" fmla="*/ 104602 w 2076821"/>
              <a:gd name="connsiteY592" fmla="*/ 1753972 h 2390454"/>
              <a:gd name="connsiteX593" fmla="*/ 123738 w 2076821"/>
              <a:gd name="connsiteY593" fmla="*/ 1766340 h 2390454"/>
              <a:gd name="connsiteX594" fmla="*/ 153199 w 2076821"/>
              <a:gd name="connsiteY594" fmla="*/ 1766340 h 2390454"/>
              <a:gd name="connsiteX595" fmla="*/ 162358 w 2076821"/>
              <a:gd name="connsiteY595" fmla="*/ 1759339 h 2390454"/>
              <a:gd name="connsiteX596" fmla="*/ 177060 w 2076821"/>
              <a:gd name="connsiteY596" fmla="*/ 1759339 h 2390454"/>
              <a:gd name="connsiteX597" fmla="*/ 157866 w 2076821"/>
              <a:gd name="connsiteY597" fmla="*/ 1778766 h 2390454"/>
              <a:gd name="connsiteX598" fmla="*/ 131614 w 2076821"/>
              <a:gd name="connsiteY598" fmla="*/ 1774916 h 2390454"/>
              <a:gd name="connsiteX599" fmla="*/ 121521 w 2076821"/>
              <a:gd name="connsiteY599" fmla="*/ 1780341 h 2390454"/>
              <a:gd name="connsiteX600" fmla="*/ 89843 w 2076821"/>
              <a:gd name="connsiteY600" fmla="*/ 1764065 h 2390454"/>
              <a:gd name="connsiteX601" fmla="*/ 69774 w 2076821"/>
              <a:gd name="connsiteY601" fmla="*/ 1769549 h 2390454"/>
              <a:gd name="connsiteX602" fmla="*/ 60615 w 2076821"/>
              <a:gd name="connsiteY602" fmla="*/ 1765698 h 2390454"/>
              <a:gd name="connsiteX603" fmla="*/ 45271 w 2076821"/>
              <a:gd name="connsiteY603" fmla="*/ 1778766 h 2390454"/>
              <a:gd name="connsiteX604" fmla="*/ 23627 w 2076821"/>
              <a:gd name="connsiteY604" fmla="*/ 1781800 h 2390454"/>
              <a:gd name="connsiteX605" fmla="*/ 21994 w 2076821"/>
              <a:gd name="connsiteY605" fmla="*/ 1790376 h 2390454"/>
              <a:gd name="connsiteX606" fmla="*/ 55189 w 2076821"/>
              <a:gd name="connsiteY606" fmla="*/ 1804961 h 2390454"/>
              <a:gd name="connsiteX607" fmla="*/ 42879 w 2076821"/>
              <a:gd name="connsiteY607" fmla="*/ 1818904 h 2390454"/>
              <a:gd name="connsiteX608" fmla="*/ 59156 w 2076821"/>
              <a:gd name="connsiteY608" fmla="*/ 1821937 h 2390454"/>
              <a:gd name="connsiteX609" fmla="*/ 69890 w 2076821"/>
              <a:gd name="connsiteY609" fmla="*/ 1815053 h 2390454"/>
              <a:gd name="connsiteX610" fmla="*/ 97018 w 2076821"/>
              <a:gd name="connsiteY610" fmla="*/ 1815053 h 2390454"/>
              <a:gd name="connsiteX611" fmla="*/ 76950 w 2076821"/>
              <a:gd name="connsiteY611" fmla="*/ 1828938 h 2390454"/>
              <a:gd name="connsiteX612" fmla="*/ 48422 w 2076821"/>
              <a:gd name="connsiteY612" fmla="*/ 1828938 h 2390454"/>
              <a:gd name="connsiteX613" fmla="*/ 40663 w 2076821"/>
              <a:gd name="connsiteY613" fmla="*/ 1832847 h 2390454"/>
              <a:gd name="connsiteX614" fmla="*/ 32145 w 2076821"/>
              <a:gd name="connsiteY614" fmla="*/ 1830572 h 2390454"/>
              <a:gd name="connsiteX615" fmla="*/ 31328 w 2076821"/>
              <a:gd name="connsiteY615" fmla="*/ 1836639 h 2390454"/>
              <a:gd name="connsiteX616" fmla="*/ 46030 w 2076821"/>
              <a:gd name="connsiteY616" fmla="*/ 1842823 h 2390454"/>
              <a:gd name="connsiteX617" fmla="*/ 56822 w 2076821"/>
              <a:gd name="connsiteY617" fmla="*/ 1842823 h 2390454"/>
              <a:gd name="connsiteX618" fmla="*/ 39846 w 2076821"/>
              <a:gd name="connsiteY618" fmla="*/ 1852857 h 2390454"/>
              <a:gd name="connsiteX619" fmla="*/ 31562 w 2076821"/>
              <a:gd name="connsiteY619" fmla="*/ 1855132 h 2390454"/>
              <a:gd name="connsiteX620" fmla="*/ 33837 w 2076821"/>
              <a:gd name="connsiteY620" fmla="*/ 1864350 h 2390454"/>
              <a:gd name="connsiteX621" fmla="*/ 42996 w 2076821"/>
              <a:gd name="connsiteY621" fmla="*/ 1870942 h 2390454"/>
              <a:gd name="connsiteX622" fmla="*/ 49997 w 2076821"/>
              <a:gd name="connsiteY622" fmla="*/ 1882435 h 2390454"/>
              <a:gd name="connsiteX623" fmla="*/ 73041 w 2076821"/>
              <a:gd name="connsiteY623" fmla="*/ 1881444 h 2390454"/>
              <a:gd name="connsiteX624" fmla="*/ 85409 w 2076821"/>
              <a:gd name="connsiteY624" fmla="*/ 1872459 h 2390454"/>
              <a:gd name="connsiteX625" fmla="*/ 116095 w 2076821"/>
              <a:gd name="connsiteY625" fmla="*/ 1868317 h 2390454"/>
              <a:gd name="connsiteX626" fmla="*/ 136981 w 2076821"/>
              <a:gd name="connsiteY626" fmla="*/ 1873568 h 2390454"/>
              <a:gd name="connsiteX627" fmla="*/ 144682 w 2076821"/>
              <a:gd name="connsiteY627" fmla="*/ 1879052 h 2390454"/>
              <a:gd name="connsiteX628" fmla="*/ 158508 w 2076821"/>
              <a:gd name="connsiteY628" fmla="*/ 1869834 h 2390454"/>
              <a:gd name="connsiteX629" fmla="*/ 158916 w 2076821"/>
              <a:gd name="connsiteY629" fmla="*/ 1856766 h 2390454"/>
              <a:gd name="connsiteX630" fmla="*/ 172801 w 2076821"/>
              <a:gd name="connsiteY630" fmla="*/ 1852915 h 2390454"/>
              <a:gd name="connsiteX631" fmla="*/ 177760 w 2076821"/>
              <a:gd name="connsiteY631" fmla="*/ 1864117 h 2390454"/>
              <a:gd name="connsiteX632" fmla="*/ 192753 w 2076821"/>
              <a:gd name="connsiteY632" fmla="*/ 1864117 h 2390454"/>
              <a:gd name="connsiteX633" fmla="*/ 214689 w 2076821"/>
              <a:gd name="connsiteY633" fmla="*/ 1847898 h 2390454"/>
              <a:gd name="connsiteX634" fmla="*/ 224665 w 2076821"/>
              <a:gd name="connsiteY634" fmla="*/ 1850582 h 2390454"/>
              <a:gd name="connsiteX635" fmla="*/ 220523 w 2076821"/>
              <a:gd name="connsiteY635" fmla="*/ 1859041 h 2390454"/>
              <a:gd name="connsiteX636" fmla="*/ 209788 w 2076821"/>
              <a:gd name="connsiteY636" fmla="*/ 1867034 h 2390454"/>
              <a:gd name="connsiteX637" fmla="*/ 229332 w 2076821"/>
              <a:gd name="connsiteY637" fmla="*/ 1872109 h 2390454"/>
              <a:gd name="connsiteX638" fmla="*/ 238549 w 2076821"/>
              <a:gd name="connsiteY638" fmla="*/ 1862891 h 2390454"/>
              <a:gd name="connsiteX639" fmla="*/ 234699 w 2076821"/>
              <a:gd name="connsiteY639" fmla="*/ 1851749 h 2390454"/>
              <a:gd name="connsiteX640" fmla="*/ 249284 w 2076821"/>
              <a:gd name="connsiteY640" fmla="*/ 1830163 h 2390454"/>
              <a:gd name="connsiteX641" fmla="*/ 245550 w 2076821"/>
              <a:gd name="connsiteY641" fmla="*/ 1846790 h 2390454"/>
              <a:gd name="connsiteX642" fmla="*/ 261243 w 2076821"/>
              <a:gd name="connsiteY642" fmla="*/ 1865167 h 2390454"/>
              <a:gd name="connsiteX643" fmla="*/ 249342 w 2076821"/>
              <a:gd name="connsiteY643" fmla="*/ 1880452 h 2390454"/>
              <a:gd name="connsiteX644" fmla="*/ 222448 w 2076821"/>
              <a:gd name="connsiteY644" fmla="*/ 1887161 h 2390454"/>
              <a:gd name="connsiteX645" fmla="*/ 209380 w 2076821"/>
              <a:gd name="connsiteY645" fmla="*/ 1897137 h 2390454"/>
              <a:gd name="connsiteX646" fmla="*/ 216672 w 2076821"/>
              <a:gd name="connsiteY646" fmla="*/ 1903379 h 2390454"/>
              <a:gd name="connsiteX647" fmla="*/ 207455 w 2076821"/>
              <a:gd name="connsiteY647" fmla="*/ 1918606 h 2390454"/>
              <a:gd name="connsiteX648" fmla="*/ 184527 w 2076821"/>
              <a:gd name="connsiteY648" fmla="*/ 1919481 h 2390454"/>
              <a:gd name="connsiteX649" fmla="*/ 183594 w 2076821"/>
              <a:gd name="connsiteY649" fmla="*/ 1910263 h 2390454"/>
              <a:gd name="connsiteX650" fmla="*/ 195203 w 2076821"/>
              <a:gd name="connsiteY650" fmla="*/ 1900987 h 2390454"/>
              <a:gd name="connsiteX651" fmla="*/ 192461 w 2076821"/>
              <a:gd name="connsiteY651" fmla="*/ 1882494 h 2390454"/>
              <a:gd name="connsiteX652" fmla="*/ 173676 w 2076821"/>
              <a:gd name="connsiteY652" fmla="*/ 1879868 h 2390454"/>
              <a:gd name="connsiteX653" fmla="*/ 152966 w 2076821"/>
              <a:gd name="connsiteY653" fmla="*/ 1900229 h 2390454"/>
              <a:gd name="connsiteX654" fmla="*/ 149874 w 2076821"/>
              <a:gd name="connsiteY654" fmla="*/ 1911021 h 2390454"/>
              <a:gd name="connsiteX655" fmla="*/ 135581 w 2076821"/>
              <a:gd name="connsiteY655" fmla="*/ 1892528 h 2390454"/>
              <a:gd name="connsiteX656" fmla="*/ 118254 w 2076821"/>
              <a:gd name="connsiteY656" fmla="*/ 1888736 h 2390454"/>
              <a:gd name="connsiteX657" fmla="*/ 96318 w 2076821"/>
              <a:gd name="connsiteY657" fmla="*/ 1892528 h 2390454"/>
              <a:gd name="connsiteX658" fmla="*/ 83659 w 2076821"/>
              <a:gd name="connsiteY658" fmla="*/ 1888736 h 2390454"/>
              <a:gd name="connsiteX659" fmla="*/ 58573 w 2076821"/>
              <a:gd name="connsiteY659" fmla="*/ 1900987 h 2390454"/>
              <a:gd name="connsiteX660" fmla="*/ 46321 w 2076821"/>
              <a:gd name="connsiteY660" fmla="*/ 1900987 h 2390454"/>
              <a:gd name="connsiteX661" fmla="*/ 31737 w 2076821"/>
              <a:gd name="connsiteY661" fmla="*/ 1891478 h 2390454"/>
              <a:gd name="connsiteX662" fmla="*/ 26369 w 2076821"/>
              <a:gd name="connsiteY662" fmla="*/ 1893286 h 2390454"/>
              <a:gd name="connsiteX663" fmla="*/ 34420 w 2076821"/>
              <a:gd name="connsiteY663" fmla="*/ 1912188 h 2390454"/>
              <a:gd name="connsiteX664" fmla="*/ 29403 w 2076821"/>
              <a:gd name="connsiteY664" fmla="*/ 1922164 h 2390454"/>
              <a:gd name="connsiteX665" fmla="*/ 38679 w 2076821"/>
              <a:gd name="connsiteY665" fmla="*/ 1930215 h 2390454"/>
              <a:gd name="connsiteX666" fmla="*/ 53322 w 2076821"/>
              <a:gd name="connsiteY666" fmla="*/ 1926773 h 2390454"/>
              <a:gd name="connsiteX667" fmla="*/ 61373 w 2076821"/>
              <a:gd name="connsiteY667" fmla="*/ 1917089 h 2390454"/>
              <a:gd name="connsiteX668" fmla="*/ 72924 w 2076821"/>
              <a:gd name="connsiteY668" fmla="*/ 1917439 h 2390454"/>
              <a:gd name="connsiteX669" fmla="*/ 59915 w 2076821"/>
              <a:gd name="connsiteY669" fmla="*/ 1931674 h 2390454"/>
              <a:gd name="connsiteX670" fmla="*/ 61373 w 2076821"/>
              <a:gd name="connsiteY670" fmla="*/ 1948300 h 2390454"/>
              <a:gd name="connsiteX671" fmla="*/ 53322 w 2076821"/>
              <a:gd name="connsiteY671" fmla="*/ 1955184 h 2390454"/>
              <a:gd name="connsiteX672" fmla="*/ 39029 w 2076821"/>
              <a:gd name="connsiteY672" fmla="*/ 1947075 h 2390454"/>
              <a:gd name="connsiteX673" fmla="*/ 45563 w 2076821"/>
              <a:gd name="connsiteY673" fmla="*/ 1969303 h 2390454"/>
              <a:gd name="connsiteX674" fmla="*/ 57231 w 2076821"/>
              <a:gd name="connsiteY674" fmla="*/ 1979454 h 2390454"/>
              <a:gd name="connsiteX675" fmla="*/ 85642 w 2076821"/>
              <a:gd name="connsiteY675" fmla="*/ 1947892 h 2390454"/>
              <a:gd name="connsiteX676" fmla="*/ 105594 w 2076821"/>
              <a:gd name="connsiteY676" fmla="*/ 1956409 h 2390454"/>
              <a:gd name="connsiteX677" fmla="*/ 97252 w 2076821"/>
              <a:gd name="connsiteY677" fmla="*/ 1964810 h 2390454"/>
              <a:gd name="connsiteX678" fmla="*/ 99585 w 2076821"/>
              <a:gd name="connsiteY678" fmla="*/ 1980912 h 2390454"/>
              <a:gd name="connsiteX679" fmla="*/ 75608 w 2076821"/>
              <a:gd name="connsiteY679" fmla="*/ 1994097 h 2390454"/>
              <a:gd name="connsiteX680" fmla="*/ 79458 w 2076821"/>
              <a:gd name="connsiteY680" fmla="*/ 2001039 h 2390454"/>
              <a:gd name="connsiteX681" fmla="*/ 94101 w 2076821"/>
              <a:gd name="connsiteY681" fmla="*/ 2003314 h 2390454"/>
              <a:gd name="connsiteX682" fmla="*/ 86401 w 2076821"/>
              <a:gd name="connsiteY682" fmla="*/ 2015857 h 2390454"/>
              <a:gd name="connsiteX683" fmla="*/ 97252 w 2076821"/>
              <a:gd name="connsiteY683" fmla="*/ 2031959 h 2390454"/>
              <a:gd name="connsiteX684" fmla="*/ 90193 w 2076821"/>
              <a:gd name="connsiteY684" fmla="*/ 2051328 h 2390454"/>
              <a:gd name="connsiteX685" fmla="*/ 96435 w 2076821"/>
              <a:gd name="connsiteY685" fmla="*/ 2052028 h 2390454"/>
              <a:gd name="connsiteX686" fmla="*/ 111836 w 2076821"/>
              <a:gd name="connsiteY686" fmla="*/ 2028167 h 2390454"/>
              <a:gd name="connsiteX687" fmla="*/ 125838 w 2076821"/>
              <a:gd name="connsiteY687" fmla="*/ 2020466 h 2390454"/>
              <a:gd name="connsiteX688" fmla="*/ 128988 w 2076821"/>
              <a:gd name="connsiteY688" fmla="*/ 2000339 h 2390454"/>
              <a:gd name="connsiteX689" fmla="*/ 166034 w 2076821"/>
              <a:gd name="connsiteY689" fmla="*/ 1984937 h 2390454"/>
              <a:gd name="connsiteX690" fmla="*/ 184527 w 2076821"/>
              <a:gd name="connsiteY690" fmla="*/ 1986571 h 2390454"/>
              <a:gd name="connsiteX691" fmla="*/ 199929 w 2076821"/>
              <a:gd name="connsiteY691" fmla="*/ 1982020 h 2390454"/>
              <a:gd name="connsiteX692" fmla="*/ 188961 w 2076821"/>
              <a:gd name="connsiteY692" fmla="*/ 1988846 h 2390454"/>
              <a:gd name="connsiteX693" fmla="*/ 169709 w 2076821"/>
              <a:gd name="connsiteY693" fmla="*/ 2003489 h 2390454"/>
              <a:gd name="connsiteX694" fmla="*/ 169709 w 2076821"/>
              <a:gd name="connsiteY694" fmla="*/ 2027525 h 2390454"/>
              <a:gd name="connsiteX695" fmla="*/ 175893 w 2076821"/>
              <a:gd name="connsiteY695" fmla="*/ 2042168 h 2390454"/>
              <a:gd name="connsiteX696" fmla="*/ 161308 w 2076821"/>
              <a:gd name="connsiteY696" fmla="*/ 2029859 h 2390454"/>
              <a:gd name="connsiteX697" fmla="*/ 158275 w 2076821"/>
              <a:gd name="connsiteY697" fmla="*/ 2008098 h 2390454"/>
              <a:gd name="connsiteX698" fmla="*/ 147307 w 2076821"/>
              <a:gd name="connsiteY698" fmla="*/ 2007281 h 2390454"/>
              <a:gd name="connsiteX699" fmla="*/ 134180 w 2076821"/>
              <a:gd name="connsiteY699" fmla="*/ 2031259 h 2390454"/>
              <a:gd name="connsiteX700" fmla="*/ 123388 w 2076821"/>
              <a:gd name="connsiteY700" fmla="*/ 2035167 h 2390454"/>
              <a:gd name="connsiteX701" fmla="*/ 141998 w 2076821"/>
              <a:gd name="connsiteY701" fmla="*/ 2042110 h 2390454"/>
              <a:gd name="connsiteX702" fmla="*/ 125721 w 2076821"/>
              <a:gd name="connsiteY702" fmla="*/ 2063812 h 2390454"/>
              <a:gd name="connsiteX703" fmla="*/ 112537 w 2076821"/>
              <a:gd name="connsiteY703" fmla="*/ 2063812 h 2390454"/>
              <a:gd name="connsiteX704" fmla="*/ 106469 w 2076821"/>
              <a:gd name="connsiteY704" fmla="*/ 2077580 h 2390454"/>
              <a:gd name="connsiteX705" fmla="*/ 116445 w 2076821"/>
              <a:gd name="connsiteY705" fmla="*/ 2082189 h 2390454"/>
              <a:gd name="connsiteX706" fmla="*/ 144215 w 2076821"/>
              <a:gd name="connsiteY706" fmla="*/ 2082189 h 2390454"/>
              <a:gd name="connsiteX707" fmla="*/ 151157 w 2076821"/>
              <a:gd name="connsiteY707" fmla="*/ 2093799 h 2390454"/>
              <a:gd name="connsiteX708" fmla="*/ 131147 w 2076821"/>
              <a:gd name="connsiteY708" fmla="*/ 2095316 h 2390454"/>
              <a:gd name="connsiteX709" fmla="*/ 124088 w 2076821"/>
              <a:gd name="connsiteY709" fmla="*/ 2106867 h 2390454"/>
              <a:gd name="connsiteX710" fmla="*/ 122629 w 2076821"/>
              <a:gd name="connsiteY710" fmla="*/ 2120751 h 2390454"/>
              <a:gd name="connsiteX711" fmla="*/ 101044 w 2076821"/>
              <a:gd name="connsiteY711" fmla="*/ 2106108 h 2390454"/>
              <a:gd name="connsiteX712" fmla="*/ 90951 w 2076821"/>
              <a:gd name="connsiteY712" fmla="*/ 2110834 h 2390454"/>
              <a:gd name="connsiteX713" fmla="*/ 87159 w 2076821"/>
              <a:gd name="connsiteY713" fmla="*/ 2127810 h 2390454"/>
              <a:gd name="connsiteX714" fmla="*/ 82492 w 2076821"/>
              <a:gd name="connsiteY714" fmla="*/ 2107683 h 2390454"/>
              <a:gd name="connsiteX715" fmla="*/ 69482 w 2076821"/>
              <a:gd name="connsiteY715" fmla="*/ 2116201 h 2390454"/>
              <a:gd name="connsiteX716" fmla="*/ 51572 w 2076821"/>
              <a:gd name="connsiteY716" fmla="*/ 2140120 h 2390454"/>
              <a:gd name="connsiteX717" fmla="*/ 58514 w 2076821"/>
              <a:gd name="connsiteY717" fmla="*/ 2158497 h 2390454"/>
              <a:gd name="connsiteX718" fmla="*/ 85584 w 2076821"/>
              <a:gd name="connsiteY718" fmla="*/ 2187142 h 2390454"/>
              <a:gd name="connsiteX719" fmla="*/ 90893 w 2076821"/>
              <a:gd name="connsiteY719" fmla="*/ 2170982 h 2390454"/>
              <a:gd name="connsiteX720" fmla="*/ 97893 w 2076821"/>
              <a:gd name="connsiteY720" fmla="*/ 2177107 h 2390454"/>
              <a:gd name="connsiteX721" fmla="*/ 112537 w 2076821"/>
              <a:gd name="connsiteY721" fmla="*/ 2170223 h 2390454"/>
              <a:gd name="connsiteX722" fmla="*/ 108744 w 2076821"/>
              <a:gd name="connsiteY722" fmla="*/ 2161647 h 2390454"/>
              <a:gd name="connsiteX723" fmla="*/ 117262 w 2076821"/>
              <a:gd name="connsiteY723" fmla="*/ 2142395 h 2390454"/>
              <a:gd name="connsiteX724" fmla="*/ 138789 w 2076821"/>
              <a:gd name="connsiteY724" fmla="*/ 2158497 h 2390454"/>
              <a:gd name="connsiteX725" fmla="*/ 128872 w 2076821"/>
              <a:gd name="connsiteY725" fmla="*/ 2164739 h 2390454"/>
              <a:gd name="connsiteX726" fmla="*/ 141064 w 2076821"/>
              <a:gd name="connsiteY726" fmla="*/ 2177807 h 2390454"/>
              <a:gd name="connsiteX727" fmla="*/ 136514 w 2076821"/>
              <a:gd name="connsiteY727" fmla="*/ 2194842 h 2390454"/>
              <a:gd name="connsiteX728" fmla="*/ 123388 w 2076821"/>
              <a:gd name="connsiteY728" fmla="*/ 2204177 h 2390454"/>
              <a:gd name="connsiteX729" fmla="*/ 134997 w 2076821"/>
              <a:gd name="connsiteY729" fmla="*/ 2232705 h 2390454"/>
              <a:gd name="connsiteX730" fmla="*/ 144273 w 2076821"/>
              <a:gd name="connsiteY730" fmla="*/ 2221853 h 2390454"/>
              <a:gd name="connsiteX731" fmla="*/ 168951 w 2076821"/>
              <a:gd name="connsiteY731" fmla="*/ 2214911 h 2390454"/>
              <a:gd name="connsiteX732" fmla="*/ 178985 w 2076821"/>
              <a:gd name="connsiteY732" fmla="*/ 2228738 h 2390454"/>
              <a:gd name="connsiteX733" fmla="*/ 158216 w 2076821"/>
              <a:gd name="connsiteY733" fmla="*/ 2230371 h 2390454"/>
              <a:gd name="connsiteX734" fmla="*/ 148124 w 2076821"/>
              <a:gd name="connsiteY734" fmla="*/ 2238072 h 2390454"/>
              <a:gd name="connsiteX735" fmla="*/ 158858 w 2076821"/>
              <a:gd name="connsiteY735" fmla="*/ 2255049 h 2390454"/>
              <a:gd name="connsiteX736" fmla="*/ 156699 w 2076821"/>
              <a:gd name="connsiteY736" fmla="*/ 2261991 h 2390454"/>
              <a:gd name="connsiteX737" fmla="*/ 120296 w 2076821"/>
              <a:gd name="connsiteY737" fmla="*/ 2235680 h 2390454"/>
              <a:gd name="connsiteX738" fmla="*/ 108044 w 2076821"/>
              <a:gd name="connsiteY738" fmla="*/ 2240405 h 2390454"/>
              <a:gd name="connsiteX739" fmla="*/ 96377 w 2076821"/>
              <a:gd name="connsiteY739" fmla="*/ 2231188 h 2390454"/>
              <a:gd name="connsiteX740" fmla="*/ 80975 w 2076821"/>
              <a:gd name="connsiteY740" fmla="*/ 2231946 h 2390454"/>
              <a:gd name="connsiteX741" fmla="*/ 80975 w 2076821"/>
              <a:gd name="connsiteY741" fmla="*/ 2247406 h 2390454"/>
              <a:gd name="connsiteX742" fmla="*/ 70065 w 2076821"/>
              <a:gd name="connsiteY742" fmla="*/ 2258957 h 2390454"/>
              <a:gd name="connsiteX743" fmla="*/ 95618 w 2076821"/>
              <a:gd name="connsiteY743" fmla="*/ 2302187 h 2390454"/>
              <a:gd name="connsiteX744" fmla="*/ 116445 w 2076821"/>
              <a:gd name="connsiteY744" fmla="*/ 2305979 h 2390454"/>
              <a:gd name="connsiteX745" fmla="*/ 144215 w 2076821"/>
              <a:gd name="connsiteY745" fmla="*/ 2329898 h 2390454"/>
              <a:gd name="connsiteX746" fmla="*/ 182836 w 2076821"/>
              <a:gd name="connsiteY746" fmla="*/ 2344483 h 2390454"/>
              <a:gd name="connsiteX747" fmla="*/ 187444 w 2076821"/>
              <a:gd name="connsiteY747" fmla="*/ 2356851 h 2390454"/>
              <a:gd name="connsiteX748" fmla="*/ 178110 w 2076821"/>
              <a:gd name="connsiteY748" fmla="*/ 2361518 h 2390454"/>
              <a:gd name="connsiteX749" fmla="*/ 192928 w 2076821"/>
              <a:gd name="connsiteY749" fmla="*/ 2375519 h 2390454"/>
              <a:gd name="connsiteX750" fmla="*/ 206288 w 2076821"/>
              <a:gd name="connsiteY750" fmla="*/ 2368810 h 2390454"/>
              <a:gd name="connsiteX751" fmla="*/ 200279 w 2076821"/>
              <a:gd name="connsiteY751" fmla="*/ 2349267 h 2390454"/>
              <a:gd name="connsiteX752" fmla="*/ 212647 w 2076821"/>
              <a:gd name="connsiteY752" fmla="*/ 2348916 h 2390454"/>
              <a:gd name="connsiteX753" fmla="*/ 225365 w 2076821"/>
              <a:gd name="connsiteY753" fmla="*/ 2359243 h 2390454"/>
              <a:gd name="connsiteX754" fmla="*/ 222915 w 2076821"/>
              <a:gd name="connsiteY754" fmla="*/ 2364960 h 2390454"/>
              <a:gd name="connsiteX755" fmla="*/ 243392 w 2076821"/>
              <a:gd name="connsiteY755" fmla="*/ 2390454 h 2390454"/>
              <a:gd name="connsiteX756" fmla="*/ 252609 w 2076821"/>
              <a:gd name="connsiteY756" fmla="*/ 2378961 h 2390454"/>
              <a:gd name="connsiteX757" fmla="*/ 260718 w 2076821"/>
              <a:gd name="connsiteY757" fmla="*/ 2383045 h 2390454"/>
              <a:gd name="connsiteX758" fmla="*/ 277929 w 2076821"/>
              <a:gd name="connsiteY758" fmla="*/ 2375053 h 2390454"/>
              <a:gd name="connsiteX759" fmla="*/ 299106 w 2076821"/>
              <a:gd name="connsiteY759" fmla="*/ 2354692 h 2390454"/>
              <a:gd name="connsiteX760" fmla="*/ 308323 w 2076821"/>
              <a:gd name="connsiteY760" fmla="*/ 2352767 h 2390454"/>
              <a:gd name="connsiteX761" fmla="*/ 316899 w 2076821"/>
              <a:gd name="connsiteY761" fmla="*/ 2343141 h 2390454"/>
              <a:gd name="connsiteX762" fmla="*/ 321333 w 2076821"/>
              <a:gd name="connsiteY762" fmla="*/ 2344308 h 2390454"/>
              <a:gd name="connsiteX763" fmla="*/ 326409 w 2076821"/>
              <a:gd name="connsiteY763" fmla="*/ 2358893 h 2390454"/>
              <a:gd name="connsiteX764" fmla="*/ 338835 w 2076821"/>
              <a:gd name="connsiteY764" fmla="*/ 2360118 h 2390454"/>
              <a:gd name="connsiteX765" fmla="*/ 373663 w 2076821"/>
              <a:gd name="connsiteY765" fmla="*/ 2324822 h 2390454"/>
              <a:gd name="connsiteX766" fmla="*/ 372205 w 2076821"/>
              <a:gd name="connsiteY766" fmla="*/ 2312454 h 2390454"/>
              <a:gd name="connsiteX767" fmla="*/ 356803 w 2076821"/>
              <a:gd name="connsiteY767" fmla="*/ 2293144 h 2390454"/>
              <a:gd name="connsiteX768" fmla="*/ 383698 w 2076821"/>
              <a:gd name="connsiteY768" fmla="*/ 2310121 h 2390454"/>
              <a:gd name="connsiteX769" fmla="*/ 405167 w 2076821"/>
              <a:gd name="connsiteY769" fmla="*/ 2288594 h 2390454"/>
              <a:gd name="connsiteX770" fmla="*/ 399449 w 2076821"/>
              <a:gd name="connsiteY770" fmla="*/ 2281360 h 2390454"/>
              <a:gd name="connsiteX771" fmla="*/ 412109 w 2076821"/>
              <a:gd name="connsiteY771" fmla="*/ 2272434 h 2390454"/>
              <a:gd name="connsiteX772" fmla="*/ 409892 w 2076821"/>
              <a:gd name="connsiteY772" fmla="*/ 2258491 h 2390454"/>
              <a:gd name="connsiteX773" fmla="*/ 425585 w 2076821"/>
              <a:gd name="connsiteY773" fmla="*/ 2248165 h 2390454"/>
              <a:gd name="connsiteX774" fmla="*/ 442562 w 2076821"/>
              <a:gd name="connsiteY774" fmla="*/ 2245014 h 2390454"/>
              <a:gd name="connsiteX775" fmla="*/ 446763 w 2076821"/>
              <a:gd name="connsiteY775" fmla="*/ 2232763 h 2390454"/>
              <a:gd name="connsiteX776" fmla="*/ 430602 w 2076821"/>
              <a:gd name="connsiteY776" fmla="*/ 2212286 h 2390454"/>
              <a:gd name="connsiteX777" fmla="*/ 436436 w 2076821"/>
              <a:gd name="connsiteY777" fmla="*/ 2198868 h 2390454"/>
              <a:gd name="connsiteX778" fmla="*/ 422143 w 2076821"/>
              <a:gd name="connsiteY778" fmla="*/ 2179674 h 2390454"/>
              <a:gd name="connsiteX779" fmla="*/ 404758 w 2076821"/>
              <a:gd name="connsiteY779" fmla="*/ 2166898 h 2390454"/>
              <a:gd name="connsiteX780" fmla="*/ 405633 w 2076821"/>
              <a:gd name="connsiteY780" fmla="*/ 2150038 h 2390454"/>
              <a:gd name="connsiteX781" fmla="*/ 415493 w 2076821"/>
              <a:gd name="connsiteY781" fmla="*/ 2156163 h 2390454"/>
              <a:gd name="connsiteX782" fmla="*/ 434861 w 2076821"/>
              <a:gd name="connsiteY782" fmla="*/ 2177691 h 2390454"/>
              <a:gd name="connsiteX783" fmla="*/ 442562 w 2076821"/>
              <a:gd name="connsiteY783" fmla="*/ 2205752 h 2390454"/>
              <a:gd name="connsiteX784" fmla="*/ 449505 w 2076821"/>
              <a:gd name="connsiteY784" fmla="*/ 2213453 h 2390454"/>
              <a:gd name="connsiteX785" fmla="*/ 461814 w 2076821"/>
              <a:gd name="connsiteY785" fmla="*/ 2215378 h 2390454"/>
              <a:gd name="connsiteX786" fmla="*/ 459014 w 2076821"/>
              <a:gd name="connsiteY786" fmla="*/ 2226637 h 2390454"/>
              <a:gd name="connsiteX787" fmla="*/ 468231 w 2076821"/>
              <a:gd name="connsiteY787" fmla="*/ 2238480 h 2390454"/>
              <a:gd name="connsiteX788" fmla="*/ 487833 w 2076821"/>
              <a:gd name="connsiteY788" fmla="*/ 2229554 h 2390454"/>
              <a:gd name="connsiteX789" fmla="*/ 482758 w 2076821"/>
              <a:gd name="connsiteY789" fmla="*/ 2218761 h 2390454"/>
              <a:gd name="connsiteX790" fmla="*/ 474007 w 2076821"/>
              <a:gd name="connsiteY790" fmla="*/ 2211819 h 2390454"/>
              <a:gd name="connsiteX791" fmla="*/ 480949 w 2076821"/>
              <a:gd name="connsiteY791" fmla="*/ 2199160 h 2390454"/>
              <a:gd name="connsiteX792" fmla="*/ 497518 w 2076821"/>
              <a:gd name="connsiteY792" fmla="*/ 2213803 h 2390454"/>
              <a:gd name="connsiteX793" fmla="*/ 498276 w 2076821"/>
              <a:gd name="connsiteY793" fmla="*/ 2221037 h 2390454"/>
              <a:gd name="connsiteX794" fmla="*/ 523595 w 2076821"/>
              <a:gd name="connsiteY794" fmla="*/ 2197234 h 2390454"/>
              <a:gd name="connsiteX795" fmla="*/ 530071 w 2076821"/>
              <a:gd name="connsiteY795" fmla="*/ 2175299 h 2390454"/>
              <a:gd name="connsiteX796" fmla="*/ 524004 w 2076821"/>
              <a:gd name="connsiteY796" fmla="*/ 2155755 h 2390454"/>
              <a:gd name="connsiteX797" fmla="*/ 510469 w 2076821"/>
              <a:gd name="connsiteY797" fmla="*/ 2149979 h 2390454"/>
              <a:gd name="connsiteX798" fmla="*/ 503643 w 2076821"/>
              <a:gd name="connsiteY798" fmla="*/ 2138837 h 2390454"/>
              <a:gd name="connsiteX799" fmla="*/ 512861 w 2076821"/>
              <a:gd name="connsiteY799" fmla="*/ 2132711 h 2390454"/>
              <a:gd name="connsiteX800" fmla="*/ 514436 w 2076821"/>
              <a:gd name="connsiteY800" fmla="*/ 2123785 h 2390454"/>
              <a:gd name="connsiteX801" fmla="*/ 524354 w 2076821"/>
              <a:gd name="connsiteY801" fmla="*/ 2122618 h 2390454"/>
              <a:gd name="connsiteX802" fmla="*/ 531938 w 2076821"/>
              <a:gd name="connsiteY802" fmla="*/ 2113809 h 2390454"/>
              <a:gd name="connsiteX803" fmla="*/ 521729 w 2076821"/>
              <a:gd name="connsiteY803" fmla="*/ 2101500 h 2390454"/>
              <a:gd name="connsiteX804" fmla="*/ 522429 w 2076821"/>
              <a:gd name="connsiteY804" fmla="*/ 2082656 h 2390454"/>
              <a:gd name="connsiteX805" fmla="*/ 537714 w 2076821"/>
              <a:gd name="connsiteY805" fmla="*/ 2071163 h 2390454"/>
              <a:gd name="connsiteX806" fmla="*/ 552007 w 2076821"/>
              <a:gd name="connsiteY806" fmla="*/ 2085223 h 2390454"/>
              <a:gd name="connsiteX807" fmla="*/ 540456 w 2076821"/>
              <a:gd name="connsiteY807" fmla="*/ 2103775 h 2390454"/>
              <a:gd name="connsiteX808" fmla="*/ 544306 w 2076821"/>
              <a:gd name="connsiteY808" fmla="*/ 2127985 h 2390454"/>
              <a:gd name="connsiteX809" fmla="*/ 540105 w 2076821"/>
              <a:gd name="connsiteY809" fmla="*/ 2144554 h 2390454"/>
              <a:gd name="connsiteX810" fmla="*/ 551715 w 2076821"/>
              <a:gd name="connsiteY810" fmla="*/ 2163047 h 2390454"/>
              <a:gd name="connsiteX811" fmla="*/ 554690 w 2076821"/>
              <a:gd name="connsiteY811" fmla="*/ 2176524 h 2390454"/>
              <a:gd name="connsiteX812" fmla="*/ 575868 w 2076821"/>
              <a:gd name="connsiteY812" fmla="*/ 2198343 h 2390454"/>
              <a:gd name="connsiteX813" fmla="*/ 600137 w 2076821"/>
              <a:gd name="connsiteY813" fmla="*/ 2196184 h 2390454"/>
              <a:gd name="connsiteX814" fmla="*/ 610171 w 2076821"/>
              <a:gd name="connsiteY814" fmla="*/ 2204585 h 2390454"/>
              <a:gd name="connsiteX815" fmla="*/ 604045 w 2076821"/>
              <a:gd name="connsiteY815" fmla="*/ 2212519 h 2390454"/>
              <a:gd name="connsiteX816" fmla="*/ 616647 w 2076821"/>
              <a:gd name="connsiteY816" fmla="*/ 2221037 h 2390454"/>
              <a:gd name="connsiteX817" fmla="*/ 628198 w 2076821"/>
              <a:gd name="connsiteY817" fmla="*/ 2241631 h 2390454"/>
              <a:gd name="connsiteX818" fmla="*/ 639341 w 2076821"/>
              <a:gd name="connsiteY818" fmla="*/ 2221037 h 2390454"/>
              <a:gd name="connsiteX819" fmla="*/ 635024 w 2076821"/>
              <a:gd name="connsiteY819" fmla="*/ 2157855 h 2390454"/>
              <a:gd name="connsiteX820" fmla="*/ 619564 w 2076821"/>
              <a:gd name="connsiteY820" fmla="*/ 2130552 h 2390454"/>
              <a:gd name="connsiteX821" fmla="*/ 627673 w 2076821"/>
              <a:gd name="connsiteY821" fmla="*/ 2112992 h 2390454"/>
              <a:gd name="connsiteX822" fmla="*/ 641674 w 2076821"/>
              <a:gd name="connsiteY822" fmla="*/ 2105642 h 2390454"/>
              <a:gd name="connsiteX823" fmla="*/ 631407 w 2076821"/>
              <a:gd name="connsiteY823" fmla="*/ 2084989 h 2390454"/>
              <a:gd name="connsiteX824" fmla="*/ 637940 w 2076821"/>
              <a:gd name="connsiteY824" fmla="*/ 2073205 h 2390454"/>
              <a:gd name="connsiteX825" fmla="*/ 669502 w 2076821"/>
              <a:gd name="connsiteY825" fmla="*/ 2070346 h 2390454"/>
              <a:gd name="connsiteX826" fmla="*/ 678370 w 2076821"/>
              <a:gd name="connsiteY826" fmla="*/ 2054828 h 2390454"/>
              <a:gd name="connsiteX827" fmla="*/ 676911 w 2076821"/>
              <a:gd name="connsiteY827" fmla="*/ 2033476 h 2390454"/>
              <a:gd name="connsiteX828" fmla="*/ 691671 w 2076821"/>
              <a:gd name="connsiteY828" fmla="*/ 2001973 h 2390454"/>
              <a:gd name="connsiteX829" fmla="*/ 676911 w 2076821"/>
              <a:gd name="connsiteY829" fmla="*/ 1981379 h 2390454"/>
              <a:gd name="connsiteX830" fmla="*/ 669502 w 2076821"/>
              <a:gd name="connsiteY830" fmla="*/ 1934999 h 2390454"/>
              <a:gd name="connsiteX831" fmla="*/ 650483 w 2076821"/>
              <a:gd name="connsiteY831" fmla="*/ 1897545 h 2390454"/>
              <a:gd name="connsiteX832" fmla="*/ 651942 w 2076821"/>
              <a:gd name="connsiteY832" fmla="*/ 1880685 h 2390454"/>
              <a:gd name="connsiteX833" fmla="*/ 698263 w 2076821"/>
              <a:gd name="connsiteY833" fmla="*/ 1865225 h 2390454"/>
              <a:gd name="connsiteX834" fmla="*/ 699022 w 2076821"/>
              <a:gd name="connsiteY834" fmla="*/ 1832088 h 2390454"/>
              <a:gd name="connsiteX835" fmla="*/ 708589 w 2076821"/>
              <a:gd name="connsiteY835" fmla="*/ 1809336 h 2390454"/>
              <a:gd name="connsiteX836" fmla="*/ 673294 w 2076821"/>
              <a:gd name="connsiteY836" fmla="*/ 1770424 h 2390454"/>
              <a:gd name="connsiteX837" fmla="*/ 643833 w 2076821"/>
              <a:gd name="connsiteY837" fmla="*/ 1755664 h 2390454"/>
              <a:gd name="connsiteX838" fmla="*/ 642316 w 2076821"/>
              <a:gd name="connsiteY838" fmla="*/ 1717510 h 2390454"/>
              <a:gd name="connsiteX839" fmla="*/ 649025 w 2076821"/>
              <a:gd name="connsiteY839" fmla="*/ 1679939 h 2390454"/>
              <a:gd name="connsiteX840" fmla="*/ 643833 w 2076821"/>
              <a:gd name="connsiteY840" fmla="*/ 1638752 h 2390454"/>
              <a:gd name="connsiteX841" fmla="*/ 632690 w 2076821"/>
              <a:gd name="connsiteY841" fmla="*/ 1610807 h 2390454"/>
              <a:gd name="connsiteX842" fmla="*/ 641674 w 2076821"/>
              <a:gd name="connsiteY842" fmla="*/ 1579129 h 2390454"/>
              <a:gd name="connsiteX843" fmla="*/ 635665 w 2076821"/>
              <a:gd name="connsiteY843" fmla="*/ 1525574 h 2390454"/>
              <a:gd name="connsiteX844" fmla="*/ 626156 w 2076821"/>
              <a:gd name="connsiteY844" fmla="*/ 1473302 h 2390454"/>
              <a:gd name="connsiteX845" fmla="*/ 633507 w 2076821"/>
              <a:gd name="connsiteY845" fmla="*/ 1427680 h 2390454"/>
              <a:gd name="connsiteX846" fmla="*/ 656259 w 2076821"/>
              <a:gd name="connsiteY846" fmla="*/ 1387309 h 2390454"/>
              <a:gd name="connsiteX847" fmla="*/ 678311 w 2076821"/>
              <a:gd name="connsiteY847" fmla="*/ 1374125 h 2390454"/>
              <a:gd name="connsiteX848" fmla="*/ 705556 w 2076821"/>
              <a:gd name="connsiteY848" fmla="*/ 1379842 h 2390454"/>
              <a:gd name="connsiteX849" fmla="*/ 740151 w 2076821"/>
              <a:gd name="connsiteY849" fmla="*/ 1382059 h 2390454"/>
              <a:gd name="connsiteX850" fmla="*/ 757769 w 2076821"/>
              <a:gd name="connsiteY850" fmla="*/ 1357906 h 2390454"/>
              <a:gd name="connsiteX851" fmla="*/ 754736 w 2076821"/>
              <a:gd name="connsiteY851" fmla="*/ 1319694 h 2390454"/>
              <a:gd name="connsiteX852" fmla="*/ 745227 w 2076821"/>
              <a:gd name="connsiteY852" fmla="*/ 1304176 h 2390454"/>
              <a:gd name="connsiteX853" fmla="*/ 746685 w 2076821"/>
              <a:gd name="connsiteY853" fmla="*/ 1279207 h 2390454"/>
              <a:gd name="connsiteX854" fmla="*/ 781222 w 2076821"/>
              <a:gd name="connsiteY854" fmla="*/ 1194731 h 2390454"/>
              <a:gd name="connsiteX855" fmla="*/ 782680 w 2076821"/>
              <a:gd name="connsiteY855" fmla="*/ 1146135 h 2390454"/>
              <a:gd name="connsiteX856" fmla="*/ 792890 w 2076821"/>
              <a:gd name="connsiteY856" fmla="*/ 1099871 h 2390454"/>
              <a:gd name="connsiteX857" fmla="*/ 803216 w 2076821"/>
              <a:gd name="connsiteY857" fmla="*/ 1074202 h 2390454"/>
              <a:gd name="connsiteX858" fmla="*/ 802516 w 2076821"/>
              <a:gd name="connsiteY858" fmla="*/ 1044682 h 2390454"/>
              <a:gd name="connsiteX859" fmla="*/ 787873 w 2076821"/>
              <a:gd name="connsiteY859" fmla="*/ 1030098 h 2390454"/>
              <a:gd name="connsiteX860" fmla="*/ 788514 w 2076821"/>
              <a:gd name="connsiteY860" fmla="*/ 1009445 h 2390454"/>
              <a:gd name="connsiteX861" fmla="*/ 820893 w 2076821"/>
              <a:gd name="connsiteY861" fmla="*/ 990544 h 2390454"/>
              <a:gd name="connsiteX862" fmla="*/ 855371 w 2076821"/>
              <a:gd name="connsiteY862" fmla="*/ 982959 h 2390454"/>
              <a:gd name="connsiteX863" fmla="*/ 871531 w 2076821"/>
              <a:gd name="connsiteY863" fmla="*/ 969075 h 2390454"/>
              <a:gd name="connsiteX864" fmla="*/ 873048 w 2076821"/>
              <a:gd name="connsiteY864" fmla="*/ 948539 h 2390454"/>
              <a:gd name="connsiteX865" fmla="*/ 900934 w 2076821"/>
              <a:gd name="connsiteY865" fmla="*/ 899301 h 2390454"/>
              <a:gd name="connsiteX866" fmla="*/ 929637 w 2076821"/>
              <a:gd name="connsiteY866" fmla="*/ 859572 h 2390454"/>
              <a:gd name="connsiteX867" fmla="*/ 939263 w 2076821"/>
              <a:gd name="connsiteY867" fmla="*/ 836119 h 2390454"/>
              <a:gd name="connsiteX868" fmla="*/ 928179 w 2076821"/>
              <a:gd name="connsiteY868" fmla="*/ 805900 h 2390454"/>
              <a:gd name="connsiteX869" fmla="*/ 916453 w 2076821"/>
              <a:gd name="connsiteY869" fmla="*/ 792657 h 2390454"/>
              <a:gd name="connsiteX870" fmla="*/ 915752 w 2076821"/>
              <a:gd name="connsiteY870" fmla="*/ 745635 h 2390454"/>
              <a:gd name="connsiteX871" fmla="*/ 928879 w 2076821"/>
              <a:gd name="connsiteY871" fmla="*/ 738926 h 2390454"/>
              <a:gd name="connsiteX872" fmla="*/ 941480 w 2076821"/>
              <a:gd name="connsiteY872" fmla="*/ 722066 h 2390454"/>
              <a:gd name="connsiteX873" fmla="*/ 947372 w 2076821"/>
              <a:gd name="connsiteY873" fmla="*/ 697038 h 2390454"/>
              <a:gd name="connsiteX874" fmla="*/ 961257 w 2076821"/>
              <a:gd name="connsiteY874" fmla="*/ 689746 h 2390454"/>
              <a:gd name="connsiteX875" fmla="*/ 976659 w 2076821"/>
              <a:gd name="connsiteY875" fmla="*/ 655909 h 2390454"/>
              <a:gd name="connsiteX876" fmla="*/ 997836 w 2076821"/>
              <a:gd name="connsiteY876" fmla="*/ 639691 h 2390454"/>
              <a:gd name="connsiteX877" fmla="*/ 1020705 w 2076821"/>
              <a:gd name="connsiteY877" fmla="*/ 650075 h 2390454"/>
              <a:gd name="connsiteX878" fmla="*/ 1030272 w 2076821"/>
              <a:gd name="connsiteY878" fmla="*/ 661043 h 2390454"/>
              <a:gd name="connsiteX879" fmla="*/ 1043399 w 2076821"/>
              <a:gd name="connsiteY879" fmla="*/ 658768 h 2390454"/>
              <a:gd name="connsiteX880" fmla="*/ 1058859 w 2076821"/>
              <a:gd name="connsiteY880" fmla="*/ 644941 h 2390454"/>
              <a:gd name="connsiteX881" fmla="*/ 1046491 w 2076821"/>
              <a:gd name="connsiteY881" fmla="*/ 623531 h 2390454"/>
              <a:gd name="connsiteX882" fmla="*/ 1058217 w 2076821"/>
              <a:gd name="connsiteY882" fmla="*/ 612563 h 2390454"/>
              <a:gd name="connsiteX883" fmla="*/ 1058217 w 2076821"/>
              <a:gd name="connsiteY883" fmla="*/ 601420 h 2390454"/>
              <a:gd name="connsiteX884" fmla="*/ 1063351 w 2076821"/>
              <a:gd name="connsiteY884" fmla="*/ 590452 h 2390454"/>
              <a:gd name="connsiteX885" fmla="*/ 1047133 w 2076821"/>
              <a:gd name="connsiteY885" fmla="*/ 564725 h 2390454"/>
              <a:gd name="connsiteX886" fmla="*/ 1057459 w 2076821"/>
              <a:gd name="connsiteY886" fmla="*/ 558132 h 2390454"/>
              <a:gd name="connsiteX887" fmla="*/ 1086745 w 2076821"/>
              <a:gd name="connsiteY887" fmla="*/ 558832 h 2390454"/>
              <a:gd name="connsiteX888" fmla="*/ 1108914 w 2076821"/>
              <a:gd name="connsiteY888" fmla="*/ 547048 h 2390454"/>
              <a:gd name="connsiteX889" fmla="*/ 1142751 w 2076821"/>
              <a:gd name="connsiteY889" fmla="*/ 555915 h 2390454"/>
              <a:gd name="connsiteX890" fmla="*/ 1163228 w 2076821"/>
              <a:gd name="connsiteY890" fmla="*/ 569859 h 2390454"/>
              <a:gd name="connsiteX891" fmla="*/ 1186797 w 2076821"/>
              <a:gd name="connsiteY891" fmla="*/ 572134 h 2390454"/>
              <a:gd name="connsiteX892" fmla="*/ 1199982 w 2076821"/>
              <a:gd name="connsiteY892" fmla="*/ 583218 h 2390454"/>
              <a:gd name="connsiteX893" fmla="*/ 1210366 w 2076821"/>
              <a:gd name="connsiteY893" fmla="*/ 579426 h 2390454"/>
              <a:gd name="connsiteX894" fmla="*/ 1219875 w 2076821"/>
              <a:gd name="connsiteY894" fmla="*/ 585377 h 2390454"/>
              <a:gd name="connsiteX895" fmla="*/ 1219875 w 2076821"/>
              <a:gd name="connsiteY895" fmla="*/ 560408 h 2390454"/>
              <a:gd name="connsiteX896" fmla="*/ 1208849 w 2076821"/>
              <a:gd name="connsiteY896" fmla="*/ 544248 h 2390454"/>
              <a:gd name="connsiteX897" fmla="*/ 1211824 w 2076821"/>
              <a:gd name="connsiteY897" fmla="*/ 512511 h 2390454"/>
              <a:gd name="connsiteX898" fmla="*/ 1227926 w 2076821"/>
              <a:gd name="connsiteY898" fmla="*/ 503818 h 2390454"/>
              <a:gd name="connsiteX899" fmla="*/ 1222792 w 2076821"/>
              <a:gd name="connsiteY899" fmla="*/ 482408 h 2390454"/>
              <a:gd name="connsiteX900" fmla="*/ 1206632 w 2076821"/>
              <a:gd name="connsiteY900" fmla="*/ 473657 h 2390454"/>
              <a:gd name="connsiteX901" fmla="*/ 1205290 w 2076821"/>
              <a:gd name="connsiteY901" fmla="*/ 453005 h 2390454"/>
              <a:gd name="connsiteX902" fmla="*/ 1228743 w 2076821"/>
              <a:gd name="connsiteY902" fmla="*/ 460356 h 2390454"/>
              <a:gd name="connsiteX903" fmla="*/ 1251437 w 2076821"/>
              <a:gd name="connsiteY903" fmla="*/ 455922 h 2390454"/>
              <a:gd name="connsiteX904" fmla="*/ 1259079 w 2076821"/>
              <a:gd name="connsiteY904" fmla="*/ 452305 h 2390454"/>
              <a:gd name="connsiteX905" fmla="*/ 1259079 w 2076821"/>
              <a:gd name="connsiteY905" fmla="*/ 452130 h 2390454"/>
              <a:gd name="connsiteX906" fmla="*/ 1263221 w 2076821"/>
              <a:gd name="connsiteY906" fmla="*/ 445888 h 2390454"/>
              <a:gd name="connsiteX907" fmla="*/ 1271914 w 2076821"/>
              <a:gd name="connsiteY907" fmla="*/ 450205 h 2390454"/>
              <a:gd name="connsiteX908" fmla="*/ 1278798 w 2076821"/>
              <a:gd name="connsiteY908" fmla="*/ 445537 h 2390454"/>
              <a:gd name="connsiteX909" fmla="*/ 1272847 w 2076821"/>
              <a:gd name="connsiteY909" fmla="*/ 430311 h 2390454"/>
              <a:gd name="connsiteX910" fmla="*/ 1276581 w 2076821"/>
              <a:gd name="connsiteY910" fmla="*/ 412576 h 2390454"/>
              <a:gd name="connsiteX911" fmla="*/ 1290582 w 2076821"/>
              <a:gd name="connsiteY911" fmla="*/ 400733 h 2390454"/>
              <a:gd name="connsiteX912" fmla="*/ 1309543 w 2076821"/>
              <a:gd name="connsiteY912" fmla="*/ 403883 h 2390454"/>
              <a:gd name="connsiteX913" fmla="*/ 1325119 w 2076821"/>
              <a:gd name="connsiteY913" fmla="*/ 426694 h 2390454"/>
              <a:gd name="connsiteX914" fmla="*/ 1368524 w 2076821"/>
              <a:gd name="connsiteY914" fmla="*/ 461872 h 2390454"/>
              <a:gd name="connsiteX915" fmla="*/ 1376575 w 2076821"/>
              <a:gd name="connsiteY915" fmla="*/ 483225 h 2390454"/>
              <a:gd name="connsiteX916" fmla="*/ 1392735 w 2076821"/>
              <a:gd name="connsiteY916" fmla="*/ 505335 h 2390454"/>
              <a:gd name="connsiteX917" fmla="*/ 1421438 w 2076821"/>
              <a:gd name="connsiteY917" fmla="*/ 517061 h 2390454"/>
              <a:gd name="connsiteX918" fmla="*/ 1469101 w 2076821"/>
              <a:gd name="connsiteY918" fmla="*/ 518578 h 2390454"/>
              <a:gd name="connsiteX919" fmla="*/ 1494070 w 2076821"/>
              <a:gd name="connsiteY919" fmla="*/ 494251 h 2390454"/>
              <a:gd name="connsiteX920" fmla="*/ 1508130 w 2076821"/>
              <a:gd name="connsiteY920" fmla="*/ 479549 h 2390454"/>
              <a:gd name="connsiteX921" fmla="*/ 1529482 w 2076821"/>
              <a:gd name="connsiteY921" fmla="*/ 480249 h 2390454"/>
              <a:gd name="connsiteX922" fmla="*/ 1563319 w 2076821"/>
              <a:gd name="connsiteY922" fmla="*/ 503877 h 2390454"/>
              <a:gd name="connsiteX923" fmla="*/ 1586071 w 2076821"/>
              <a:gd name="connsiteY923" fmla="*/ 507435 h 2390454"/>
              <a:gd name="connsiteX924" fmla="*/ 1597797 w 2076821"/>
              <a:gd name="connsiteY924" fmla="*/ 485442 h 2390454"/>
              <a:gd name="connsiteX925" fmla="*/ 1611041 w 2076821"/>
              <a:gd name="connsiteY925" fmla="*/ 478149 h 2390454"/>
              <a:gd name="connsiteX926" fmla="*/ 1627142 w 2076821"/>
              <a:gd name="connsiteY926" fmla="*/ 462689 h 2390454"/>
              <a:gd name="connsiteX927" fmla="*/ 1644819 w 2076821"/>
              <a:gd name="connsiteY927" fmla="*/ 464148 h 2390454"/>
              <a:gd name="connsiteX928" fmla="*/ 1662321 w 2076821"/>
              <a:gd name="connsiteY928" fmla="*/ 452305 h 2390454"/>
              <a:gd name="connsiteX929" fmla="*/ 1669671 w 2076821"/>
              <a:gd name="connsiteY929" fmla="*/ 438945 h 2390454"/>
              <a:gd name="connsiteX930" fmla="*/ 1662321 w 2076821"/>
              <a:gd name="connsiteY930" fmla="*/ 421443 h 2390454"/>
              <a:gd name="connsiteX931" fmla="*/ 1652928 w 2076821"/>
              <a:gd name="connsiteY931" fmla="*/ 390523 h 2390454"/>
              <a:gd name="connsiteX932" fmla="*/ 1658004 w 2076821"/>
              <a:gd name="connsiteY932" fmla="*/ 338368 h 2390454"/>
              <a:gd name="connsiteX933" fmla="*/ 1664654 w 2076821"/>
              <a:gd name="connsiteY933" fmla="*/ 322150 h 2390454"/>
              <a:gd name="connsiteX934" fmla="*/ 1655028 w 2076821"/>
              <a:gd name="connsiteY934" fmla="*/ 306690 h 2390454"/>
              <a:gd name="connsiteX935" fmla="*/ 1666813 w 2076821"/>
              <a:gd name="connsiteY935" fmla="*/ 299456 h 2390454"/>
              <a:gd name="connsiteX936" fmla="*/ 1682973 w 2076821"/>
              <a:gd name="connsiteY936" fmla="*/ 277345 h 2390454"/>
              <a:gd name="connsiteX937" fmla="*/ 1681398 w 2076821"/>
              <a:gd name="connsiteY937" fmla="*/ 265619 h 2390454"/>
              <a:gd name="connsiteX938" fmla="*/ 1702808 w 2076821"/>
              <a:gd name="connsiteY938" fmla="*/ 256051 h 2390454"/>
              <a:gd name="connsiteX939" fmla="*/ 1729236 w 2076821"/>
              <a:gd name="connsiteY939" fmla="*/ 261127 h 2390454"/>
              <a:gd name="connsiteX940" fmla="*/ 1744696 w 2076821"/>
              <a:gd name="connsiteY940" fmla="*/ 257510 h 2390454"/>
              <a:gd name="connsiteX941" fmla="*/ 1743179 w 2076821"/>
              <a:gd name="connsiteY941" fmla="*/ 248701 h 2390454"/>
              <a:gd name="connsiteX942" fmla="*/ 1760097 w 2076821"/>
              <a:gd name="connsiteY942" fmla="*/ 230324 h 2390454"/>
              <a:gd name="connsiteX943" fmla="*/ 1803560 w 2076821"/>
              <a:gd name="connsiteY943" fmla="*/ 229565 h 2390454"/>
              <a:gd name="connsiteX944" fmla="*/ 1822579 w 2076821"/>
              <a:gd name="connsiteY944" fmla="*/ 242808 h 2390454"/>
              <a:gd name="connsiteX945" fmla="*/ 1847431 w 2076821"/>
              <a:gd name="connsiteY945" fmla="*/ 274195 h 2390454"/>
              <a:gd name="connsiteX946" fmla="*/ 1861783 w 2076821"/>
              <a:gd name="connsiteY946" fmla="*/ 289013 h 2390454"/>
              <a:gd name="connsiteX947" fmla="*/ 1883835 w 2076821"/>
              <a:gd name="connsiteY947" fmla="*/ 297122 h 2390454"/>
              <a:gd name="connsiteX948" fmla="*/ 1917789 w 2076821"/>
              <a:gd name="connsiteY948" fmla="*/ 300681 h 2390454"/>
              <a:gd name="connsiteX949" fmla="*/ 1923739 w 2076821"/>
              <a:gd name="connsiteY949" fmla="*/ 317249 h 2390454"/>
              <a:gd name="connsiteX950" fmla="*/ 1943866 w 2076821"/>
              <a:gd name="connsiteY950" fmla="*/ 338660 h 2390454"/>
              <a:gd name="connsiteX951" fmla="*/ 1940599 w 2076821"/>
              <a:gd name="connsiteY951" fmla="*/ 359662 h 2390454"/>
              <a:gd name="connsiteX952" fmla="*/ 1922631 w 2076821"/>
              <a:gd name="connsiteY952" fmla="*/ 388190 h 2390454"/>
              <a:gd name="connsiteX953" fmla="*/ 1926014 w 2076821"/>
              <a:gd name="connsiteY953" fmla="*/ 429669 h 2390454"/>
              <a:gd name="connsiteX954" fmla="*/ 91709 w 2076821"/>
              <a:gd name="connsiteY954" fmla="*/ 2198459 h 2390454"/>
              <a:gd name="connsiteX955" fmla="*/ 105011 w 2076821"/>
              <a:gd name="connsiteY955" fmla="*/ 2211702 h 2390454"/>
              <a:gd name="connsiteX956" fmla="*/ 89084 w 2076821"/>
              <a:gd name="connsiteY956" fmla="*/ 2217361 h 2390454"/>
              <a:gd name="connsiteX957" fmla="*/ 91709 w 2076821"/>
              <a:gd name="connsiteY957" fmla="*/ 2198459 h 2390454"/>
              <a:gd name="connsiteX958" fmla="*/ 45621 w 2076821"/>
              <a:gd name="connsiteY958" fmla="*/ 2084698 h 2390454"/>
              <a:gd name="connsiteX959" fmla="*/ 57348 w 2076821"/>
              <a:gd name="connsiteY959" fmla="*/ 2081022 h 2390454"/>
              <a:gd name="connsiteX960" fmla="*/ 68374 w 2076821"/>
              <a:gd name="connsiteY960" fmla="*/ 2092807 h 2390454"/>
              <a:gd name="connsiteX961" fmla="*/ 60965 w 2076821"/>
              <a:gd name="connsiteY961" fmla="*/ 2107567 h 2390454"/>
              <a:gd name="connsiteX962" fmla="*/ 45621 w 2076821"/>
              <a:gd name="connsiteY962" fmla="*/ 2084698 h 2390454"/>
              <a:gd name="connsiteX963" fmla="*/ 80858 w 2076821"/>
              <a:gd name="connsiteY963" fmla="*/ 2045027 h 2390454"/>
              <a:gd name="connsiteX964" fmla="*/ 80100 w 2076821"/>
              <a:gd name="connsiteY964" fmla="*/ 2061245 h 2390454"/>
              <a:gd name="connsiteX965" fmla="*/ 71932 w 2076821"/>
              <a:gd name="connsiteY965" fmla="*/ 2063404 h 2390454"/>
              <a:gd name="connsiteX966" fmla="*/ 80858 w 2076821"/>
              <a:gd name="connsiteY966" fmla="*/ 2045027 h 2390454"/>
              <a:gd name="connsiteX967" fmla="*/ 63123 w 2076821"/>
              <a:gd name="connsiteY967" fmla="*/ 2035518 h 2390454"/>
              <a:gd name="connsiteX968" fmla="*/ 60206 w 2076821"/>
              <a:gd name="connsiteY968" fmla="*/ 2053078 h 2390454"/>
              <a:gd name="connsiteX969" fmla="*/ 44805 w 2076821"/>
              <a:gd name="connsiteY969" fmla="*/ 2050278 h 2390454"/>
              <a:gd name="connsiteX970" fmla="*/ 63181 w 2076821"/>
              <a:gd name="connsiteY970" fmla="*/ 2035518 h 2390454"/>
              <a:gd name="connsiteX971" fmla="*/ 27828 w 2076821"/>
              <a:gd name="connsiteY971" fmla="*/ 1958276 h 2390454"/>
              <a:gd name="connsiteX972" fmla="*/ 12485 w 2076821"/>
              <a:gd name="connsiteY972" fmla="*/ 1948009 h 2390454"/>
              <a:gd name="connsiteX973" fmla="*/ 27303 w 2076821"/>
              <a:gd name="connsiteY973" fmla="*/ 1935582 h 2390454"/>
              <a:gd name="connsiteX974" fmla="*/ 27886 w 2076821"/>
              <a:gd name="connsiteY974" fmla="*/ 1958276 h 2390454"/>
              <a:gd name="connsiteX975" fmla="*/ 20710 w 2076821"/>
              <a:gd name="connsiteY975" fmla="*/ 1973853 h 2390454"/>
              <a:gd name="connsiteX976" fmla="*/ 35237 w 2076821"/>
              <a:gd name="connsiteY976" fmla="*/ 1974611 h 2390454"/>
              <a:gd name="connsiteX977" fmla="*/ 27828 w 2076821"/>
              <a:gd name="connsiteY977" fmla="*/ 1983304 h 2390454"/>
              <a:gd name="connsiteX978" fmla="*/ 20710 w 2076821"/>
              <a:gd name="connsiteY978" fmla="*/ 1973853 h 2390454"/>
              <a:gd name="connsiteX979" fmla="*/ 58106 w 2076821"/>
              <a:gd name="connsiteY979" fmla="*/ 1992813 h 2390454"/>
              <a:gd name="connsiteX980" fmla="*/ 73332 w 2076821"/>
              <a:gd name="connsiteY980" fmla="*/ 2012649 h 2390454"/>
              <a:gd name="connsiteX981" fmla="*/ 66915 w 2076821"/>
              <a:gd name="connsiteY981" fmla="*/ 2031667 h 2390454"/>
              <a:gd name="connsiteX982" fmla="*/ 58106 w 2076821"/>
              <a:gd name="connsiteY982" fmla="*/ 1992813 h 2390454"/>
              <a:gd name="connsiteX983" fmla="*/ 30103 w 2076821"/>
              <a:gd name="connsiteY983" fmla="*/ 2018599 h 2390454"/>
              <a:gd name="connsiteX984" fmla="*/ 16860 w 2076821"/>
              <a:gd name="connsiteY984" fmla="*/ 2002498 h 2390454"/>
              <a:gd name="connsiteX985" fmla="*/ 36054 w 2076821"/>
              <a:gd name="connsiteY985" fmla="*/ 1996547 h 2390454"/>
              <a:gd name="connsiteX986" fmla="*/ 30103 w 2076821"/>
              <a:gd name="connsiteY986" fmla="*/ 2018599 h 2390454"/>
              <a:gd name="connsiteX987" fmla="*/ 16802 w 2076821"/>
              <a:gd name="connsiteY987" fmla="*/ 1900170 h 2390454"/>
              <a:gd name="connsiteX988" fmla="*/ 0 w 2076821"/>
              <a:gd name="connsiteY988" fmla="*/ 1913413 h 2390454"/>
              <a:gd name="connsiteX989" fmla="*/ 10268 w 2076821"/>
              <a:gd name="connsiteY989" fmla="*/ 1920064 h 2390454"/>
              <a:gd name="connsiteX990" fmla="*/ 20652 w 2076821"/>
              <a:gd name="connsiteY990" fmla="*/ 1909796 h 2390454"/>
              <a:gd name="connsiteX991" fmla="*/ 16802 w 2076821"/>
              <a:gd name="connsiteY991" fmla="*/ 1900170 h 2390454"/>
              <a:gd name="connsiteX992" fmla="*/ 9509 w 2076821"/>
              <a:gd name="connsiteY992" fmla="*/ 1757764 h 2390454"/>
              <a:gd name="connsiteX993" fmla="*/ 33078 w 2076821"/>
              <a:gd name="connsiteY993" fmla="*/ 1768615 h 2390454"/>
              <a:gd name="connsiteX994" fmla="*/ 13943 w 2076821"/>
              <a:gd name="connsiteY994" fmla="*/ 1772349 h 2390454"/>
              <a:gd name="connsiteX995" fmla="*/ 9509 w 2076821"/>
              <a:gd name="connsiteY995" fmla="*/ 1757764 h 2390454"/>
              <a:gd name="connsiteX996" fmla="*/ 16160 w 2076821"/>
              <a:gd name="connsiteY996" fmla="*/ 1722294 h 2390454"/>
              <a:gd name="connsiteX997" fmla="*/ 35237 w 2076821"/>
              <a:gd name="connsiteY997" fmla="*/ 1734953 h 2390454"/>
              <a:gd name="connsiteX998" fmla="*/ 25728 w 2076821"/>
              <a:gd name="connsiteY998" fmla="*/ 1747380 h 2390454"/>
              <a:gd name="connsiteX999" fmla="*/ 16218 w 2076821"/>
              <a:gd name="connsiteY999" fmla="*/ 1722294 h 2390454"/>
              <a:gd name="connsiteX1000" fmla="*/ 73332 w 2076821"/>
              <a:gd name="connsiteY1000" fmla="*/ 1681223 h 2390454"/>
              <a:gd name="connsiteX1001" fmla="*/ 79341 w 2076821"/>
              <a:gd name="connsiteY1001" fmla="*/ 1697500 h 2390454"/>
              <a:gd name="connsiteX1002" fmla="*/ 60206 w 2076821"/>
              <a:gd name="connsiteY1002" fmla="*/ 1698083 h 2390454"/>
              <a:gd name="connsiteX1003" fmla="*/ 73332 w 2076821"/>
              <a:gd name="connsiteY1003" fmla="*/ 1681223 h 2390454"/>
              <a:gd name="connsiteX1004" fmla="*/ 91768 w 2076821"/>
              <a:gd name="connsiteY1004" fmla="*/ 1668797 h 2390454"/>
              <a:gd name="connsiteX1005" fmla="*/ 106586 w 2076821"/>
              <a:gd name="connsiteY1005" fmla="*/ 1673114 h 2390454"/>
              <a:gd name="connsiteX1006" fmla="*/ 113178 w 2076821"/>
              <a:gd name="connsiteY1006" fmla="*/ 1684840 h 2390454"/>
              <a:gd name="connsiteX1007" fmla="*/ 92584 w 2076821"/>
              <a:gd name="connsiteY1007" fmla="*/ 1697441 h 2390454"/>
              <a:gd name="connsiteX1008" fmla="*/ 91826 w 2076821"/>
              <a:gd name="connsiteY1008" fmla="*/ 1668738 h 2390454"/>
              <a:gd name="connsiteX1009" fmla="*/ 273320 w 2076821"/>
              <a:gd name="connsiteY1009" fmla="*/ 1541967 h 2390454"/>
              <a:gd name="connsiteX1010" fmla="*/ 291288 w 2076821"/>
              <a:gd name="connsiteY1010" fmla="*/ 1521723 h 2390454"/>
              <a:gd name="connsiteX1011" fmla="*/ 296539 w 2076821"/>
              <a:gd name="connsiteY1011" fmla="*/ 1543834 h 2390454"/>
              <a:gd name="connsiteX1012" fmla="*/ 286154 w 2076821"/>
              <a:gd name="connsiteY1012" fmla="*/ 1553168 h 2390454"/>
              <a:gd name="connsiteX1013" fmla="*/ 273320 w 2076821"/>
              <a:gd name="connsiteY1013" fmla="*/ 1541967 h 2390454"/>
              <a:gd name="connsiteX1014" fmla="*/ 279212 w 2076821"/>
              <a:gd name="connsiteY1014" fmla="*/ 1508422 h 2390454"/>
              <a:gd name="connsiteX1015" fmla="*/ 271453 w 2076821"/>
              <a:gd name="connsiteY1015" fmla="*/ 1516998 h 2390454"/>
              <a:gd name="connsiteX1016" fmla="*/ 251909 w 2076821"/>
              <a:gd name="connsiteY1016" fmla="*/ 1495237 h 2390454"/>
              <a:gd name="connsiteX1017" fmla="*/ 273320 w 2076821"/>
              <a:gd name="connsiteY1017" fmla="*/ 1493312 h 2390454"/>
              <a:gd name="connsiteX1018" fmla="*/ 279212 w 2076821"/>
              <a:gd name="connsiteY1018" fmla="*/ 1508422 h 2390454"/>
              <a:gd name="connsiteX1019" fmla="*/ 298697 w 2076821"/>
              <a:gd name="connsiteY1019" fmla="*/ 1465659 h 2390454"/>
              <a:gd name="connsiteX1020" fmla="*/ 330317 w 2076821"/>
              <a:gd name="connsiteY1020" fmla="*/ 1437948 h 2390454"/>
              <a:gd name="connsiteX1021" fmla="*/ 343910 w 2076821"/>
              <a:gd name="connsiteY1021" fmla="*/ 1450141 h 2390454"/>
              <a:gd name="connsiteX1022" fmla="*/ 322967 w 2076821"/>
              <a:gd name="connsiteY1022" fmla="*/ 1464551 h 2390454"/>
              <a:gd name="connsiteX1023" fmla="*/ 298697 w 2076821"/>
              <a:gd name="connsiteY1023" fmla="*/ 1465659 h 2390454"/>
              <a:gd name="connsiteX1024" fmla="*/ 303539 w 2076821"/>
              <a:gd name="connsiteY1024" fmla="*/ 1504338 h 2390454"/>
              <a:gd name="connsiteX1025" fmla="*/ 316024 w 2076821"/>
              <a:gd name="connsiteY1025" fmla="*/ 1481119 h 2390454"/>
              <a:gd name="connsiteX1026" fmla="*/ 336326 w 2076821"/>
              <a:gd name="connsiteY1026" fmla="*/ 1480769 h 2390454"/>
              <a:gd name="connsiteX1027" fmla="*/ 342218 w 2076821"/>
              <a:gd name="connsiteY1027" fmla="*/ 1470035 h 2390454"/>
              <a:gd name="connsiteX1028" fmla="*/ 357970 w 2076821"/>
              <a:gd name="connsiteY1028" fmla="*/ 1469393 h 2390454"/>
              <a:gd name="connsiteX1029" fmla="*/ 368354 w 2076821"/>
              <a:gd name="connsiteY1029" fmla="*/ 1480769 h 2390454"/>
              <a:gd name="connsiteX1030" fmla="*/ 353536 w 2076821"/>
              <a:gd name="connsiteY1030" fmla="*/ 1498854 h 2390454"/>
              <a:gd name="connsiteX1031" fmla="*/ 330667 w 2076821"/>
              <a:gd name="connsiteY1031" fmla="*/ 1497396 h 2390454"/>
              <a:gd name="connsiteX1032" fmla="*/ 317133 w 2076821"/>
              <a:gd name="connsiteY1032" fmla="*/ 1505213 h 2390454"/>
              <a:gd name="connsiteX1033" fmla="*/ 303598 w 2076821"/>
              <a:gd name="connsiteY1033" fmla="*/ 1504338 h 2390454"/>
              <a:gd name="connsiteX1034" fmla="*/ 568283 w 2076821"/>
              <a:gd name="connsiteY1034" fmla="*/ 1214917 h 2390454"/>
              <a:gd name="connsiteX1035" fmla="*/ 576043 w 2076821"/>
              <a:gd name="connsiteY1035" fmla="*/ 1199690 h 2390454"/>
              <a:gd name="connsiteX1036" fmla="*/ 601770 w 2076821"/>
              <a:gd name="connsiteY1036" fmla="*/ 1194906 h 2390454"/>
              <a:gd name="connsiteX1037" fmla="*/ 580768 w 2076821"/>
              <a:gd name="connsiteY1037" fmla="*/ 1220342 h 2390454"/>
              <a:gd name="connsiteX1038" fmla="*/ 568283 w 2076821"/>
              <a:gd name="connsiteY1038" fmla="*/ 1214917 h 2390454"/>
              <a:gd name="connsiteX1039" fmla="*/ 546814 w 2076821"/>
              <a:gd name="connsiteY1039" fmla="*/ 1263630 h 2390454"/>
              <a:gd name="connsiteX1040" fmla="*/ 539872 w 2076821"/>
              <a:gd name="connsiteY1040" fmla="*/ 1251029 h 2390454"/>
              <a:gd name="connsiteX1041" fmla="*/ 521495 w 2076821"/>
              <a:gd name="connsiteY1041" fmla="*/ 1252487 h 2390454"/>
              <a:gd name="connsiteX1042" fmla="*/ 536897 w 2076821"/>
              <a:gd name="connsiteY1042" fmla="*/ 1235627 h 2390454"/>
              <a:gd name="connsiteX1043" fmla="*/ 565250 w 2076821"/>
              <a:gd name="connsiteY1043" fmla="*/ 1232302 h 2390454"/>
              <a:gd name="connsiteX1044" fmla="*/ 580360 w 2076821"/>
              <a:gd name="connsiteY1044" fmla="*/ 1225884 h 2390454"/>
              <a:gd name="connsiteX1045" fmla="*/ 557199 w 2076821"/>
              <a:gd name="connsiteY1045" fmla="*/ 1254762 h 2390454"/>
              <a:gd name="connsiteX1046" fmla="*/ 546814 w 2076821"/>
              <a:gd name="connsiteY1046" fmla="*/ 1263630 h 2390454"/>
              <a:gd name="connsiteX1047" fmla="*/ 596986 w 2076821"/>
              <a:gd name="connsiteY1047" fmla="*/ 1092112 h 2390454"/>
              <a:gd name="connsiteX1048" fmla="*/ 605095 w 2076821"/>
              <a:gd name="connsiteY1048" fmla="*/ 1097596 h 2390454"/>
              <a:gd name="connsiteX1049" fmla="*/ 605796 w 2076821"/>
              <a:gd name="connsiteY1049" fmla="*/ 1109731 h 2390454"/>
              <a:gd name="connsiteX1050" fmla="*/ 595528 w 2076821"/>
              <a:gd name="connsiteY1050" fmla="*/ 1119357 h 2390454"/>
              <a:gd name="connsiteX1051" fmla="*/ 586660 w 2076821"/>
              <a:gd name="connsiteY1051" fmla="*/ 1107922 h 2390454"/>
              <a:gd name="connsiteX1052" fmla="*/ 596986 w 2076821"/>
              <a:gd name="connsiteY1052" fmla="*/ 1092112 h 2390454"/>
              <a:gd name="connsiteX1053" fmla="*/ 634907 w 2076821"/>
              <a:gd name="connsiteY1053" fmla="*/ 1053317 h 2390454"/>
              <a:gd name="connsiteX1054" fmla="*/ 644066 w 2076821"/>
              <a:gd name="connsiteY1054" fmla="*/ 1043399 h 2390454"/>
              <a:gd name="connsiteX1055" fmla="*/ 662910 w 2076821"/>
              <a:gd name="connsiteY1055" fmla="*/ 1046024 h 2390454"/>
              <a:gd name="connsiteX1056" fmla="*/ 638466 w 2076821"/>
              <a:gd name="connsiteY1056" fmla="*/ 1065860 h 2390454"/>
              <a:gd name="connsiteX1057" fmla="*/ 634849 w 2076821"/>
              <a:gd name="connsiteY1057" fmla="*/ 1053258 h 2390454"/>
              <a:gd name="connsiteX1058" fmla="*/ 621781 w 2076821"/>
              <a:gd name="connsiteY1058" fmla="*/ 1017496 h 2390454"/>
              <a:gd name="connsiteX1059" fmla="*/ 640566 w 2076821"/>
              <a:gd name="connsiteY1059" fmla="*/ 997486 h 2390454"/>
              <a:gd name="connsiteX1060" fmla="*/ 644533 w 2076821"/>
              <a:gd name="connsiteY1060" fmla="*/ 1016738 h 2390454"/>
              <a:gd name="connsiteX1061" fmla="*/ 628198 w 2076821"/>
              <a:gd name="connsiteY1061" fmla="*/ 1042641 h 2390454"/>
              <a:gd name="connsiteX1062" fmla="*/ 621781 w 2076821"/>
              <a:gd name="connsiteY1062" fmla="*/ 1017496 h 2390454"/>
              <a:gd name="connsiteX1063" fmla="*/ 747910 w 2076821"/>
              <a:gd name="connsiteY1063" fmla="*/ 833086 h 2390454"/>
              <a:gd name="connsiteX1064" fmla="*/ 754619 w 2076821"/>
              <a:gd name="connsiteY1064" fmla="*/ 823110 h 2390454"/>
              <a:gd name="connsiteX1065" fmla="*/ 766054 w 2076821"/>
              <a:gd name="connsiteY1065" fmla="*/ 825385 h 2390454"/>
              <a:gd name="connsiteX1066" fmla="*/ 758061 w 2076821"/>
              <a:gd name="connsiteY1066" fmla="*/ 842070 h 2390454"/>
              <a:gd name="connsiteX1067" fmla="*/ 747969 w 2076821"/>
              <a:gd name="connsiteY1067" fmla="*/ 833086 h 2390454"/>
              <a:gd name="connsiteX1068" fmla="*/ 626098 w 2076821"/>
              <a:gd name="connsiteY1068" fmla="*/ 728775 h 2390454"/>
              <a:gd name="connsiteX1069" fmla="*/ 634557 w 2076821"/>
              <a:gd name="connsiteY1069" fmla="*/ 739101 h 2390454"/>
              <a:gd name="connsiteX1070" fmla="*/ 628898 w 2076821"/>
              <a:gd name="connsiteY1070" fmla="*/ 749485 h 2390454"/>
              <a:gd name="connsiteX1071" fmla="*/ 618280 w 2076821"/>
              <a:gd name="connsiteY1071" fmla="*/ 742776 h 2390454"/>
              <a:gd name="connsiteX1072" fmla="*/ 626098 w 2076821"/>
              <a:gd name="connsiteY1072" fmla="*/ 728775 h 2390454"/>
              <a:gd name="connsiteX1073" fmla="*/ 660051 w 2076821"/>
              <a:gd name="connsiteY1073" fmla="*/ 677145 h 2390454"/>
              <a:gd name="connsiteX1074" fmla="*/ 636599 w 2076821"/>
              <a:gd name="connsiteY1074" fmla="*/ 699839 h 2390454"/>
              <a:gd name="connsiteX1075" fmla="*/ 636599 w 2076821"/>
              <a:gd name="connsiteY1075" fmla="*/ 680178 h 2390454"/>
              <a:gd name="connsiteX1076" fmla="*/ 654976 w 2076821"/>
              <a:gd name="connsiteY1076" fmla="*/ 648442 h 2390454"/>
              <a:gd name="connsiteX1077" fmla="*/ 660110 w 2076821"/>
              <a:gd name="connsiteY1077" fmla="*/ 677086 h 2390454"/>
              <a:gd name="connsiteX1078" fmla="*/ 674694 w 2076821"/>
              <a:gd name="connsiteY1078" fmla="*/ 661743 h 2390454"/>
              <a:gd name="connsiteX1079" fmla="*/ 666585 w 2076821"/>
              <a:gd name="connsiteY1079" fmla="*/ 649958 h 2390454"/>
              <a:gd name="connsiteX1080" fmla="*/ 674694 w 2076821"/>
              <a:gd name="connsiteY1080" fmla="*/ 639574 h 2390454"/>
              <a:gd name="connsiteX1081" fmla="*/ 683562 w 2076821"/>
              <a:gd name="connsiteY1081" fmla="*/ 644825 h 2390454"/>
              <a:gd name="connsiteX1082" fmla="*/ 674694 w 2076821"/>
              <a:gd name="connsiteY1082" fmla="*/ 661743 h 2390454"/>
              <a:gd name="connsiteX1083" fmla="*/ 733500 w 2076821"/>
              <a:gd name="connsiteY1083" fmla="*/ 616238 h 2390454"/>
              <a:gd name="connsiteX1084" fmla="*/ 731342 w 2076821"/>
              <a:gd name="connsiteY1084" fmla="*/ 633040 h 2390454"/>
              <a:gd name="connsiteX1085" fmla="*/ 694588 w 2076821"/>
              <a:gd name="connsiteY1085" fmla="*/ 660985 h 2390454"/>
              <a:gd name="connsiteX1086" fmla="*/ 700480 w 2076821"/>
              <a:gd name="connsiteY1086" fmla="*/ 624931 h 2390454"/>
              <a:gd name="connsiteX1087" fmla="*/ 733442 w 2076821"/>
              <a:gd name="connsiteY1087" fmla="*/ 616238 h 2390454"/>
              <a:gd name="connsiteX1088" fmla="*/ 766520 w 2076821"/>
              <a:gd name="connsiteY1088" fmla="*/ 572134 h 2390454"/>
              <a:gd name="connsiteX1089" fmla="*/ 777663 w 2076821"/>
              <a:gd name="connsiteY1089" fmla="*/ 553699 h 2390454"/>
              <a:gd name="connsiteX1090" fmla="*/ 795282 w 2076821"/>
              <a:gd name="connsiteY1090" fmla="*/ 568400 h 2390454"/>
              <a:gd name="connsiteX1091" fmla="*/ 766520 w 2076821"/>
              <a:gd name="connsiteY1091" fmla="*/ 572134 h 2390454"/>
              <a:gd name="connsiteX1092" fmla="*/ 793240 w 2076821"/>
              <a:gd name="connsiteY1092" fmla="*/ 579310 h 2390454"/>
              <a:gd name="connsiteX1093" fmla="*/ 792481 w 2076821"/>
              <a:gd name="connsiteY1093" fmla="*/ 619914 h 2390454"/>
              <a:gd name="connsiteX1094" fmla="*/ 771012 w 2076821"/>
              <a:gd name="connsiteY1094" fmla="*/ 609704 h 2390454"/>
              <a:gd name="connsiteX1095" fmla="*/ 743885 w 2076821"/>
              <a:gd name="connsiteY1095" fmla="*/ 627148 h 2390454"/>
              <a:gd name="connsiteX1096" fmla="*/ 746802 w 2076821"/>
              <a:gd name="connsiteY1096" fmla="*/ 607312 h 2390454"/>
              <a:gd name="connsiteX1097" fmla="*/ 793240 w 2076821"/>
              <a:gd name="connsiteY1097" fmla="*/ 579310 h 2390454"/>
              <a:gd name="connsiteX1098" fmla="*/ 806308 w 2076821"/>
              <a:gd name="connsiteY1098" fmla="*/ 480074 h 2390454"/>
              <a:gd name="connsiteX1099" fmla="*/ 813017 w 2076821"/>
              <a:gd name="connsiteY1099" fmla="*/ 507377 h 2390454"/>
              <a:gd name="connsiteX1100" fmla="*/ 813717 w 2076821"/>
              <a:gd name="connsiteY1100" fmla="*/ 541156 h 2390454"/>
              <a:gd name="connsiteX1101" fmla="*/ 786414 w 2076821"/>
              <a:gd name="connsiteY1101" fmla="*/ 549323 h 2390454"/>
              <a:gd name="connsiteX1102" fmla="*/ 775388 w 2076821"/>
              <a:gd name="connsiteY1102" fmla="*/ 539756 h 2390454"/>
              <a:gd name="connsiteX1103" fmla="*/ 800591 w 2076821"/>
              <a:gd name="connsiteY1103" fmla="*/ 521962 h 2390454"/>
              <a:gd name="connsiteX1104" fmla="*/ 786472 w 2076821"/>
              <a:gd name="connsiteY1104" fmla="*/ 521320 h 2390454"/>
              <a:gd name="connsiteX1105" fmla="*/ 760861 w 2076821"/>
              <a:gd name="connsiteY1105" fmla="*/ 541856 h 2390454"/>
              <a:gd name="connsiteX1106" fmla="*/ 752636 w 2076821"/>
              <a:gd name="connsiteY1106" fmla="*/ 528613 h 2390454"/>
              <a:gd name="connsiteX1107" fmla="*/ 760045 w 2076821"/>
              <a:gd name="connsiteY1107" fmla="*/ 508136 h 2390454"/>
              <a:gd name="connsiteX1108" fmla="*/ 779122 w 2076821"/>
              <a:gd name="connsiteY1108" fmla="*/ 512453 h 2390454"/>
              <a:gd name="connsiteX1109" fmla="*/ 796740 w 2076821"/>
              <a:gd name="connsiteY1109" fmla="*/ 491917 h 2390454"/>
              <a:gd name="connsiteX1110" fmla="*/ 793298 w 2076821"/>
              <a:gd name="connsiteY1110" fmla="*/ 482525 h 2390454"/>
              <a:gd name="connsiteX1111" fmla="*/ 806366 w 2076821"/>
              <a:gd name="connsiteY1111" fmla="*/ 480074 h 2390454"/>
              <a:gd name="connsiteX1112" fmla="*/ 828302 w 2076821"/>
              <a:gd name="connsiteY1112" fmla="*/ 491917 h 2390454"/>
              <a:gd name="connsiteX1113" fmla="*/ 818092 w 2076821"/>
              <a:gd name="connsiteY1113" fmla="*/ 484566 h 2390454"/>
              <a:gd name="connsiteX1114" fmla="*/ 819376 w 2076821"/>
              <a:gd name="connsiteY1114" fmla="*/ 455105 h 2390454"/>
              <a:gd name="connsiteX1115" fmla="*/ 846620 w 2076821"/>
              <a:gd name="connsiteY1115" fmla="*/ 433111 h 2390454"/>
              <a:gd name="connsiteX1116" fmla="*/ 847437 w 2076821"/>
              <a:gd name="connsiteY1116" fmla="*/ 414734 h 2390454"/>
              <a:gd name="connsiteX1117" fmla="*/ 873865 w 2076821"/>
              <a:gd name="connsiteY1117" fmla="*/ 404408 h 2390454"/>
              <a:gd name="connsiteX1118" fmla="*/ 878999 w 2076821"/>
              <a:gd name="connsiteY1118" fmla="*/ 423602 h 2390454"/>
              <a:gd name="connsiteX1119" fmla="*/ 857705 w 2076821"/>
              <a:gd name="connsiteY1119" fmla="*/ 438945 h 2390454"/>
              <a:gd name="connsiteX1120" fmla="*/ 855546 w 2076821"/>
              <a:gd name="connsiteY1120" fmla="*/ 459539 h 2390454"/>
              <a:gd name="connsiteX1121" fmla="*/ 828302 w 2076821"/>
              <a:gd name="connsiteY1121" fmla="*/ 491859 h 2390454"/>
              <a:gd name="connsiteX1122" fmla="*/ 895625 w 2076821"/>
              <a:gd name="connsiteY1122" fmla="*/ 503760 h 2390454"/>
              <a:gd name="connsiteX1123" fmla="*/ 921761 w 2076821"/>
              <a:gd name="connsiteY1123" fmla="*/ 528846 h 2390454"/>
              <a:gd name="connsiteX1124" fmla="*/ 886933 w 2076821"/>
              <a:gd name="connsiteY1124" fmla="*/ 567175 h 2390454"/>
              <a:gd name="connsiteX1125" fmla="*/ 863714 w 2076821"/>
              <a:gd name="connsiteY1125" fmla="*/ 580535 h 2390454"/>
              <a:gd name="connsiteX1126" fmla="*/ 855488 w 2076821"/>
              <a:gd name="connsiteY1126" fmla="*/ 596345 h 2390454"/>
              <a:gd name="connsiteX1127" fmla="*/ 839911 w 2076821"/>
              <a:gd name="connsiteY1127" fmla="*/ 591269 h 2390454"/>
              <a:gd name="connsiteX1128" fmla="*/ 842245 w 2076821"/>
              <a:gd name="connsiteY1128" fmla="*/ 571317 h 2390454"/>
              <a:gd name="connsiteX1129" fmla="*/ 818151 w 2076821"/>
              <a:gd name="connsiteY1129" fmla="*/ 602937 h 2390454"/>
              <a:gd name="connsiteX1130" fmla="*/ 807125 w 2076821"/>
              <a:gd name="connsiteY1130" fmla="*/ 602937 h 2390454"/>
              <a:gd name="connsiteX1131" fmla="*/ 810800 w 2076821"/>
              <a:gd name="connsiteY1131" fmla="*/ 577909 h 2390454"/>
              <a:gd name="connsiteX1132" fmla="*/ 821009 w 2076821"/>
              <a:gd name="connsiteY1132" fmla="*/ 572134 h 2390454"/>
              <a:gd name="connsiteX1133" fmla="*/ 818092 w 2076821"/>
              <a:gd name="connsiteY1133" fmla="*/ 553699 h 2390454"/>
              <a:gd name="connsiteX1134" fmla="*/ 832094 w 2076821"/>
              <a:gd name="connsiteY1134" fmla="*/ 536605 h 2390454"/>
              <a:gd name="connsiteX1135" fmla="*/ 832094 w 2076821"/>
              <a:gd name="connsiteY1135" fmla="*/ 517645 h 2390454"/>
              <a:gd name="connsiteX1136" fmla="*/ 856246 w 2076821"/>
              <a:gd name="connsiteY1136" fmla="*/ 480074 h 2390454"/>
              <a:gd name="connsiteX1137" fmla="*/ 843762 w 2076821"/>
              <a:gd name="connsiteY1137" fmla="*/ 533805 h 2390454"/>
              <a:gd name="connsiteX1138" fmla="*/ 849012 w 2076821"/>
              <a:gd name="connsiteY1138" fmla="*/ 552999 h 2390454"/>
              <a:gd name="connsiteX1139" fmla="*/ 862897 w 2076821"/>
              <a:gd name="connsiteY1139" fmla="*/ 527271 h 2390454"/>
              <a:gd name="connsiteX1140" fmla="*/ 895159 w 2076821"/>
              <a:gd name="connsiteY1140" fmla="*/ 525812 h 2390454"/>
              <a:gd name="connsiteX1141" fmla="*/ 882732 w 2076821"/>
              <a:gd name="connsiteY1141" fmla="*/ 508194 h 2390454"/>
              <a:gd name="connsiteX1142" fmla="*/ 881916 w 2076821"/>
              <a:gd name="connsiteY1142" fmla="*/ 493492 h 2390454"/>
              <a:gd name="connsiteX1143" fmla="*/ 895509 w 2076821"/>
              <a:gd name="connsiteY1143" fmla="*/ 503818 h 2390454"/>
              <a:gd name="connsiteX1144" fmla="*/ 892592 w 2076821"/>
              <a:gd name="connsiteY1144" fmla="*/ 481300 h 2390454"/>
              <a:gd name="connsiteX1145" fmla="*/ 886408 w 2076821"/>
              <a:gd name="connsiteY1145" fmla="*/ 474999 h 2390454"/>
              <a:gd name="connsiteX1146" fmla="*/ 901167 w 2076821"/>
              <a:gd name="connsiteY1146" fmla="*/ 468815 h 2390454"/>
              <a:gd name="connsiteX1147" fmla="*/ 921761 w 2076821"/>
              <a:gd name="connsiteY1147" fmla="*/ 479491 h 2390454"/>
              <a:gd name="connsiteX1148" fmla="*/ 921761 w 2076821"/>
              <a:gd name="connsiteY1148" fmla="*/ 493492 h 2390454"/>
              <a:gd name="connsiteX1149" fmla="*/ 892650 w 2076821"/>
              <a:gd name="connsiteY1149" fmla="*/ 481358 h 2390454"/>
              <a:gd name="connsiteX1150" fmla="*/ 948247 w 2076821"/>
              <a:gd name="connsiteY1150" fmla="*/ 511169 h 2390454"/>
              <a:gd name="connsiteX1151" fmla="*/ 954898 w 2076821"/>
              <a:gd name="connsiteY1151" fmla="*/ 486492 h 2390454"/>
              <a:gd name="connsiteX1152" fmla="*/ 965924 w 2076821"/>
              <a:gd name="connsiteY1152" fmla="*/ 503410 h 2390454"/>
              <a:gd name="connsiteX1153" fmla="*/ 948247 w 2076821"/>
              <a:gd name="connsiteY1153" fmla="*/ 511169 h 2390454"/>
              <a:gd name="connsiteX1154" fmla="*/ 1017438 w 2076821"/>
              <a:gd name="connsiteY1154" fmla="*/ 401608 h 2390454"/>
              <a:gd name="connsiteX1155" fmla="*/ 1013762 w 2076821"/>
              <a:gd name="connsiteY1155" fmla="*/ 413042 h 2390454"/>
              <a:gd name="connsiteX1156" fmla="*/ 1018196 w 2076821"/>
              <a:gd name="connsiteY1156" fmla="*/ 429669 h 2390454"/>
              <a:gd name="connsiteX1157" fmla="*/ 996552 w 2076821"/>
              <a:gd name="connsiteY1157" fmla="*/ 434395 h 2390454"/>
              <a:gd name="connsiteX1158" fmla="*/ 988735 w 2076821"/>
              <a:gd name="connsiteY1158" fmla="*/ 445771 h 2390454"/>
              <a:gd name="connsiteX1159" fmla="*/ 965341 w 2076821"/>
              <a:gd name="connsiteY1159" fmla="*/ 443612 h 2390454"/>
              <a:gd name="connsiteX1160" fmla="*/ 959974 w 2076821"/>
              <a:gd name="connsiteY1160" fmla="*/ 468757 h 2390454"/>
              <a:gd name="connsiteX1161" fmla="*/ 950814 w 2076821"/>
              <a:gd name="connsiteY1161" fmla="*/ 469048 h 2390454"/>
              <a:gd name="connsiteX1162" fmla="*/ 949998 w 2076821"/>
              <a:gd name="connsiteY1162" fmla="*/ 450205 h 2390454"/>
              <a:gd name="connsiteX1163" fmla="*/ 932904 w 2076821"/>
              <a:gd name="connsiteY1163" fmla="*/ 448163 h 2390454"/>
              <a:gd name="connsiteX1164" fmla="*/ 949647 w 2076821"/>
              <a:gd name="connsiteY1164" fmla="*/ 426227 h 2390454"/>
              <a:gd name="connsiteX1165" fmla="*/ 929404 w 2076821"/>
              <a:gd name="connsiteY1165" fmla="*/ 424244 h 2390454"/>
              <a:gd name="connsiteX1166" fmla="*/ 938155 w 2076821"/>
              <a:gd name="connsiteY1166" fmla="*/ 400499 h 2390454"/>
              <a:gd name="connsiteX1167" fmla="*/ 964291 w 2076821"/>
              <a:gd name="connsiteY1167" fmla="*/ 398749 h 2390454"/>
              <a:gd name="connsiteX1168" fmla="*/ 940430 w 2076821"/>
              <a:gd name="connsiteY1168" fmla="*/ 386498 h 2390454"/>
              <a:gd name="connsiteX1169" fmla="*/ 953090 w 2076821"/>
              <a:gd name="connsiteY1169" fmla="*/ 364329 h 2390454"/>
              <a:gd name="connsiteX1170" fmla="*/ 968316 w 2076821"/>
              <a:gd name="connsiteY1170" fmla="*/ 376114 h 2390454"/>
              <a:gd name="connsiteX1171" fmla="*/ 963474 w 2076821"/>
              <a:gd name="connsiteY1171" fmla="*/ 354353 h 2390454"/>
              <a:gd name="connsiteX1172" fmla="*/ 994510 w 2076821"/>
              <a:gd name="connsiteY1172" fmla="*/ 357737 h 2390454"/>
              <a:gd name="connsiteX1173" fmla="*/ 997952 w 2076821"/>
              <a:gd name="connsiteY1173" fmla="*/ 374013 h 2390454"/>
              <a:gd name="connsiteX1174" fmla="*/ 1011837 w 2076821"/>
              <a:gd name="connsiteY1174" fmla="*/ 378331 h 2390454"/>
              <a:gd name="connsiteX1175" fmla="*/ 1017263 w 2076821"/>
              <a:gd name="connsiteY1175" fmla="*/ 401550 h 2390454"/>
              <a:gd name="connsiteX1176" fmla="*/ 1018080 w 2076821"/>
              <a:gd name="connsiteY1176" fmla="*/ 342102 h 2390454"/>
              <a:gd name="connsiteX1177" fmla="*/ 1045266 w 2076821"/>
              <a:gd name="connsiteY1177" fmla="*/ 340527 h 2390454"/>
              <a:gd name="connsiteX1178" fmla="*/ 1045907 w 2076821"/>
              <a:gd name="connsiteY1178" fmla="*/ 325008 h 2390454"/>
              <a:gd name="connsiteX1179" fmla="*/ 1070118 w 2076821"/>
              <a:gd name="connsiteY1179" fmla="*/ 324483 h 2390454"/>
              <a:gd name="connsiteX1180" fmla="*/ 1081961 w 2076821"/>
              <a:gd name="connsiteY1180" fmla="*/ 308265 h 2390454"/>
              <a:gd name="connsiteX1181" fmla="*/ 1095263 w 2076821"/>
              <a:gd name="connsiteY1181" fmla="*/ 327984 h 2390454"/>
              <a:gd name="connsiteX1182" fmla="*/ 1081203 w 2076821"/>
              <a:gd name="connsiteY1182" fmla="*/ 345777 h 2390454"/>
              <a:gd name="connsiteX1183" fmla="*/ 1082019 w 2076821"/>
              <a:gd name="connsiteY1183" fmla="*/ 360362 h 2390454"/>
              <a:gd name="connsiteX1184" fmla="*/ 1057809 w 2076821"/>
              <a:gd name="connsiteY1184" fmla="*/ 361120 h 2390454"/>
              <a:gd name="connsiteX1185" fmla="*/ 1038615 w 2076821"/>
              <a:gd name="connsiteY1185" fmla="*/ 368355 h 2390454"/>
              <a:gd name="connsiteX1186" fmla="*/ 1018138 w 2076821"/>
              <a:gd name="connsiteY1186" fmla="*/ 342044 h 2390454"/>
              <a:gd name="connsiteX1187" fmla="*/ 1100280 w 2076821"/>
              <a:gd name="connsiteY1187" fmla="*/ 228749 h 2390454"/>
              <a:gd name="connsiteX1188" fmla="*/ 1095263 w 2076821"/>
              <a:gd name="connsiteY1188" fmla="*/ 214922 h 2390454"/>
              <a:gd name="connsiteX1189" fmla="*/ 1112881 w 2076821"/>
              <a:gd name="connsiteY1189" fmla="*/ 208913 h 2390454"/>
              <a:gd name="connsiteX1190" fmla="*/ 1100338 w 2076821"/>
              <a:gd name="connsiteY1190" fmla="*/ 228749 h 2390454"/>
              <a:gd name="connsiteX1191" fmla="*/ 1063643 w 2076821"/>
              <a:gd name="connsiteY1191" fmla="*/ 268536 h 2390454"/>
              <a:gd name="connsiteX1192" fmla="*/ 1065043 w 2076821"/>
              <a:gd name="connsiteY1192" fmla="*/ 244967 h 2390454"/>
              <a:gd name="connsiteX1193" fmla="*/ 1091471 w 2076821"/>
              <a:gd name="connsiteY1193" fmla="*/ 237499 h 2390454"/>
              <a:gd name="connsiteX1194" fmla="*/ 1089370 w 2076821"/>
              <a:gd name="connsiteY1194" fmla="*/ 251501 h 2390454"/>
              <a:gd name="connsiteX1195" fmla="*/ 1063701 w 2076821"/>
              <a:gd name="connsiteY1195" fmla="*/ 268478 h 2390454"/>
              <a:gd name="connsiteX1196" fmla="*/ 1131200 w 2076821"/>
              <a:gd name="connsiteY1196" fmla="*/ 305231 h 2390454"/>
              <a:gd name="connsiteX1197" fmla="*/ 1137034 w 2076821"/>
              <a:gd name="connsiteY1197" fmla="*/ 278045 h 2390454"/>
              <a:gd name="connsiteX1198" fmla="*/ 1145901 w 2076821"/>
              <a:gd name="connsiteY1198" fmla="*/ 297122 h 2390454"/>
              <a:gd name="connsiteX1199" fmla="*/ 1131200 w 2076821"/>
              <a:gd name="connsiteY1199" fmla="*/ 305231 h 2390454"/>
              <a:gd name="connsiteX1200" fmla="*/ 1120932 w 2076821"/>
              <a:gd name="connsiteY1200" fmla="*/ 299339 h 2390454"/>
              <a:gd name="connsiteX1201" fmla="*/ 1115039 w 2076821"/>
              <a:gd name="connsiteY1201" fmla="*/ 308265 h 2390454"/>
              <a:gd name="connsiteX1202" fmla="*/ 1100980 w 2076821"/>
              <a:gd name="connsiteY1202" fmla="*/ 308265 h 2390454"/>
              <a:gd name="connsiteX1203" fmla="*/ 1075369 w 2076821"/>
              <a:gd name="connsiteY1203" fmla="*/ 281837 h 2390454"/>
              <a:gd name="connsiteX1204" fmla="*/ 1106989 w 2076821"/>
              <a:gd name="connsiteY1204" fmla="*/ 255235 h 2390454"/>
              <a:gd name="connsiteX1205" fmla="*/ 1114223 w 2076821"/>
              <a:gd name="connsiteY1205" fmla="*/ 267077 h 2390454"/>
              <a:gd name="connsiteX1206" fmla="*/ 1131841 w 2076821"/>
              <a:gd name="connsiteY1206" fmla="*/ 264044 h 2390454"/>
              <a:gd name="connsiteX1207" fmla="*/ 1134933 w 2076821"/>
              <a:gd name="connsiteY1207" fmla="*/ 269994 h 2390454"/>
              <a:gd name="connsiteX1208" fmla="*/ 1118715 w 2076821"/>
              <a:gd name="connsiteY1208" fmla="*/ 281896 h 2390454"/>
              <a:gd name="connsiteX1209" fmla="*/ 1120932 w 2076821"/>
              <a:gd name="connsiteY1209" fmla="*/ 299397 h 2390454"/>
              <a:gd name="connsiteX1210" fmla="*/ 1175129 w 2076821"/>
              <a:gd name="connsiteY1210" fmla="*/ 251209 h 2390454"/>
              <a:gd name="connsiteX1211" fmla="*/ 1165853 w 2076821"/>
              <a:gd name="connsiteY1211" fmla="*/ 258502 h 2390454"/>
              <a:gd name="connsiteX1212" fmla="*/ 1143101 w 2076821"/>
              <a:gd name="connsiteY1212" fmla="*/ 248876 h 2390454"/>
              <a:gd name="connsiteX1213" fmla="*/ 1141876 w 2076821"/>
              <a:gd name="connsiteY1213" fmla="*/ 230499 h 2390454"/>
              <a:gd name="connsiteX1214" fmla="*/ 1134583 w 2076821"/>
              <a:gd name="connsiteY1214" fmla="*/ 203488 h 2390454"/>
              <a:gd name="connsiteX1215" fmla="*/ 1145959 w 2076821"/>
              <a:gd name="connsiteY1215" fmla="*/ 195787 h 2390454"/>
              <a:gd name="connsiteX1216" fmla="*/ 1150451 w 2076821"/>
              <a:gd name="connsiteY1216" fmla="*/ 223790 h 2390454"/>
              <a:gd name="connsiteX1217" fmla="*/ 1169645 w 2076821"/>
              <a:gd name="connsiteY1217" fmla="*/ 238841 h 2390454"/>
              <a:gd name="connsiteX1218" fmla="*/ 1175187 w 2076821"/>
              <a:gd name="connsiteY1218" fmla="*/ 251151 h 2390454"/>
              <a:gd name="connsiteX1219" fmla="*/ 1231193 w 2076821"/>
              <a:gd name="connsiteY1219" fmla="*/ 281837 h 2390454"/>
              <a:gd name="connsiteX1220" fmla="*/ 1219700 w 2076821"/>
              <a:gd name="connsiteY1220" fmla="*/ 264861 h 2390454"/>
              <a:gd name="connsiteX1221" fmla="*/ 1204590 w 2076821"/>
              <a:gd name="connsiteY1221" fmla="*/ 259260 h 2390454"/>
              <a:gd name="connsiteX1222" fmla="*/ 1202432 w 2076821"/>
              <a:gd name="connsiteY1222" fmla="*/ 225365 h 2390454"/>
              <a:gd name="connsiteX1223" fmla="*/ 1216142 w 2076821"/>
              <a:gd name="connsiteY1223" fmla="*/ 212005 h 2390454"/>
              <a:gd name="connsiteX1224" fmla="*/ 1236969 w 2076821"/>
              <a:gd name="connsiteY1224" fmla="*/ 227932 h 2390454"/>
              <a:gd name="connsiteX1225" fmla="*/ 1228276 w 2076821"/>
              <a:gd name="connsiteY1225" fmla="*/ 248292 h 2390454"/>
              <a:gd name="connsiteX1226" fmla="*/ 1240002 w 2076821"/>
              <a:gd name="connsiteY1226" fmla="*/ 264102 h 2390454"/>
              <a:gd name="connsiteX1227" fmla="*/ 1231251 w 2076821"/>
              <a:gd name="connsiteY1227" fmla="*/ 281896 h 2390454"/>
              <a:gd name="connsiteX1228" fmla="*/ 1384217 w 2076821"/>
              <a:gd name="connsiteY1228" fmla="*/ 204246 h 2390454"/>
              <a:gd name="connsiteX1229" fmla="*/ 1364382 w 2076821"/>
              <a:gd name="connsiteY1229" fmla="*/ 195787 h 2390454"/>
              <a:gd name="connsiteX1230" fmla="*/ 1342271 w 2076821"/>
              <a:gd name="connsiteY1230" fmla="*/ 184761 h 2390454"/>
              <a:gd name="connsiteX1231" fmla="*/ 1357089 w 2076821"/>
              <a:gd name="connsiteY1231" fmla="*/ 173618 h 2390454"/>
              <a:gd name="connsiteX1232" fmla="*/ 1378733 w 2076821"/>
              <a:gd name="connsiteY1232" fmla="*/ 175076 h 2390454"/>
              <a:gd name="connsiteX1233" fmla="*/ 1388359 w 2076821"/>
              <a:gd name="connsiteY1233" fmla="*/ 185461 h 2390454"/>
              <a:gd name="connsiteX1234" fmla="*/ 1384217 w 2076821"/>
              <a:gd name="connsiteY1234" fmla="*/ 204188 h 2390454"/>
              <a:gd name="connsiteX1235" fmla="*/ 1410762 w 2076821"/>
              <a:gd name="connsiteY1235" fmla="*/ 187619 h 2390454"/>
              <a:gd name="connsiteX1236" fmla="*/ 1388009 w 2076821"/>
              <a:gd name="connsiteY1236" fmla="*/ 159908 h 2390454"/>
              <a:gd name="connsiteX1237" fmla="*/ 1424063 w 2076821"/>
              <a:gd name="connsiteY1237" fmla="*/ 128113 h 2390454"/>
              <a:gd name="connsiteX1238" fmla="*/ 1429955 w 2076821"/>
              <a:gd name="connsiteY1238" fmla="*/ 150866 h 2390454"/>
              <a:gd name="connsiteX1239" fmla="*/ 1413678 w 2076821"/>
              <a:gd name="connsiteY1239" fmla="*/ 170468 h 2390454"/>
              <a:gd name="connsiteX1240" fmla="*/ 1410703 w 2076821"/>
              <a:gd name="connsiteY1240" fmla="*/ 187678 h 2390454"/>
              <a:gd name="connsiteX1241" fmla="*/ 1366657 w 2076821"/>
              <a:gd name="connsiteY1241" fmla="*/ 149582 h 2390454"/>
              <a:gd name="connsiteX1242" fmla="*/ 1353006 w 2076821"/>
              <a:gd name="connsiteY1242" fmla="*/ 152616 h 2390454"/>
              <a:gd name="connsiteX1243" fmla="*/ 1320861 w 2076821"/>
              <a:gd name="connsiteY1243" fmla="*/ 143106 h 2390454"/>
              <a:gd name="connsiteX1244" fmla="*/ 1312927 w 2076821"/>
              <a:gd name="connsiteY1244" fmla="*/ 121638 h 2390454"/>
              <a:gd name="connsiteX1245" fmla="*/ 1330720 w 2076821"/>
              <a:gd name="connsiteY1245" fmla="*/ 125663 h 2390454"/>
              <a:gd name="connsiteX1246" fmla="*/ 1348222 w 2076821"/>
              <a:gd name="connsiteY1246" fmla="*/ 112362 h 2390454"/>
              <a:gd name="connsiteX1247" fmla="*/ 1359948 w 2076821"/>
              <a:gd name="connsiteY1247" fmla="*/ 126013 h 2390454"/>
              <a:gd name="connsiteX1248" fmla="*/ 1370449 w 2076821"/>
              <a:gd name="connsiteY1248" fmla="*/ 105769 h 2390454"/>
              <a:gd name="connsiteX1249" fmla="*/ 1383225 w 2076821"/>
              <a:gd name="connsiteY1249" fmla="*/ 113178 h 2390454"/>
              <a:gd name="connsiteX1250" fmla="*/ 1415545 w 2076821"/>
              <a:gd name="connsiteY1250" fmla="*/ 83250 h 2390454"/>
              <a:gd name="connsiteX1251" fmla="*/ 1419687 w 2076821"/>
              <a:gd name="connsiteY1251" fmla="*/ 96610 h 2390454"/>
              <a:gd name="connsiteX1252" fmla="*/ 1366715 w 2076821"/>
              <a:gd name="connsiteY1252" fmla="*/ 149582 h 2390454"/>
              <a:gd name="connsiteX1253" fmla="*/ 1430305 w 2076821"/>
              <a:gd name="connsiteY1253" fmla="*/ 107694 h 2390454"/>
              <a:gd name="connsiteX1254" fmla="*/ 1458250 w 2076821"/>
              <a:gd name="connsiteY1254" fmla="*/ 97368 h 2390454"/>
              <a:gd name="connsiteX1255" fmla="*/ 1481819 w 2076821"/>
              <a:gd name="connsiteY1255" fmla="*/ 114695 h 2390454"/>
              <a:gd name="connsiteX1256" fmla="*/ 1474760 w 2076821"/>
              <a:gd name="connsiteY1256" fmla="*/ 132372 h 2390454"/>
              <a:gd name="connsiteX1257" fmla="*/ 1447224 w 2076821"/>
              <a:gd name="connsiteY1257" fmla="*/ 142815 h 2390454"/>
              <a:gd name="connsiteX1258" fmla="*/ 1445649 w 2076821"/>
              <a:gd name="connsiteY1258" fmla="*/ 123154 h 2390454"/>
              <a:gd name="connsiteX1259" fmla="*/ 1430247 w 2076821"/>
              <a:gd name="connsiteY1259" fmla="*/ 107753 h 2390454"/>
              <a:gd name="connsiteX1260" fmla="*/ 1485144 w 2076821"/>
              <a:gd name="connsiteY1260" fmla="*/ 58631 h 2390454"/>
              <a:gd name="connsiteX1261" fmla="*/ 1479252 w 2076821"/>
              <a:gd name="connsiteY1261" fmla="*/ 68607 h 2390454"/>
              <a:gd name="connsiteX1262" fmla="*/ 1470501 w 2076821"/>
              <a:gd name="connsiteY1262" fmla="*/ 71466 h 2390454"/>
              <a:gd name="connsiteX1263" fmla="*/ 1457608 w 2076821"/>
              <a:gd name="connsiteY1263" fmla="*/ 51222 h 2390454"/>
              <a:gd name="connsiteX1264" fmla="*/ 1475285 w 2076821"/>
              <a:gd name="connsiteY1264" fmla="*/ 46846 h 2390454"/>
              <a:gd name="connsiteX1265" fmla="*/ 1485086 w 2076821"/>
              <a:gd name="connsiteY1265" fmla="*/ 58631 h 2390454"/>
              <a:gd name="connsiteX1266" fmla="*/ 1528957 w 2076821"/>
              <a:gd name="connsiteY1266" fmla="*/ 26894 h 2390454"/>
              <a:gd name="connsiteX1267" fmla="*/ 1515072 w 2076821"/>
              <a:gd name="connsiteY1267" fmla="*/ 26428 h 2390454"/>
              <a:gd name="connsiteX1268" fmla="*/ 1521956 w 2076821"/>
              <a:gd name="connsiteY1268" fmla="*/ 12543 h 2390454"/>
              <a:gd name="connsiteX1269" fmla="*/ 1536308 w 2076821"/>
              <a:gd name="connsiteY1269" fmla="*/ 12076 h 2390454"/>
              <a:gd name="connsiteX1270" fmla="*/ 1528957 w 2076821"/>
              <a:gd name="connsiteY1270" fmla="*/ 26894 h 2390454"/>
              <a:gd name="connsiteX1271" fmla="*/ 1557368 w 2076821"/>
              <a:gd name="connsiteY1271" fmla="*/ 37687 h 2390454"/>
              <a:gd name="connsiteX1272" fmla="*/ 1558360 w 2076821"/>
              <a:gd name="connsiteY1272" fmla="*/ 27595 h 2390454"/>
              <a:gd name="connsiteX1273" fmla="*/ 1567286 w 2076821"/>
              <a:gd name="connsiteY1273" fmla="*/ 19135 h 2390454"/>
              <a:gd name="connsiteX1274" fmla="*/ 1579946 w 2076821"/>
              <a:gd name="connsiteY1274" fmla="*/ 25203 h 2390454"/>
              <a:gd name="connsiteX1275" fmla="*/ 1589280 w 2076821"/>
              <a:gd name="connsiteY1275" fmla="*/ 16160 h 2390454"/>
              <a:gd name="connsiteX1276" fmla="*/ 1591497 w 2076821"/>
              <a:gd name="connsiteY1276" fmla="*/ 0 h 2390454"/>
              <a:gd name="connsiteX1277" fmla="*/ 1603340 w 2076821"/>
              <a:gd name="connsiteY1277" fmla="*/ 9684 h 2390454"/>
              <a:gd name="connsiteX1278" fmla="*/ 1619500 w 2076821"/>
              <a:gd name="connsiteY1278" fmla="*/ 13710 h 2390454"/>
              <a:gd name="connsiteX1279" fmla="*/ 1606198 w 2076821"/>
              <a:gd name="connsiteY1279" fmla="*/ 30220 h 2390454"/>
              <a:gd name="connsiteX1280" fmla="*/ 1630992 w 2076821"/>
              <a:gd name="connsiteY1280" fmla="*/ 30686 h 2390454"/>
              <a:gd name="connsiteX1281" fmla="*/ 1622125 w 2076821"/>
              <a:gd name="connsiteY1281" fmla="*/ 53497 h 2390454"/>
              <a:gd name="connsiteX1282" fmla="*/ 1601531 w 2076821"/>
              <a:gd name="connsiteY1282" fmla="*/ 58164 h 2390454"/>
              <a:gd name="connsiteX1283" fmla="*/ 1579946 w 2076821"/>
              <a:gd name="connsiteY1283" fmla="*/ 41304 h 2390454"/>
              <a:gd name="connsiteX1284" fmla="*/ 1557368 w 2076821"/>
              <a:gd name="connsiteY1284" fmla="*/ 37687 h 2390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  <a:cxn ang="0">
                <a:pos x="connsiteX1069" y="connsiteY1069"/>
              </a:cxn>
              <a:cxn ang="0">
                <a:pos x="connsiteX1070" y="connsiteY1070"/>
              </a:cxn>
              <a:cxn ang="0">
                <a:pos x="connsiteX1071" y="connsiteY1071"/>
              </a:cxn>
              <a:cxn ang="0">
                <a:pos x="connsiteX1072" y="connsiteY1072"/>
              </a:cxn>
              <a:cxn ang="0">
                <a:pos x="connsiteX1073" y="connsiteY1073"/>
              </a:cxn>
              <a:cxn ang="0">
                <a:pos x="connsiteX1074" y="connsiteY1074"/>
              </a:cxn>
              <a:cxn ang="0">
                <a:pos x="connsiteX1075" y="connsiteY1075"/>
              </a:cxn>
              <a:cxn ang="0">
                <a:pos x="connsiteX1076" y="connsiteY1076"/>
              </a:cxn>
              <a:cxn ang="0">
                <a:pos x="connsiteX1077" y="connsiteY1077"/>
              </a:cxn>
              <a:cxn ang="0">
                <a:pos x="connsiteX1078" y="connsiteY1078"/>
              </a:cxn>
              <a:cxn ang="0">
                <a:pos x="connsiteX1079" y="connsiteY1079"/>
              </a:cxn>
              <a:cxn ang="0">
                <a:pos x="connsiteX1080" y="connsiteY1080"/>
              </a:cxn>
              <a:cxn ang="0">
                <a:pos x="connsiteX1081" y="connsiteY1081"/>
              </a:cxn>
              <a:cxn ang="0">
                <a:pos x="connsiteX1082" y="connsiteY1082"/>
              </a:cxn>
              <a:cxn ang="0">
                <a:pos x="connsiteX1083" y="connsiteY1083"/>
              </a:cxn>
              <a:cxn ang="0">
                <a:pos x="connsiteX1084" y="connsiteY1084"/>
              </a:cxn>
              <a:cxn ang="0">
                <a:pos x="connsiteX1085" y="connsiteY1085"/>
              </a:cxn>
              <a:cxn ang="0">
                <a:pos x="connsiteX1086" y="connsiteY1086"/>
              </a:cxn>
              <a:cxn ang="0">
                <a:pos x="connsiteX1087" y="connsiteY1087"/>
              </a:cxn>
              <a:cxn ang="0">
                <a:pos x="connsiteX1088" y="connsiteY1088"/>
              </a:cxn>
              <a:cxn ang="0">
                <a:pos x="connsiteX1089" y="connsiteY1089"/>
              </a:cxn>
              <a:cxn ang="0">
                <a:pos x="connsiteX1090" y="connsiteY1090"/>
              </a:cxn>
              <a:cxn ang="0">
                <a:pos x="connsiteX1091" y="connsiteY1091"/>
              </a:cxn>
              <a:cxn ang="0">
                <a:pos x="connsiteX1092" y="connsiteY1092"/>
              </a:cxn>
              <a:cxn ang="0">
                <a:pos x="connsiteX1093" y="connsiteY1093"/>
              </a:cxn>
              <a:cxn ang="0">
                <a:pos x="connsiteX1094" y="connsiteY1094"/>
              </a:cxn>
              <a:cxn ang="0">
                <a:pos x="connsiteX1095" y="connsiteY1095"/>
              </a:cxn>
              <a:cxn ang="0">
                <a:pos x="connsiteX1096" y="connsiteY1096"/>
              </a:cxn>
              <a:cxn ang="0">
                <a:pos x="connsiteX1097" y="connsiteY1097"/>
              </a:cxn>
              <a:cxn ang="0">
                <a:pos x="connsiteX1098" y="connsiteY1098"/>
              </a:cxn>
              <a:cxn ang="0">
                <a:pos x="connsiteX1099" y="connsiteY1099"/>
              </a:cxn>
              <a:cxn ang="0">
                <a:pos x="connsiteX1100" y="connsiteY1100"/>
              </a:cxn>
              <a:cxn ang="0">
                <a:pos x="connsiteX1101" y="connsiteY1101"/>
              </a:cxn>
              <a:cxn ang="0">
                <a:pos x="connsiteX1102" y="connsiteY1102"/>
              </a:cxn>
              <a:cxn ang="0">
                <a:pos x="connsiteX1103" y="connsiteY1103"/>
              </a:cxn>
              <a:cxn ang="0">
                <a:pos x="connsiteX1104" y="connsiteY1104"/>
              </a:cxn>
              <a:cxn ang="0">
                <a:pos x="connsiteX1105" y="connsiteY1105"/>
              </a:cxn>
              <a:cxn ang="0">
                <a:pos x="connsiteX1106" y="connsiteY1106"/>
              </a:cxn>
              <a:cxn ang="0">
                <a:pos x="connsiteX1107" y="connsiteY1107"/>
              </a:cxn>
              <a:cxn ang="0">
                <a:pos x="connsiteX1108" y="connsiteY1108"/>
              </a:cxn>
              <a:cxn ang="0">
                <a:pos x="connsiteX1109" y="connsiteY1109"/>
              </a:cxn>
              <a:cxn ang="0">
                <a:pos x="connsiteX1110" y="connsiteY1110"/>
              </a:cxn>
              <a:cxn ang="0">
                <a:pos x="connsiteX1111" y="connsiteY1111"/>
              </a:cxn>
              <a:cxn ang="0">
                <a:pos x="connsiteX1112" y="connsiteY1112"/>
              </a:cxn>
              <a:cxn ang="0">
                <a:pos x="connsiteX1113" y="connsiteY1113"/>
              </a:cxn>
              <a:cxn ang="0">
                <a:pos x="connsiteX1114" y="connsiteY1114"/>
              </a:cxn>
              <a:cxn ang="0">
                <a:pos x="connsiteX1115" y="connsiteY1115"/>
              </a:cxn>
              <a:cxn ang="0">
                <a:pos x="connsiteX1116" y="connsiteY1116"/>
              </a:cxn>
              <a:cxn ang="0">
                <a:pos x="connsiteX1117" y="connsiteY1117"/>
              </a:cxn>
              <a:cxn ang="0">
                <a:pos x="connsiteX1118" y="connsiteY1118"/>
              </a:cxn>
              <a:cxn ang="0">
                <a:pos x="connsiteX1119" y="connsiteY1119"/>
              </a:cxn>
              <a:cxn ang="0">
                <a:pos x="connsiteX1120" y="connsiteY1120"/>
              </a:cxn>
              <a:cxn ang="0">
                <a:pos x="connsiteX1121" y="connsiteY1121"/>
              </a:cxn>
              <a:cxn ang="0">
                <a:pos x="connsiteX1122" y="connsiteY1122"/>
              </a:cxn>
              <a:cxn ang="0">
                <a:pos x="connsiteX1123" y="connsiteY1123"/>
              </a:cxn>
              <a:cxn ang="0">
                <a:pos x="connsiteX1124" y="connsiteY1124"/>
              </a:cxn>
              <a:cxn ang="0">
                <a:pos x="connsiteX1125" y="connsiteY1125"/>
              </a:cxn>
              <a:cxn ang="0">
                <a:pos x="connsiteX1126" y="connsiteY1126"/>
              </a:cxn>
              <a:cxn ang="0">
                <a:pos x="connsiteX1127" y="connsiteY1127"/>
              </a:cxn>
              <a:cxn ang="0">
                <a:pos x="connsiteX1128" y="connsiteY1128"/>
              </a:cxn>
              <a:cxn ang="0">
                <a:pos x="connsiteX1129" y="connsiteY1129"/>
              </a:cxn>
              <a:cxn ang="0">
                <a:pos x="connsiteX1130" y="connsiteY1130"/>
              </a:cxn>
              <a:cxn ang="0">
                <a:pos x="connsiteX1131" y="connsiteY1131"/>
              </a:cxn>
              <a:cxn ang="0">
                <a:pos x="connsiteX1132" y="connsiteY1132"/>
              </a:cxn>
              <a:cxn ang="0">
                <a:pos x="connsiteX1133" y="connsiteY1133"/>
              </a:cxn>
              <a:cxn ang="0">
                <a:pos x="connsiteX1134" y="connsiteY1134"/>
              </a:cxn>
              <a:cxn ang="0">
                <a:pos x="connsiteX1135" y="connsiteY1135"/>
              </a:cxn>
              <a:cxn ang="0">
                <a:pos x="connsiteX1136" y="connsiteY1136"/>
              </a:cxn>
              <a:cxn ang="0">
                <a:pos x="connsiteX1137" y="connsiteY1137"/>
              </a:cxn>
              <a:cxn ang="0">
                <a:pos x="connsiteX1138" y="connsiteY1138"/>
              </a:cxn>
              <a:cxn ang="0">
                <a:pos x="connsiteX1139" y="connsiteY1139"/>
              </a:cxn>
              <a:cxn ang="0">
                <a:pos x="connsiteX1140" y="connsiteY1140"/>
              </a:cxn>
              <a:cxn ang="0">
                <a:pos x="connsiteX1141" y="connsiteY1141"/>
              </a:cxn>
              <a:cxn ang="0">
                <a:pos x="connsiteX1142" y="connsiteY1142"/>
              </a:cxn>
              <a:cxn ang="0">
                <a:pos x="connsiteX1143" y="connsiteY1143"/>
              </a:cxn>
              <a:cxn ang="0">
                <a:pos x="connsiteX1144" y="connsiteY1144"/>
              </a:cxn>
              <a:cxn ang="0">
                <a:pos x="connsiteX1145" y="connsiteY1145"/>
              </a:cxn>
              <a:cxn ang="0">
                <a:pos x="connsiteX1146" y="connsiteY1146"/>
              </a:cxn>
              <a:cxn ang="0">
                <a:pos x="connsiteX1147" y="connsiteY1147"/>
              </a:cxn>
              <a:cxn ang="0">
                <a:pos x="connsiteX1148" y="connsiteY1148"/>
              </a:cxn>
              <a:cxn ang="0">
                <a:pos x="connsiteX1149" y="connsiteY1149"/>
              </a:cxn>
              <a:cxn ang="0">
                <a:pos x="connsiteX1150" y="connsiteY1150"/>
              </a:cxn>
              <a:cxn ang="0">
                <a:pos x="connsiteX1151" y="connsiteY1151"/>
              </a:cxn>
              <a:cxn ang="0">
                <a:pos x="connsiteX1152" y="connsiteY1152"/>
              </a:cxn>
              <a:cxn ang="0">
                <a:pos x="connsiteX1153" y="connsiteY1153"/>
              </a:cxn>
              <a:cxn ang="0">
                <a:pos x="connsiteX1154" y="connsiteY1154"/>
              </a:cxn>
              <a:cxn ang="0">
                <a:pos x="connsiteX1155" y="connsiteY1155"/>
              </a:cxn>
              <a:cxn ang="0">
                <a:pos x="connsiteX1156" y="connsiteY1156"/>
              </a:cxn>
              <a:cxn ang="0">
                <a:pos x="connsiteX1157" y="connsiteY1157"/>
              </a:cxn>
              <a:cxn ang="0">
                <a:pos x="connsiteX1158" y="connsiteY1158"/>
              </a:cxn>
              <a:cxn ang="0">
                <a:pos x="connsiteX1159" y="connsiteY1159"/>
              </a:cxn>
              <a:cxn ang="0">
                <a:pos x="connsiteX1160" y="connsiteY1160"/>
              </a:cxn>
              <a:cxn ang="0">
                <a:pos x="connsiteX1161" y="connsiteY1161"/>
              </a:cxn>
              <a:cxn ang="0">
                <a:pos x="connsiteX1162" y="connsiteY1162"/>
              </a:cxn>
              <a:cxn ang="0">
                <a:pos x="connsiteX1163" y="connsiteY1163"/>
              </a:cxn>
              <a:cxn ang="0">
                <a:pos x="connsiteX1164" y="connsiteY1164"/>
              </a:cxn>
              <a:cxn ang="0">
                <a:pos x="connsiteX1165" y="connsiteY1165"/>
              </a:cxn>
              <a:cxn ang="0">
                <a:pos x="connsiteX1166" y="connsiteY1166"/>
              </a:cxn>
              <a:cxn ang="0">
                <a:pos x="connsiteX1167" y="connsiteY1167"/>
              </a:cxn>
              <a:cxn ang="0">
                <a:pos x="connsiteX1168" y="connsiteY1168"/>
              </a:cxn>
              <a:cxn ang="0">
                <a:pos x="connsiteX1169" y="connsiteY1169"/>
              </a:cxn>
              <a:cxn ang="0">
                <a:pos x="connsiteX1170" y="connsiteY1170"/>
              </a:cxn>
              <a:cxn ang="0">
                <a:pos x="connsiteX1171" y="connsiteY1171"/>
              </a:cxn>
              <a:cxn ang="0">
                <a:pos x="connsiteX1172" y="connsiteY1172"/>
              </a:cxn>
              <a:cxn ang="0">
                <a:pos x="connsiteX1173" y="connsiteY1173"/>
              </a:cxn>
              <a:cxn ang="0">
                <a:pos x="connsiteX1174" y="connsiteY1174"/>
              </a:cxn>
              <a:cxn ang="0">
                <a:pos x="connsiteX1175" y="connsiteY1175"/>
              </a:cxn>
              <a:cxn ang="0">
                <a:pos x="connsiteX1176" y="connsiteY1176"/>
              </a:cxn>
              <a:cxn ang="0">
                <a:pos x="connsiteX1177" y="connsiteY1177"/>
              </a:cxn>
              <a:cxn ang="0">
                <a:pos x="connsiteX1178" y="connsiteY1178"/>
              </a:cxn>
              <a:cxn ang="0">
                <a:pos x="connsiteX1179" y="connsiteY1179"/>
              </a:cxn>
              <a:cxn ang="0">
                <a:pos x="connsiteX1180" y="connsiteY1180"/>
              </a:cxn>
              <a:cxn ang="0">
                <a:pos x="connsiteX1181" y="connsiteY1181"/>
              </a:cxn>
              <a:cxn ang="0">
                <a:pos x="connsiteX1182" y="connsiteY1182"/>
              </a:cxn>
              <a:cxn ang="0">
                <a:pos x="connsiteX1183" y="connsiteY1183"/>
              </a:cxn>
              <a:cxn ang="0">
                <a:pos x="connsiteX1184" y="connsiteY1184"/>
              </a:cxn>
              <a:cxn ang="0">
                <a:pos x="connsiteX1185" y="connsiteY1185"/>
              </a:cxn>
              <a:cxn ang="0">
                <a:pos x="connsiteX1186" y="connsiteY1186"/>
              </a:cxn>
              <a:cxn ang="0">
                <a:pos x="connsiteX1187" y="connsiteY1187"/>
              </a:cxn>
              <a:cxn ang="0">
                <a:pos x="connsiteX1188" y="connsiteY1188"/>
              </a:cxn>
              <a:cxn ang="0">
                <a:pos x="connsiteX1189" y="connsiteY1189"/>
              </a:cxn>
              <a:cxn ang="0">
                <a:pos x="connsiteX1190" y="connsiteY1190"/>
              </a:cxn>
              <a:cxn ang="0">
                <a:pos x="connsiteX1191" y="connsiteY1191"/>
              </a:cxn>
              <a:cxn ang="0">
                <a:pos x="connsiteX1192" y="connsiteY1192"/>
              </a:cxn>
              <a:cxn ang="0">
                <a:pos x="connsiteX1193" y="connsiteY1193"/>
              </a:cxn>
              <a:cxn ang="0">
                <a:pos x="connsiteX1194" y="connsiteY1194"/>
              </a:cxn>
              <a:cxn ang="0">
                <a:pos x="connsiteX1195" y="connsiteY1195"/>
              </a:cxn>
              <a:cxn ang="0">
                <a:pos x="connsiteX1196" y="connsiteY1196"/>
              </a:cxn>
              <a:cxn ang="0">
                <a:pos x="connsiteX1197" y="connsiteY1197"/>
              </a:cxn>
              <a:cxn ang="0">
                <a:pos x="connsiteX1198" y="connsiteY1198"/>
              </a:cxn>
              <a:cxn ang="0">
                <a:pos x="connsiteX1199" y="connsiteY1199"/>
              </a:cxn>
              <a:cxn ang="0">
                <a:pos x="connsiteX1200" y="connsiteY1200"/>
              </a:cxn>
              <a:cxn ang="0">
                <a:pos x="connsiteX1201" y="connsiteY1201"/>
              </a:cxn>
              <a:cxn ang="0">
                <a:pos x="connsiteX1202" y="connsiteY1202"/>
              </a:cxn>
              <a:cxn ang="0">
                <a:pos x="connsiteX1203" y="connsiteY1203"/>
              </a:cxn>
              <a:cxn ang="0">
                <a:pos x="connsiteX1204" y="connsiteY1204"/>
              </a:cxn>
              <a:cxn ang="0">
                <a:pos x="connsiteX1205" y="connsiteY1205"/>
              </a:cxn>
              <a:cxn ang="0">
                <a:pos x="connsiteX1206" y="connsiteY1206"/>
              </a:cxn>
              <a:cxn ang="0">
                <a:pos x="connsiteX1207" y="connsiteY1207"/>
              </a:cxn>
              <a:cxn ang="0">
                <a:pos x="connsiteX1208" y="connsiteY1208"/>
              </a:cxn>
              <a:cxn ang="0">
                <a:pos x="connsiteX1209" y="connsiteY1209"/>
              </a:cxn>
              <a:cxn ang="0">
                <a:pos x="connsiteX1210" y="connsiteY1210"/>
              </a:cxn>
              <a:cxn ang="0">
                <a:pos x="connsiteX1211" y="connsiteY1211"/>
              </a:cxn>
              <a:cxn ang="0">
                <a:pos x="connsiteX1212" y="connsiteY1212"/>
              </a:cxn>
              <a:cxn ang="0">
                <a:pos x="connsiteX1213" y="connsiteY1213"/>
              </a:cxn>
              <a:cxn ang="0">
                <a:pos x="connsiteX1214" y="connsiteY1214"/>
              </a:cxn>
              <a:cxn ang="0">
                <a:pos x="connsiteX1215" y="connsiteY1215"/>
              </a:cxn>
              <a:cxn ang="0">
                <a:pos x="connsiteX1216" y="connsiteY1216"/>
              </a:cxn>
              <a:cxn ang="0">
                <a:pos x="connsiteX1217" y="connsiteY1217"/>
              </a:cxn>
              <a:cxn ang="0">
                <a:pos x="connsiteX1218" y="connsiteY1218"/>
              </a:cxn>
              <a:cxn ang="0">
                <a:pos x="connsiteX1219" y="connsiteY1219"/>
              </a:cxn>
              <a:cxn ang="0">
                <a:pos x="connsiteX1220" y="connsiteY1220"/>
              </a:cxn>
              <a:cxn ang="0">
                <a:pos x="connsiteX1221" y="connsiteY1221"/>
              </a:cxn>
              <a:cxn ang="0">
                <a:pos x="connsiteX1222" y="connsiteY1222"/>
              </a:cxn>
              <a:cxn ang="0">
                <a:pos x="connsiteX1223" y="connsiteY1223"/>
              </a:cxn>
              <a:cxn ang="0">
                <a:pos x="connsiteX1224" y="connsiteY1224"/>
              </a:cxn>
              <a:cxn ang="0">
                <a:pos x="connsiteX1225" y="connsiteY1225"/>
              </a:cxn>
              <a:cxn ang="0">
                <a:pos x="connsiteX1226" y="connsiteY1226"/>
              </a:cxn>
              <a:cxn ang="0">
                <a:pos x="connsiteX1227" y="connsiteY1227"/>
              </a:cxn>
              <a:cxn ang="0">
                <a:pos x="connsiteX1228" y="connsiteY1228"/>
              </a:cxn>
              <a:cxn ang="0">
                <a:pos x="connsiteX1229" y="connsiteY1229"/>
              </a:cxn>
              <a:cxn ang="0">
                <a:pos x="connsiteX1230" y="connsiteY1230"/>
              </a:cxn>
              <a:cxn ang="0">
                <a:pos x="connsiteX1231" y="connsiteY1231"/>
              </a:cxn>
              <a:cxn ang="0">
                <a:pos x="connsiteX1232" y="connsiteY1232"/>
              </a:cxn>
              <a:cxn ang="0">
                <a:pos x="connsiteX1233" y="connsiteY1233"/>
              </a:cxn>
              <a:cxn ang="0">
                <a:pos x="connsiteX1234" y="connsiteY1234"/>
              </a:cxn>
              <a:cxn ang="0">
                <a:pos x="connsiteX1235" y="connsiteY1235"/>
              </a:cxn>
              <a:cxn ang="0">
                <a:pos x="connsiteX1236" y="connsiteY1236"/>
              </a:cxn>
              <a:cxn ang="0">
                <a:pos x="connsiteX1237" y="connsiteY1237"/>
              </a:cxn>
              <a:cxn ang="0">
                <a:pos x="connsiteX1238" y="connsiteY1238"/>
              </a:cxn>
              <a:cxn ang="0">
                <a:pos x="connsiteX1239" y="connsiteY1239"/>
              </a:cxn>
              <a:cxn ang="0">
                <a:pos x="connsiteX1240" y="connsiteY1240"/>
              </a:cxn>
              <a:cxn ang="0">
                <a:pos x="connsiteX1241" y="connsiteY1241"/>
              </a:cxn>
              <a:cxn ang="0">
                <a:pos x="connsiteX1242" y="connsiteY1242"/>
              </a:cxn>
              <a:cxn ang="0">
                <a:pos x="connsiteX1243" y="connsiteY1243"/>
              </a:cxn>
              <a:cxn ang="0">
                <a:pos x="connsiteX1244" y="connsiteY1244"/>
              </a:cxn>
              <a:cxn ang="0">
                <a:pos x="connsiteX1245" y="connsiteY1245"/>
              </a:cxn>
              <a:cxn ang="0">
                <a:pos x="connsiteX1246" y="connsiteY1246"/>
              </a:cxn>
              <a:cxn ang="0">
                <a:pos x="connsiteX1247" y="connsiteY1247"/>
              </a:cxn>
              <a:cxn ang="0">
                <a:pos x="connsiteX1248" y="connsiteY1248"/>
              </a:cxn>
              <a:cxn ang="0">
                <a:pos x="connsiteX1249" y="connsiteY1249"/>
              </a:cxn>
              <a:cxn ang="0">
                <a:pos x="connsiteX1250" y="connsiteY1250"/>
              </a:cxn>
              <a:cxn ang="0">
                <a:pos x="connsiteX1251" y="connsiteY1251"/>
              </a:cxn>
              <a:cxn ang="0">
                <a:pos x="connsiteX1252" y="connsiteY1252"/>
              </a:cxn>
              <a:cxn ang="0">
                <a:pos x="connsiteX1253" y="connsiteY1253"/>
              </a:cxn>
              <a:cxn ang="0">
                <a:pos x="connsiteX1254" y="connsiteY1254"/>
              </a:cxn>
              <a:cxn ang="0">
                <a:pos x="connsiteX1255" y="connsiteY1255"/>
              </a:cxn>
              <a:cxn ang="0">
                <a:pos x="connsiteX1256" y="connsiteY1256"/>
              </a:cxn>
              <a:cxn ang="0">
                <a:pos x="connsiteX1257" y="connsiteY1257"/>
              </a:cxn>
              <a:cxn ang="0">
                <a:pos x="connsiteX1258" y="connsiteY1258"/>
              </a:cxn>
              <a:cxn ang="0">
                <a:pos x="connsiteX1259" y="connsiteY1259"/>
              </a:cxn>
              <a:cxn ang="0">
                <a:pos x="connsiteX1260" y="connsiteY1260"/>
              </a:cxn>
              <a:cxn ang="0">
                <a:pos x="connsiteX1261" y="connsiteY1261"/>
              </a:cxn>
              <a:cxn ang="0">
                <a:pos x="connsiteX1262" y="connsiteY1262"/>
              </a:cxn>
              <a:cxn ang="0">
                <a:pos x="connsiteX1263" y="connsiteY1263"/>
              </a:cxn>
              <a:cxn ang="0">
                <a:pos x="connsiteX1264" y="connsiteY1264"/>
              </a:cxn>
              <a:cxn ang="0">
                <a:pos x="connsiteX1265" y="connsiteY1265"/>
              </a:cxn>
              <a:cxn ang="0">
                <a:pos x="connsiteX1266" y="connsiteY1266"/>
              </a:cxn>
              <a:cxn ang="0">
                <a:pos x="connsiteX1267" y="connsiteY1267"/>
              </a:cxn>
              <a:cxn ang="0">
                <a:pos x="connsiteX1268" y="connsiteY1268"/>
              </a:cxn>
              <a:cxn ang="0">
                <a:pos x="connsiteX1269" y="connsiteY1269"/>
              </a:cxn>
              <a:cxn ang="0">
                <a:pos x="connsiteX1270" y="connsiteY1270"/>
              </a:cxn>
              <a:cxn ang="0">
                <a:pos x="connsiteX1271" y="connsiteY1271"/>
              </a:cxn>
              <a:cxn ang="0">
                <a:pos x="connsiteX1272" y="connsiteY1272"/>
              </a:cxn>
              <a:cxn ang="0">
                <a:pos x="connsiteX1273" y="connsiteY1273"/>
              </a:cxn>
              <a:cxn ang="0">
                <a:pos x="connsiteX1274" y="connsiteY1274"/>
              </a:cxn>
              <a:cxn ang="0">
                <a:pos x="connsiteX1275" y="connsiteY1275"/>
              </a:cxn>
              <a:cxn ang="0">
                <a:pos x="connsiteX1276" y="connsiteY1276"/>
              </a:cxn>
              <a:cxn ang="0">
                <a:pos x="connsiteX1277" y="connsiteY1277"/>
              </a:cxn>
              <a:cxn ang="0">
                <a:pos x="connsiteX1278" y="connsiteY1278"/>
              </a:cxn>
              <a:cxn ang="0">
                <a:pos x="connsiteX1279" y="connsiteY1279"/>
              </a:cxn>
              <a:cxn ang="0">
                <a:pos x="connsiteX1280" y="connsiteY1280"/>
              </a:cxn>
              <a:cxn ang="0">
                <a:pos x="connsiteX1281" y="connsiteY1281"/>
              </a:cxn>
              <a:cxn ang="0">
                <a:pos x="connsiteX1282" y="connsiteY1282"/>
              </a:cxn>
              <a:cxn ang="0">
                <a:pos x="connsiteX1283" y="connsiteY1283"/>
              </a:cxn>
              <a:cxn ang="0">
                <a:pos x="connsiteX1284" y="connsiteY1284"/>
              </a:cxn>
            </a:cxnLst>
            <a:rect l="l" t="t" r="r" b="b"/>
            <a:pathLst>
              <a:path w="2076821" h="2390454">
                <a:moveTo>
                  <a:pt x="1926598" y="429027"/>
                </a:moveTo>
                <a:lnTo>
                  <a:pt x="1938908" y="426869"/>
                </a:lnTo>
                <a:lnTo>
                  <a:pt x="1939608" y="391224"/>
                </a:lnTo>
                <a:lnTo>
                  <a:pt x="1966910" y="365029"/>
                </a:lnTo>
                <a:lnTo>
                  <a:pt x="1991179" y="361587"/>
                </a:lnTo>
                <a:lnTo>
                  <a:pt x="2007106" y="340235"/>
                </a:lnTo>
                <a:lnTo>
                  <a:pt x="2004773" y="311124"/>
                </a:lnTo>
                <a:lnTo>
                  <a:pt x="2021749" y="309665"/>
                </a:lnTo>
                <a:lnTo>
                  <a:pt x="2042752" y="318124"/>
                </a:lnTo>
                <a:lnTo>
                  <a:pt x="2055236" y="302314"/>
                </a:lnTo>
                <a:lnTo>
                  <a:pt x="2054303" y="281312"/>
                </a:lnTo>
                <a:lnTo>
                  <a:pt x="2048410" y="280554"/>
                </a:lnTo>
                <a:lnTo>
                  <a:pt x="2033475" y="269003"/>
                </a:lnTo>
                <a:lnTo>
                  <a:pt x="2025717" y="269003"/>
                </a:lnTo>
                <a:lnTo>
                  <a:pt x="2018949" y="273378"/>
                </a:lnTo>
                <a:lnTo>
                  <a:pt x="2018074" y="285279"/>
                </a:lnTo>
                <a:lnTo>
                  <a:pt x="2010081" y="277170"/>
                </a:lnTo>
                <a:lnTo>
                  <a:pt x="2005064" y="265561"/>
                </a:lnTo>
                <a:lnTo>
                  <a:pt x="1993863" y="265269"/>
                </a:lnTo>
                <a:lnTo>
                  <a:pt x="1996196" y="276470"/>
                </a:lnTo>
                <a:lnTo>
                  <a:pt x="1993396" y="298056"/>
                </a:lnTo>
                <a:lnTo>
                  <a:pt x="1986046" y="293447"/>
                </a:lnTo>
                <a:lnTo>
                  <a:pt x="1977353" y="279095"/>
                </a:lnTo>
                <a:lnTo>
                  <a:pt x="1962301" y="288721"/>
                </a:lnTo>
                <a:lnTo>
                  <a:pt x="1957343" y="299981"/>
                </a:lnTo>
                <a:lnTo>
                  <a:pt x="1952150" y="283763"/>
                </a:lnTo>
                <a:lnTo>
                  <a:pt x="1947250" y="261885"/>
                </a:lnTo>
                <a:lnTo>
                  <a:pt x="1939491" y="260718"/>
                </a:lnTo>
                <a:lnTo>
                  <a:pt x="1931498" y="238316"/>
                </a:lnTo>
                <a:lnTo>
                  <a:pt x="1923389" y="233707"/>
                </a:lnTo>
                <a:lnTo>
                  <a:pt x="1906413" y="236099"/>
                </a:lnTo>
                <a:lnTo>
                  <a:pt x="1891711" y="229915"/>
                </a:lnTo>
                <a:lnTo>
                  <a:pt x="1868025" y="227173"/>
                </a:lnTo>
                <a:lnTo>
                  <a:pt x="1856007" y="211422"/>
                </a:lnTo>
                <a:lnTo>
                  <a:pt x="1860208" y="207630"/>
                </a:lnTo>
                <a:lnTo>
                  <a:pt x="1890311" y="215622"/>
                </a:lnTo>
                <a:lnTo>
                  <a:pt x="1914930" y="212472"/>
                </a:lnTo>
                <a:lnTo>
                  <a:pt x="1936049" y="216322"/>
                </a:lnTo>
                <a:lnTo>
                  <a:pt x="1976011" y="221748"/>
                </a:lnTo>
                <a:lnTo>
                  <a:pt x="2003722" y="212063"/>
                </a:lnTo>
                <a:lnTo>
                  <a:pt x="2021808" y="175893"/>
                </a:lnTo>
                <a:lnTo>
                  <a:pt x="2060370" y="165917"/>
                </a:lnTo>
                <a:lnTo>
                  <a:pt x="2076821" y="152091"/>
                </a:lnTo>
                <a:lnTo>
                  <a:pt x="2076821" y="146315"/>
                </a:lnTo>
                <a:lnTo>
                  <a:pt x="2064687" y="142115"/>
                </a:lnTo>
                <a:lnTo>
                  <a:pt x="2060837" y="134064"/>
                </a:lnTo>
                <a:lnTo>
                  <a:pt x="2046543" y="129397"/>
                </a:lnTo>
                <a:lnTo>
                  <a:pt x="2028925" y="132547"/>
                </a:lnTo>
                <a:lnTo>
                  <a:pt x="2003781" y="111720"/>
                </a:lnTo>
                <a:lnTo>
                  <a:pt x="1990305" y="111720"/>
                </a:lnTo>
                <a:lnTo>
                  <a:pt x="1974144" y="129747"/>
                </a:lnTo>
                <a:lnTo>
                  <a:pt x="1963877" y="129747"/>
                </a:lnTo>
                <a:lnTo>
                  <a:pt x="1960610" y="122921"/>
                </a:lnTo>
                <a:lnTo>
                  <a:pt x="1976711" y="112420"/>
                </a:lnTo>
                <a:lnTo>
                  <a:pt x="1979512" y="98652"/>
                </a:lnTo>
                <a:lnTo>
                  <a:pt x="1959910" y="90893"/>
                </a:lnTo>
                <a:lnTo>
                  <a:pt x="1956117" y="85642"/>
                </a:lnTo>
                <a:lnTo>
                  <a:pt x="1941825" y="86401"/>
                </a:lnTo>
                <a:lnTo>
                  <a:pt x="1928698" y="108978"/>
                </a:lnTo>
                <a:lnTo>
                  <a:pt x="1921406" y="108978"/>
                </a:lnTo>
                <a:lnTo>
                  <a:pt x="1923156" y="92760"/>
                </a:lnTo>
                <a:lnTo>
                  <a:pt x="1914288" y="94393"/>
                </a:lnTo>
                <a:lnTo>
                  <a:pt x="1906063" y="106353"/>
                </a:lnTo>
                <a:lnTo>
                  <a:pt x="1897136" y="105594"/>
                </a:lnTo>
                <a:lnTo>
                  <a:pt x="1893695" y="95210"/>
                </a:lnTo>
                <a:lnTo>
                  <a:pt x="1906821" y="85934"/>
                </a:lnTo>
                <a:lnTo>
                  <a:pt x="1906821" y="74149"/>
                </a:lnTo>
                <a:lnTo>
                  <a:pt x="1887627" y="62190"/>
                </a:lnTo>
                <a:lnTo>
                  <a:pt x="1868375" y="61840"/>
                </a:lnTo>
                <a:lnTo>
                  <a:pt x="1856357" y="69132"/>
                </a:lnTo>
                <a:lnTo>
                  <a:pt x="1853382" y="97193"/>
                </a:lnTo>
                <a:lnTo>
                  <a:pt x="1839847" y="102911"/>
                </a:lnTo>
                <a:lnTo>
                  <a:pt x="1838389" y="112478"/>
                </a:lnTo>
                <a:lnTo>
                  <a:pt x="1849882" y="141298"/>
                </a:lnTo>
                <a:lnTo>
                  <a:pt x="1848306" y="154074"/>
                </a:lnTo>
                <a:lnTo>
                  <a:pt x="1837864" y="163700"/>
                </a:lnTo>
                <a:lnTo>
                  <a:pt x="1829521" y="146023"/>
                </a:lnTo>
                <a:lnTo>
                  <a:pt x="1817095" y="144798"/>
                </a:lnTo>
                <a:lnTo>
                  <a:pt x="1814061" y="151566"/>
                </a:lnTo>
                <a:lnTo>
                  <a:pt x="1797551" y="148299"/>
                </a:lnTo>
                <a:lnTo>
                  <a:pt x="1772932" y="159500"/>
                </a:lnTo>
                <a:lnTo>
                  <a:pt x="1792126" y="132605"/>
                </a:lnTo>
                <a:lnTo>
                  <a:pt x="1807061" y="128697"/>
                </a:lnTo>
                <a:lnTo>
                  <a:pt x="1816628" y="109445"/>
                </a:lnTo>
                <a:lnTo>
                  <a:pt x="1814003" y="99877"/>
                </a:lnTo>
                <a:lnTo>
                  <a:pt x="1806594" y="101044"/>
                </a:lnTo>
                <a:lnTo>
                  <a:pt x="1786642" y="115979"/>
                </a:lnTo>
                <a:lnTo>
                  <a:pt x="1775091" y="112595"/>
                </a:lnTo>
                <a:lnTo>
                  <a:pt x="1777774" y="103786"/>
                </a:lnTo>
                <a:lnTo>
                  <a:pt x="1790901" y="92935"/>
                </a:lnTo>
                <a:lnTo>
                  <a:pt x="1792067" y="84650"/>
                </a:lnTo>
                <a:lnTo>
                  <a:pt x="1774391" y="80392"/>
                </a:lnTo>
                <a:lnTo>
                  <a:pt x="1770948" y="72691"/>
                </a:lnTo>
                <a:lnTo>
                  <a:pt x="1785650" y="68024"/>
                </a:lnTo>
                <a:lnTo>
                  <a:pt x="1791659" y="73858"/>
                </a:lnTo>
                <a:lnTo>
                  <a:pt x="1813128" y="73858"/>
                </a:lnTo>
                <a:lnTo>
                  <a:pt x="1825438" y="42354"/>
                </a:lnTo>
                <a:lnTo>
                  <a:pt x="1822112" y="29286"/>
                </a:lnTo>
                <a:lnTo>
                  <a:pt x="1802043" y="34245"/>
                </a:lnTo>
                <a:lnTo>
                  <a:pt x="1792884" y="28061"/>
                </a:lnTo>
                <a:lnTo>
                  <a:pt x="1796676" y="13418"/>
                </a:lnTo>
                <a:lnTo>
                  <a:pt x="1791192" y="58"/>
                </a:lnTo>
                <a:lnTo>
                  <a:pt x="1778241" y="11551"/>
                </a:lnTo>
                <a:lnTo>
                  <a:pt x="1767390" y="10443"/>
                </a:lnTo>
                <a:lnTo>
                  <a:pt x="1755897" y="467"/>
                </a:lnTo>
                <a:lnTo>
                  <a:pt x="1741312" y="14293"/>
                </a:lnTo>
                <a:lnTo>
                  <a:pt x="1742129" y="23977"/>
                </a:lnTo>
                <a:lnTo>
                  <a:pt x="1753913" y="38854"/>
                </a:lnTo>
                <a:lnTo>
                  <a:pt x="1745804" y="50055"/>
                </a:lnTo>
                <a:lnTo>
                  <a:pt x="1737053" y="50055"/>
                </a:lnTo>
                <a:lnTo>
                  <a:pt x="1722994" y="29695"/>
                </a:lnTo>
                <a:lnTo>
                  <a:pt x="1712434" y="39321"/>
                </a:lnTo>
                <a:lnTo>
                  <a:pt x="1707067" y="56647"/>
                </a:lnTo>
                <a:lnTo>
                  <a:pt x="1711676" y="63940"/>
                </a:lnTo>
                <a:lnTo>
                  <a:pt x="1727078" y="64232"/>
                </a:lnTo>
                <a:lnTo>
                  <a:pt x="1734428" y="71232"/>
                </a:lnTo>
                <a:lnTo>
                  <a:pt x="1732969" y="79633"/>
                </a:lnTo>
                <a:lnTo>
                  <a:pt x="1720543" y="85234"/>
                </a:lnTo>
                <a:lnTo>
                  <a:pt x="1720543" y="99410"/>
                </a:lnTo>
                <a:lnTo>
                  <a:pt x="1708584" y="105478"/>
                </a:lnTo>
                <a:lnTo>
                  <a:pt x="1708584" y="118954"/>
                </a:lnTo>
                <a:lnTo>
                  <a:pt x="1712026" y="125138"/>
                </a:lnTo>
                <a:lnTo>
                  <a:pt x="1700883" y="132314"/>
                </a:lnTo>
                <a:lnTo>
                  <a:pt x="1707417" y="152324"/>
                </a:lnTo>
                <a:lnTo>
                  <a:pt x="1701700" y="158800"/>
                </a:lnTo>
                <a:lnTo>
                  <a:pt x="1688690" y="149640"/>
                </a:lnTo>
                <a:lnTo>
                  <a:pt x="1676847" y="158800"/>
                </a:lnTo>
                <a:lnTo>
                  <a:pt x="1674047" y="166617"/>
                </a:lnTo>
                <a:lnTo>
                  <a:pt x="1660979" y="175893"/>
                </a:lnTo>
                <a:lnTo>
                  <a:pt x="1659871" y="156641"/>
                </a:lnTo>
                <a:lnTo>
                  <a:pt x="1676322" y="120762"/>
                </a:lnTo>
                <a:lnTo>
                  <a:pt x="1660104" y="114987"/>
                </a:lnTo>
                <a:lnTo>
                  <a:pt x="1661737" y="105769"/>
                </a:lnTo>
                <a:lnTo>
                  <a:pt x="1673288" y="94276"/>
                </a:lnTo>
                <a:lnTo>
                  <a:pt x="1673697" y="63473"/>
                </a:lnTo>
                <a:lnTo>
                  <a:pt x="1667396" y="53439"/>
                </a:lnTo>
                <a:lnTo>
                  <a:pt x="1657887" y="53847"/>
                </a:lnTo>
                <a:lnTo>
                  <a:pt x="1632509" y="95852"/>
                </a:lnTo>
                <a:lnTo>
                  <a:pt x="1631693" y="119246"/>
                </a:lnTo>
                <a:lnTo>
                  <a:pt x="1605848" y="154483"/>
                </a:lnTo>
                <a:lnTo>
                  <a:pt x="1599781" y="179568"/>
                </a:lnTo>
                <a:lnTo>
                  <a:pt x="1605148" y="190361"/>
                </a:lnTo>
                <a:lnTo>
                  <a:pt x="1602465" y="210838"/>
                </a:lnTo>
                <a:lnTo>
                  <a:pt x="1576329" y="239600"/>
                </a:lnTo>
                <a:lnTo>
                  <a:pt x="1562736" y="245784"/>
                </a:lnTo>
                <a:lnTo>
                  <a:pt x="1562736" y="228107"/>
                </a:lnTo>
                <a:lnTo>
                  <a:pt x="1556668" y="215389"/>
                </a:lnTo>
                <a:lnTo>
                  <a:pt x="1573412" y="188436"/>
                </a:lnTo>
                <a:lnTo>
                  <a:pt x="1570086" y="170759"/>
                </a:lnTo>
                <a:lnTo>
                  <a:pt x="1577145" y="157400"/>
                </a:lnTo>
                <a:lnTo>
                  <a:pt x="1568920" y="139606"/>
                </a:lnTo>
                <a:lnTo>
                  <a:pt x="1598556" y="106936"/>
                </a:lnTo>
                <a:lnTo>
                  <a:pt x="1603573" y="87334"/>
                </a:lnTo>
                <a:lnTo>
                  <a:pt x="1608065" y="83775"/>
                </a:lnTo>
                <a:lnTo>
                  <a:pt x="1606198" y="72691"/>
                </a:lnTo>
                <a:lnTo>
                  <a:pt x="1590505" y="71116"/>
                </a:lnTo>
                <a:lnTo>
                  <a:pt x="1574228" y="54547"/>
                </a:lnTo>
                <a:lnTo>
                  <a:pt x="1566236" y="57289"/>
                </a:lnTo>
                <a:lnTo>
                  <a:pt x="1568920" y="75374"/>
                </a:lnTo>
                <a:lnTo>
                  <a:pt x="1557310" y="88442"/>
                </a:lnTo>
                <a:lnTo>
                  <a:pt x="1556610" y="70766"/>
                </a:lnTo>
                <a:lnTo>
                  <a:pt x="1543075" y="57581"/>
                </a:lnTo>
                <a:lnTo>
                  <a:pt x="1526624" y="54081"/>
                </a:lnTo>
                <a:lnTo>
                  <a:pt x="1514139" y="60673"/>
                </a:lnTo>
                <a:lnTo>
                  <a:pt x="1516997" y="85409"/>
                </a:lnTo>
                <a:lnTo>
                  <a:pt x="1510755" y="97252"/>
                </a:lnTo>
                <a:lnTo>
                  <a:pt x="1502296" y="86926"/>
                </a:lnTo>
                <a:lnTo>
                  <a:pt x="1491036" y="80392"/>
                </a:lnTo>
                <a:lnTo>
                  <a:pt x="1482636" y="88792"/>
                </a:lnTo>
                <a:lnTo>
                  <a:pt x="1485378" y="96435"/>
                </a:lnTo>
                <a:lnTo>
                  <a:pt x="1508363" y="111895"/>
                </a:lnTo>
                <a:lnTo>
                  <a:pt x="1513789" y="129222"/>
                </a:lnTo>
                <a:lnTo>
                  <a:pt x="1508363" y="135347"/>
                </a:lnTo>
                <a:lnTo>
                  <a:pt x="1498387" y="125080"/>
                </a:lnTo>
                <a:lnTo>
                  <a:pt x="1486078" y="136222"/>
                </a:lnTo>
                <a:lnTo>
                  <a:pt x="1485028" y="146957"/>
                </a:lnTo>
                <a:lnTo>
                  <a:pt x="1490686" y="154483"/>
                </a:lnTo>
                <a:lnTo>
                  <a:pt x="1484503" y="161075"/>
                </a:lnTo>
                <a:lnTo>
                  <a:pt x="1466301" y="149232"/>
                </a:lnTo>
                <a:lnTo>
                  <a:pt x="1456908" y="150107"/>
                </a:lnTo>
                <a:lnTo>
                  <a:pt x="1446407" y="171168"/>
                </a:lnTo>
                <a:lnTo>
                  <a:pt x="1433106" y="176943"/>
                </a:lnTo>
                <a:lnTo>
                  <a:pt x="1433106" y="184586"/>
                </a:lnTo>
                <a:lnTo>
                  <a:pt x="1441040" y="190361"/>
                </a:lnTo>
                <a:lnTo>
                  <a:pt x="1422313" y="202612"/>
                </a:lnTo>
                <a:lnTo>
                  <a:pt x="1417879" y="217606"/>
                </a:lnTo>
                <a:lnTo>
                  <a:pt x="1433339" y="233824"/>
                </a:lnTo>
                <a:lnTo>
                  <a:pt x="1421846" y="245434"/>
                </a:lnTo>
                <a:lnTo>
                  <a:pt x="1437306" y="252726"/>
                </a:lnTo>
                <a:lnTo>
                  <a:pt x="1444248" y="260077"/>
                </a:lnTo>
                <a:lnTo>
                  <a:pt x="1435614" y="268828"/>
                </a:lnTo>
                <a:lnTo>
                  <a:pt x="1410645" y="266611"/>
                </a:lnTo>
                <a:lnTo>
                  <a:pt x="1404169" y="240008"/>
                </a:lnTo>
                <a:lnTo>
                  <a:pt x="1392210" y="236683"/>
                </a:lnTo>
                <a:lnTo>
                  <a:pt x="1403411" y="224198"/>
                </a:lnTo>
                <a:lnTo>
                  <a:pt x="1387659" y="215739"/>
                </a:lnTo>
                <a:lnTo>
                  <a:pt x="1370391" y="217547"/>
                </a:lnTo>
                <a:lnTo>
                  <a:pt x="1347988" y="216147"/>
                </a:lnTo>
                <a:lnTo>
                  <a:pt x="1316952" y="191470"/>
                </a:lnTo>
                <a:lnTo>
                  <a:pt x="1307618" y="191061"/>
                </a:lnTo>
                <a:lnTo>
                  <a:pt x="1297292" y="203779"/>
                </a:lnTo>
                <a:lnTo>
                  <a:pt x="1290407" y="190303"/>
                </a:lnTo>
                <a:lnTo>
                  <a:pt x="1274539" y="204479"/>
                </a:lnTo>
                <a:lnTo>
                  <a:pt x="1256104" y="208796"/>
                </a:lnTo>
                <a:lnTo>
                  <a:pt x="1255287" y="217256"/>
                </a:lnTo>
                <a:lnTo>
                  <a:pt x="1277281" y="243392"/>
                </a:lnTo>
                <a:lnTo>
                  <a:pt x="1293091" y="242925"/>
                </a:lnTo>
                <a:lnTo>
                  <a:pt x="1302075" y="253368"/>
                </a:lnTo>
                <a:lnTo>
                  <a:pt x="1324886" y="254943"/>
                </a:lnTo>
                <a:lnTo>
                  <a:pt x="1315027" y="273903"/>
                </a:lnTo>
                <a:lnTo>
                  <a:pt x="1315785" y="291522"/>
                </a:lnTo>
                <a:lnTo>
                  <a:pt x="1331420" y="312699"/>
                </a:lnTo>
                <a:lnTo>
                  <a:pt x="1329261" y="326525"/>
                </a:lnTo>
                <a:lnTo>
                  <a:pt x="1315727" y="316491"/>
                </a:lnTo>
                <a:lnTo>
                  <a:pt x="1302250" y="293680"/>
                </a:lnTo>
                <a:lnTo>
                  <a:pt x="1284574" y="286504"/>
                </a:lnTo>
                <a:lnTo>
                  <a:pt x="1274131" y="273786"/>
                </a:lnTo>
                <a:lnTo>
                  <a:pt x="1268705" y="290997"/>
                </a:lnTo>
                <a:lnTo>
                  <a:pt x="1253770" y="303656"/>
                </a:lnTo>
                <a:lnTo>
                  <a:pt x="1250212" y="279562"/>
                </a:lnTo>
                <a:lnTo>
                  <a:pt x="1235277" y="292105"/>
                </a:lnTo>
                <a:lnTo>
                  <a:pt x="1234810" y="302548"/>
                </a:lnTo>
                <a:lnTo>
                  <a:pt x="1217192" y="317891"/>
                </a:lnTo>
                <a:lnTo>
                  <a:pt x="1218242" y="334109"/>
                </a:lnTo>
                <a:lnTo>
                  <a:pt x="1239477" y="343735"/>
                </a:lnTo>
                <a:lnTo>
                  <a:pt x="1248345" y="362637"/>
                </a:lnTo>
                <a:lnTo>
                  <a:pt x="1232068" y="360012"/>
                </a:lnTo>
                <a:lnTo>
                  <a:pt x="1223201" y="351086"/>
                </a:lnTo>
                <a:lnTo>
                  <a:pt x="1209316" y="371563"/>
                </a:lnTo>
                <a:lnTo>
                  <a:pt x="1204824" y="387256"/>
                </a:lnTo>
                <a:lnTo>
                  <a:pt x="1182480" y="404933"/>
                </a:lnTo>
                <a:lnTo>
                  <a:pt x="1182130" y="394141"/>
                </a:lnTo>
                <a:lnTo>
                  <a:pt x="1197181" y="383348"/>
                </a:lnTo>
                <a:lnTo>
                  <a:pt x="1192222" y="369171"/>
                </a:lnTo>
                <a:lnTo>
                  <a:pt x="1206282" y="340585"/>
                </a:lnTo>
                <a:lnTo>
                  <a:pt x="1195139" y="283354"/>
                </a:lnTo>
                <a:lnTo>
                  <a:pt x="1180613" y="292513"/>
                </a:lnTo>
                <a:lnTo>
                  <a:pt x="1157452" y="329559"/>
                </a:lnTo>
                <a:lnTo>
                  <a:pt x="1157102" y="354120"/>
                </a:lnTo>
                <a:lnTo>
                  <a:pt x="1160544" y="364212"/>
                </a:lnTo>
                <a:lnTo>
                  <a:pt x="1144734" y="384165"/>
                </a:lnTo>
                <a:lnTo>
                  <a:pt x="1142809" y="364854"/>
                </a:lnTo>
                <a:lnTo>
                  <a:pt x="1152552" y="343735"/>
                </a:lnTo>
                <a:lnTo>
                  <a:pt x="1145026" y="316083"/>
                </a:lnTo>
                <a:lnTo>
                  <a:pt x="1134817" y="313807"/>
                </a:lnTo>
                <a:lnTo>
                  <a:pt x="1115214" y="326409"/>
                </a:lnTo>
                <a:lnTo>
                  <a:pt x="1101738" y="351786"/>
                </a:lnTo>
                <a:lnTo>
                  <a:pt x="1110664" y="371505"/>
                </a:lnTo>
                <a:lnTo>
                  <a:pt x="1109497" y="389123"/>
                </a:lnTo>
                <a:lnTo>
                  <a:pt x="1137267" y="409134"/>
                </a:lnTo>
                <a:lnTo>
                  <a:pt x="1144793" y="423018"/>
                </a:lnTo>
                <a:lnTo>
                  <a:pt x="1133708" y="444487"/>
                </a:lnTo>
                <a:lnTo>
                  <a:pt x="1124840" y="417185"/>
                </a:lnTo>
                <a:lnTo>
                  <a:pt x="1104422" y="408025"/>
                </a:lnTo>
                <a:lnTo>
                  <a:pt x="1091004" y="372147"/>
                </a:lnTo>
                <a:lnTo>
                  <a:pt x="1084820" y="368355"/>
                </a:lnTo>
                <a:lnTo>
                  <a:pt x="1058684" y="377222"/>
                </a:lnTo>
                <a:lnTo>
                  <a:pt x="1055125" y="389882"/>
                </a:lnTo>
                <a:lnTo>
                  <a:pt x="1081378" y="410184"/>
                </a:lnTo>
                <a:lnTo>
                  <a:pt x="1093687" y="411817"/>
                </a:lnTo>
                <a:lnTo>
                  <a:pt x="1100338" y="419518"/>
                </a:lnTo>
                <a:lnTo>
                  <a:pt x="1082953" y="416776"/>
                </a:lnTo>
                <a:lnTo>
                  <a:pt x="1065626" y="422493"/>
                </a:lnTo>
                <a:lnTo>
                  <a:pt x="1077119" y="441687"/>
                </a:lnTo>
                <a:lnTo>
                  <a:pt x="1057517" y="427861"/>
                </a:lnTo>
                <a:lnTo>
                  <a:pt x="1055125" y="404350"/>
                </a:lnTo>
                <a:lnTo>
                  <a:pt x="1047599" y="399741"/>
                </a:lnTo>
                <a:lnTo>
                  <a:pt x="1043341" y="384048"/>
                </a:lnTo>
                <a:lnTo>
                  <a:pt x="1031789" y="392799"/>
                </a:lnTo>
                <a:lnTo>
                  <a:pt x="1027180" y="418176"/>
                </a:lnTo>
                <a:lnTo>
                  <a:pt x="1036398" y="429728"/>
                </a:lnTo>
                <a:lnTo>
                  <a:pt x="1032839" y="452480"/>
                </a:lnTo>
                <a:lnTo>
                  <a:pt x="1016796" y="444021"/>
                </a:lnTo>
                <a:lnTo>
                  <a:pt x="1002503" y="448513"/>
                </a:lnTo>
                <a:lnTo>
                  <a:pt x="983309" y="471674"/>
                </a:lnTo>
                <a:lnTo>
                  <a:pt x="987918" y="474007"/>
                </a:lnTo>
                <a:lnTo>
                  <a:pt x="1000986" y="472140"/>
                </a:lnTo>
                <a:lnTo>
                  <a:pt x="1013529" y="487542"/>
                </a:lnTo>
                <a:lnTo>
                  <a:pt x="997194" y="489000"/>
                </a:lnTo>
                <a:lnTo>
                  <a:pt x="985059" y="497051"/>
                </a:lnTo>
                <a:lnTo>
                  <a:pt x="996377" y="504810"/>
                </a:lnTo>
                <a:lnTo>
                  <a:pt x="988443" y="514086"/>
                </a:lnTo>
                <a:lnTo>
                  <a:pt x="973858" y="514845"/>
                </a:lnTo>
                <a:lnTo>
                  <a:pt x="973450" y="525229"/>
                </a:lnTo>
                <a:lnTo>
                  <a:pt x="978934" y="529779"/>
                </a:lnTo>
                <a:lnTo>
                  <a:pt x="966974" y="532521"/>
                </a:lnTo>
                <a:lnTo>
                  <a:pt x="958515" y="522195"/>
                </a:lnTo>
                <a:lnTo>
                  <a:pt x="943872" y="525987"/>
                </a:lnTo>
                <a:lnTo>
                  <a:pt x="931271" y="542964"/>
                </a:lnTo>
                <a:lnTo>
                  <a:pt x="936229" y="552590"/>
                </a:lnTo>
                <a:lnTo>
                  <a:pt x="930104" y="558832"/>
                </a:lnTo>
                <a:lnTo>
                  <a:pt x="910035" y="560349"/>
                </a:lnTo>
                <a:lnTo>
                  <a:pt x="900059" y="579193"/>
                </a:lnTo>
                <a:lnTo>
                  <a:pt x="916511" y="584618"/>
                </a:lnTo>
                <a:lnTo>
                  <a:pt x="960849" y="571900"/>
                </a:lnTo>
                <a:lnTo>
                  <a:pt x="971116" y="578843"/>
                </a:lnTo>
                <a:lnTo>
                  <a:pt x="989668" y="569625"/>
                </a:lnTo>
                <a:lnTo>
                  <a:pt x="1000811" y="568809"/>
                </a:lnTo>
                <a:lnTo>
                  <a:pt x="1001220" y="581877"/>
                </a:lnTo>
                <a:lnTo>
                  <a:pt x="988268" y="596520"/>
                </a:lnTo>
                <a:lnTo>
                  <a:pt x="984593" y="623764"/>
                </a:lnTo>
                <a:lnTo>
                  <a:pt x="979867" y="629540"/>
                </a:lnTo>
                <a:lnTo>
                  <a:pt x="971933" y="619914"/>
                </a:lnTo>
                <a:lnTo>
                  <a:pt x="969541" y="605971"/>
                </a:lnTo>
                <a:lnTo>
                  <a:pt x="953090" y="610696"/>
                </a:lnTo>
                <a:lnTo>
                  <a:pt x="945797" y="601887"/>
                </a:lnTo>
                <a:lnTo>
                  <a:pt x="925378" y="601479"/>
                </a:lnTo>
                <a:lnTo>
                  <a:pt x="931971" y="608829"/>
                </a:lnTo>
                <a:lnTo>
                  <a:pt x="925728" y="620380"/>
                </a:lnTo>
                <a:lnTo>
                  <a:pt x="910735" y="611513"/>
                </a:lnTo>
                <a:lnTo>
                  <a:pt x="899592" y="612680"/>
                </a:lnTo>
                <a:lnTo>
                  <a:pt x="914702" y="623764"/>
                </a:lnTo>
                <a:lnTo>
                  <a:pt x="920711" y="639574"/>
                </a:lnTo>
                <a:lnTo>
                  <a:pt x="911552" y="639924"/>
                </a:lnTo>
                <a:lnTo>
                  <a:pt x="905426" y="651359"/>
                </a:lnTo>
                <a:lnTo>
                  <a:pt x="908577" y="666119"/>
                </a:lnTo>
                <a:lnTo>
                  <a:pt x="904726" y="676503"/>
                </a:lnTo>
                <a:lnTo>
                  <a:pt x="896267" y="662326"/>
                </a:lnTo>
                <a:lnTo>
                  <a:pt x="896675" y="644183"/>
                </a:lnTo>
                <a:lnTo>
                  <a:pt x="882791" y="626098"/>
                </a:lnTo>
                <a:lnTo>
                  <a:pt x="868789" y="641091"/>
                </a:lnTo>
                <a:lnTo>
                  <a:pt x="854438" y="644708"/>
                </a:lnTo>
                <a:lnTo>
                  <a:pt x="847495" y="633098"/>
                </a:lnTo>
                <a:lnTo>
                  <a:pt x="852863" y="624698"/>
                </a:lnTo>
                <a:lnTo>
                  <a:pt x="841370" y="623064"/>
                </a:lnTo>
                <a:lnTo>
                  <a:pt x="825385" y="640916"/>
                </a:lnTo>
                <a:lnTo>
                  <a:pt x="839095" y="655559"/>
                </a:lnTo>
                <a:lnTo>
                  <a:pt x="860738" y="654742"/>
                </a:lnTo>
                <a:lnTo>
                  <a:pt x="878415" y="665535"/>
                </a:lnTo>
                <a:lnTo>
                  <a:pt x="868439" y="680937"/>
                </a:lnTo>
                <a:lnTo>
                  <a:pt x="831510" y="686362"/>
                </a:lnTo>
                <a:lnTo>
                  <a:pt x="823693" y="679420"/>
                </a:lnTo>
                <a:lnTo>
                  <a:pt x="809050" y="680237"/>
                </a:lnTo>
                <a:lnTo>
                  <a:pt x="801407" y="698789"/>
                </a:lnTo>
                <a:lnTo>
                  <a:pt x="813600" y="710281"/>
                </a:lnTo>
                <a:lnTo>
                  <a:pt x="801407" y="727316"/>
                </a:lnTo>
                <a:lnTo>
                  <a:pt x="816050" y="724166"/>
                </a:lnTo>
                <a:lnTo>
                  <a:pt x="834602" y="702464"/>
                </a:lnTo>
                <a:lnTo>
                  <a:pt x="850821" y="703164"/>
                </a:lnTo>
                <a:lnTo>
                  <a:pt x="859980" y="716465"/>
                </a:lnTo>
                <a:lnTo>
                  <a:pt x="832969" y="719557"/>
                </a:lnTo>
                <a:lnTo>
                  <a:pt x="829002" y="739568"/>
                </a:lnTo>
                <a:lnTo>
                  <a:pt x="839153" y="754386"/>
                </a:lnTo>
                <a:lnTo>
                  <a:pt x="860797" y="767454"/>
                </a:lnTo>
                <a:lnTo>
                  <a:pt x="859980" y="782797"/>
                </a:lnTo>
                <a:lnTo>
                  <a:pt x="845395" y="771129"/>
                </a:lnTo>
                <a:lnTo>
                  <a:pt x="832969" y="772821"/>
                </a:lnTo>
                <a:lnTo>
                  <a:pt x="817567" y="752694"/>
                </a:lnTo>
                <a:lnTo>
                  <a:pt x="808291" y="754386"/>
                </a:lnTo>
                <a:lnTo>
                  <a:pt x="795923" y="767454"/>
                </a:lnTo>
                <a:lnTo>
                  <a:pt x="809866" y="778130"/>
                </a:lnTo>
                <a:lnTo>
                  <a:pt x="791256" y="779647"/>
                </a:lnTo>
                <a:lnTo>
                  <a:pt x="773521" y="792832"/>
                </a:lnTo>
                <a:lnTo>
                  <a:pt x="773521" y="805316"/>
                </a:lnTo>
                <a:lnTo>
                  <a:pt x="792890" y="813775"/>
                </a:lnTo>
                <a:lnTo>
                  <a:pt x="809050" y="802924"/>
                </a:lnTo>
                <a:lnTo>
                  <a:pt x="819784" y="813775"/>
                </a:lnTo>
                <a:lnTo>
                  <a:pt x="836994" y="808291"/>
                </a:lnTo>
                <a:lnTo>
                  <a:pt x="842245" y="824626"/>
                </a:lnTo>
                <a:lnTo>
                  <a:pt x="854554" y="831627"/>
                </a:lnTo>
                <a:lnTo>
                  <a:pt x="854554" y="843120"/>
                </a:lnTo>
                <a:lnTo>
                  <a:pt x="828360" y="826085"/>
                </a:lnTo>
                <a:lnTo>
                  <a:pt x="807533" y="826085"/>
                </a:lnTo>
                <a:lnTo>
                  <a:pt x="797557" y="832327"/>
                </a:lnTo>
                <a:lnTo>
                  <a:pt x="768971" y="836936"/>
                </a:lnTo>
                <a:lnTo>
                  <a:pt x="768971" y="852396"/>
                </a:lnTo>
                <a:lnTo>
                  <a:pt x="752694" y="860855"/>
                </a:lnTo>
                <a:lnTo>
                  <a:pt x="745635" y="854613"/>
                </a:lnTo>
                <a:lnTo>
                  <a:pt x="721016" y="867798"/>
                </a:lnTo>
                <a:lnTo>
                  <a:pt x="707131" y="868614"/>
                </a:lnTo>
                <a:lnTo>
                  <a:pt x="704622" y="878299"/>
                </a:lnTo>
                <a:lnTo>
                  <a:pt x="720024" y="884891"/>
                </a:lnTo>
                <a:lnTo>
                  <a:pt x="731458" y="899067"/>
                </a:lnTo>
                <a:lnTo>
                  <a:pt x="718040" y="904143"/>
                </a:lnTo>
                <a:lnTo>
                  <a:pt x="710165" y="900176"/>
                </a:lnTo>
                <a:lnTo>
                  <a:pt x="704797" y="904901"/>
                </a:lnTo>
                <a:lnTo>
                  <a:pt x="717282" y="916453"/>
                </a:lnTo>
                <a:lnTo>
                  <a:pt x="712498" y="924212"/>
                </a:lnTo>
                <a:lnTo>
                  <a:pt x="694121" y="921061"/>
                </a:lnTo>
                <a:lnTo>
                  <a:pt x="691846" y="915694"/>
                </a:lnTo>
                <a:lnTo>
                  <a:pt x="685604" y="921995"/>
                </a:lnTo>
                <a:lnTo>
                  <a:pt x="698672" y="932729"/>
                </a:lnTo>
                <a:lnTo>
                  <a:pt x="690212" y="939672"/>
                </a:lnTo>
                <a:lnTo>
                  <a:pt x="692429" y="951281"/>
                </a:lnTo>
                <a:lnTo>
                  <a:pt x="703339" y="951281"/>
                </a:lnTo>
                <a:lnTo>
                  <a:pt x="692429" y="958107"/>
                </a:lnTo>
                <a:lnTo>
                  <a:pt x="680120" y="960440"/>
                </a:lnTo>
                <a:lnTo>
                  <a:pt x="673236" y="953556"/>
                </a:lnTo>
                <a:lnTo>
                  <a:pt x="673236" y="965108"/>
                </a:lnTo>
                <a:lnTo>
                  <a:pt x="667052" y="975842"/>
                </a:lnTo>
                <a:lnTo>
                  <a:pt x="677845" y="980509"/>
                </a:lnTo>
                <a:lnTo>
                  <a:pt x="704797" y="989785"/>
                </a:lnTo>
                <a:lnTo>
                  <a:pt x="708706" y="1002095"/>
                </a:lnTo>
                <a:lnTo>
                  <a:pt x="719441" y="1005303"/>
                </a:lnTo>
                <a:lnTo>
                  <a:pt x="734900" y="998419"/>
                </a:lnTo>
                <a:lnTo>
                  <a:pt x="722474" y="1009971"/>
                </a:lnTo>
                <a:lnTo>
                  <a:pt x="722474" y="1019246"/>
                </a:lnTo>
                <a:lnTo>
                  <a:pt x="705614" y="1019246"/>
                </a:lnTo>
                <a:lnTo>
                  <a:pt x="697855" y="1011487"/>
                </a:lnTo>
                <a:lnTo>
                  <a:pt x="670086" y="1012187"/>
                </a:lnTo>
                <a:lnTo>
                  <a:pt x="650717" y="1029923"/>
                </a:lnTo>
                <a:lnTo>
                  <a:pt x="657018" y="1036048"/>
                </a:lnTo>
                <a:lnTo>
                  <a:pt x="677086" y="1036865"/>
                </a:lnTo>
                <a:lnTo>
                  <a:pt x="678603" y="1050050"/>
                </a:lnTo>
                <a:lnTo>
                  <a:pt x="688579" y="1059209"/>
                </a:lnTo>
                <a:lnTo>
                  <a:pt x="687879" y="1074727"/>
                </a:lnTo>
                <a:lnTo>
                  <a:pt x="676328" y="1062476"/>
                </a:lnTo>
                <a:lnTo>
                  <a:pt x="666994" y="1062476"/>
                </a:lnTo>
                <a:lnTo>
                  <a:pt x="657834" y="1074027"/>
                </a:lnTo>
                <a:lnTo>
                  <a:pt x="658651" y="1087037"/>
                </a:lnTo>
                <a:lnTo>
                  <a:pt x="653167" y="1090245"/>
                </a:lnTo>
                <a:lnTo>
                  <a:pt x="662443" y="1100980"/>
                </a:lnTo>
                <a:lnTo>
                  <a:pt x="664777" y="1114165"/>
                </a:lnTo>
                <a:lnTo>
                  <a:pt x="656142" y="1114165"/>
                </a:lnTo>
                <a:lnTo>
                  <a:pt x="645466" y="1104072"/>
                </a:lnTo>
                <a:lnTo>
                  <a:pt x="638582" y="1109556"/>
                </a:lnTo>
                <a:lnTo>
                  <a:pt x="639282" y="1125599"/>
                </a:lnTo>
                <a:lnTo>
                  <a:pt x="656201" y="1130325"/>
                </a:lnTo>
                <a:lnTo>
                  <a:pt x="659351" y="1138784"/>
                </a:lnTo>
                <a:lnTo>
                  <a:pt x="657951" y="1149635"/>
                </a:lnTo>
                <a:lnTo>
                  <a:pt x="635490" y="1134875"/>
                </a:lnTo>
                <a:lnTo>
                  <a:pt x="626156" y="1140242"/>
                </a:lnTo>
                <a:lnTo>
                  <a:pt x="625514" y="1156577"/>
                </a:lnTo>
                <a:lnTo>
                  <a:pt x="631640" y="1158152"/>
                </a:lnTo>
                <a:lnTo>
                  <a:pt x="630823" y="1175771"/>
                </a:lnTo>
                <a:lnTo>
                  <a:pt x="638582" y="1192923"/>
                </a:lnTo>
                <a:lnTo>
                  <a:pt x="650192" y="1192106"/>
                </a:lnTo>
                <a:lnTo>
                  <a:pt x="658709" y="1176646"/>
                </a:lnTo>
                <a:lnTo>
                  <a:pt x="667869" y="1176646"/>
                </a:lnTo>
                <a:lnTo>
                  <a:pt x="659293" y="1199748"/>
                </a:lnTo>
                <a:lnTo>
                  <a:pt x="646925" y="1202024"/>
                </a:lnTo>
                <a:lnTo>
                  <a:pt x="630006" y="1220517"/>
                </a:lnTo>
                <a:lnTo>
                  <a:pt x="615363" y="1220517"/>
                </a:lnTo>
                <a:lnTo>
                  <a:pt x="602937" y="1226059"/>
                </a:lnTo>
                <a:lnTo>
                  <a:pt x="602295" y="1235219"/>
                </a:lnTo>
                <a:lnTo>
                  <a:pt x="586077" y="1242161"/>
                </a:lnTo>
                <a:lnTo>
                  <a:pt x="572834" y="1253771"/>
                </a:lnTo>
                <a:lnTo>
                  <a:pt x="586835" y="1260713"/>
                </a:lnTo>
                <a:lnTo>
                  <a:pt x="582226" y="1269289"/>
                </a:lnTo>
                <a:lnTo>
                  <a:pt x="556849" y="1271622"/>
                </a:lnTo>
                <a:lnTo>
                  <a:pt x="545181" y="1287724"/>
                </a:lnTo>
                <a:lnTo>
                  <a:pt x="546639" y="1295600"/>
                </a:lnTo>
                <a:lnTo>
                  <a:pt x="566767" y="1301667"/>
                </a:lnTo>
                <a:lnTo>
                  <a:pt x="551307" y="1309426"/>
                </a:lnTo>
                <a:lnTo>
                  <a:pt x="543489" y="1326461"/>
                </a:lnTo>
                <a:lnTo>
                  <a:pt x="528088" y="1327220"/>
                </a:lnTo>
                <a:lnTo>
                  <a:pt x="525054" y="1311760"/>
                </a:lnTo>
                <a:lnTo>
                  <a:pt x="515078" y="1305576"/>
                </a:lnTo>
                <a:lnTo>
                  <a:pt x="508836" y="1314794"/>
                </a:lnTo>
                <a:lnTo>
                  <a:pt x="495709" y="1314794"/>
                </a:lnTo>
                <a:lnTo>
                  <a:pt x="500435" y="1326461"/>
                </a:lnTo>
                <a:lnTo>
                  <a:pt x="491159" y="1334921"/>
                </a:lnTo>
                <a:lnTo>
                  <a:pt x="488825" y="1346472"/>
                </a:lnTo>
                <a:lnTo>
                  <a:pt x="494251" y="1356389"/>
                </a:lnTo>
                <a:lnTo>
                  <a:pt x="471207" y="1356389"/>
                </a:lnTo>
                <a:lnTo>
                  <a:pt x="461114" y="1361815"/>
                </a:lnTo>
                <a:lnTo>
                  <a:pt x="462631" y="1382701"/>
                </a:lnTo>
                <a:lnTo>
                  <a:pt x="444721" y="1394310"/>
                </a:lnTo>
                <a:lnTo>
                  <a:pt x="447288" y="1401194"/>
                </a:lnTo>
                <a:lnTo>
                  <a:pt x="444079" y="1421963"/>
                </a:lnTo>
                <a:lnTo>
                  <a:pt x="431011" y="1432814"/>
                </a:lnTo>
                <a:lnTo>
                  <a:pt x="413276" y="1449732"/>
                </a:lnTo>
                <a:lnTo>
                  <a:pt x="418585" y="1457492"/>
                </a:lnTo>
                <a:lnTo>
                  <a:pt x="438653" y="1444424"/>
                </a:lnTo>
                <a:lnTo>
                  <a:pt x="449505" y="1445124"/>
                </a:lnTo>
                <a:lnTo>
                  <a:pt x="447929" y="1456675"/>
                </a:lnTo>
                <a:lnTo>
                  <a:pt x="434861" y="1462100"/>
                </a:lnTo>
                <a:lnTo>
                  <a:pt x="433169" y="1482111"/>
                </a:lnTo>
                <a:lnTo>
                  <a:pt x="444721" y="1497512"/>
                </a:lnTo>
                <a:lnTo>
                  <a:pt x="466423" y="1485261"/>
                </a:lnTo>
                <a:lnTo>
                  <a:pt x="489584" y="1482111"/>
                </a:lnTo>
                <a:lnTo>
                  <a:pt x="520445" y="1452124"/>
                </a:lnTo>
                <a:lnTo>
                  <a:pt x="520445" y="1438123"/>
                </a:lnTo>
                <a:lnTo>
                  <a:pt x="504402" y="1442848"/>
                </a:lnTo>
                <a:lnTo>
                  <a:pt x="518228" y="1424296"/>
                </a:lnTo>
                <a:lnTo>
                  <a:pt x="522020" y="1402769"/>
                </a:lnTo>
                <a:lnTo>
                  <a:pt x="529021" y="1401136"/>
                </a:lnTo>
                <a:lnTo>
                  <a:pt x="538239" y="1392677"/>
                </a:lnTo>
                <a:lnTo>
                  <a:pt x="556090" y="1395827"/>
                </a:lnTo>
                <a:lnTo>
                  <a:pt x="566825" y="1395068"/>
                </a:lnTo>
                <a:lnTo>
                  <a:pt x="538239" y="1413445"/>
                </a:lnTo>
                <a:lnTo>
                  <a:pt x="537422" y="1426572"/>
                </a:lnTo>
                <a:lnTo>
                  <a:pt x="565250" y="1435031"/>
                </a:lnTo>
                <a:lnTo>
                  <a:pt x="556032" y="1447516"/>
                </a:lnTo>
                <a:lnTo>
                  <a:pt x="541214" y="1448974"/>
                </a:lnTo>
                <a:lnTo>
                  <a:pt x="512744" y="1479019"/>
                </a:lnTo>
                <a:lnTo>
                  <a:pt x="530538" y="1488295"/>
                </a:lnTo>
                <a:lnTo>
                  <a:pt x="520445" y="1501421"/>
                </a:lnTo>
                <a:lnTo>
                  <a:pt x="521204" y="1519973"/>
                </a:lnTo>
                <a:lnTo>
                  <a:pt x="503527" y="1518456"/>
                </a:lnTo>
                <a:lnTo>
                  <a:pt x="488825" y="1503813"/>
                </a:lnTo>
                <a:lnTo>
                  <a:pt x="467940" y="1504571"/>
                </a:lnTo>
                <a:lnTo>
                  <a:pt x="455688" y="1514664"/>
                </a:lnTo>
                <a:lnTo>
                  <a:pt x="454872" y="1531466"/>
                </a:lnTo>
                <a:lnTo>
                  <a:pt x="438653" y="1540800"/>
                </a:lnTo>
                <a:lnTo>
                  <a:pt x="423310" y="1549318"/>
                </a:lnTo>
                <a:lnTo>
                  <a:pt x="434861" y="1536075"/>
                </a:lnTo>
                <a:lnTo>
                  <a:pt x="443321" y="1529891"/>
                </a:lnTo>
                <a:lnTo>
                  <a:pt x="431011" y="1513847"/>
                </a:lnTo>
                <a:lnTo>
                  <a:pt x="431011" y="1495237"/>
                </a:lnTo>
                <a:lnTo>
                  <a:pt x="417126" y="1475052"/>
                </a:lnTo>
                <a:lnTo>
                  <a:pt x="403183" y="1475052"/>
                </a:lnTo>
                <a:lnTo>
                  <a:pt x="395482" y="1488995"/>
                </a:lnTo>
                <a:lnTo>
                  <a:pt x="376114" y="1491328"/>
                </a:lnTo>
                <a:lnTo>
                  <a:pt x="376114" y="1500663"/>
                </a:lnTo>
                <a:lnTo>
                  <a:pt x="400791" y="1500663"/>
                </a:lnTo>
                <a:lnTo>
                  <a:pt x="375414" y="1523823"/>
                </a:lnTo>
                <a:lnTo>
                  <a:pt x="358320" y="1516064"/>
                </a:lnTo>
                <a:lnTo>
                  <a:pt x="343852" y="1518398"/>
                </a:lnTo>
                <a:lnTo>
                  <a:pt x="324542" y="1536133"/>
                </a:lnTo>
                <a:lnTo>
                  <a:pt x="335276" y="1538467"/>
                </a:lnTo>
                <a:lnTo>
                  <a:pt x="345427" y="1533916"/>
                </a:lnTo>
                <a:lnTo>
                  <a:pt x="350736" y="1539283"/>
                </a:lnTo>
                <a:lnTo>
                  <a:pt x="329909" y="1552526"/>
                </a:lnTo>
                <a:lnTo>
                  <a:pt x="320633" y="1564019"/>
                </a:lnTo>
                <a:lnTo>
                  <a:pt x="311357" y="1554801"/>
                </a:lnTo>
                <a:lnTo>
                  <a:pt x="297472" y="1554801"/>
                </a:lnTo>
                <a:lnTo>
                  <a:pt x="295139" y="1564019"/>
                </a:lnTo>
                <a:lnTo>
                  <a:pt x="317483" y="1577087"/>
                </a:lnTo>
                <a:lnTo>
                  <a:pt x="343852" y="1577087"/>
                </a:lnTo>
                <a:lnTo>
                  <a:pt x="338310" y="1591089"/>
                </a:lnTo>
                <a:lnTo>
                  <a:pt x="349861" y="1595697"/>
                </a:lnTo>
                <a:lnTo>
                  <a:pt x="349161" y="1607949"/>
                </a:lnTo>
                <a:lnTo>
                  <a:pt x="326058" y="1601065"/>
                </a:lnTo>
                <a:lnTo>
                  <a:pt x="322150" y="1587297"/>
                </a:lnTo>
                <a:lnTo>
                  <a:pt x="304531" y="1587297"/>
                </a:lnTo>
                <a:lnTo>
                  <a:pt x="286679" y="1571778"/>
                </a:lnTo>
                <a:lnTo>
                  <a:pt x="282887" y="1559410"/>
                </a:lnTo>
                <a:lnTo>
                  <a:pt x="275945" y="1560169"/>
                </a:lnTo>
                <a:lnTo>
                  <a:pt x="272853" y="1575687"/>
                </a:lnTo>
                <a:lnTo>
                  <a:pt x="290471" y="1599606"/>
                </a:lnTo>
                <a:lnTo>
                  <a:pt x="308965" y="1613433"/>
                </a:lnTo>
                <a:lnTo>
                  <a:pt x="325300" y="1615825"/>
                </a:lnTo>
                <a:lnTo>
                  <a:pt x="333934" y="1625100"/>
                </a:lnTo>
                <a:lnTo>
                  <a:pt x="316783" y="1625859"/>
                </a:lnTo>
                <a:lnTo>
                  <a:pt x="289071" y="1614949"/>
                </a:lnTo>
                <a:lnTo>
                  <a:pt x="262935" y="1585780"/>
                </a:lnTo>
                <a:lnTo>
                  <a:pt x="250567" y="1593480"/>
                </a:lnTo>
                <a:lnTo>
                  <a:pt x="234291" y="1581229"/>
                </a:lnTo>
                <a:lnTo>
                  <a:pt x="214280" y="1581229"/>
                </a:lnTo>
                <a:lnTo>
                  <a:pt x="204304" y="1572595"/>
                </a:lnTo>
                <a:lnTo>
                  <a:pt x="196545" y="1581988"/>
                </a:lnTo>
                <a:lnTo>
                  <a:pt x="199637" y="1597273"/>
                </a:lnTo>
                <a:lnTo>
                  <a:pt x="188669" y="1607249"/>
                </a:lnTo>
                <a:lnTo>
                  <a:pt x="204246" y="1623525"/>
                </a:lnTo>
                <a:lnTo>
                  <a:pt x="237266" y="1613433"/>
                </a:lnTo>
                <a:lnTo>
                  <a:pt x="242633" y="1620550"/>
                </a:lnTo>
                <a:lnTo>
                  <a:pt x="228048" y="1630526"/>
                </a:lnTo>
                <a:lnTo>
                  <a:pt x="235866" y="1635076"/>
                </a:lnTo>
                <a:lnTo>
                  <a:pt x="261243" y="1622767"/>
                </a:lnTo>
                <a:lnTo>
                  <a:pt x="272853" y="1622767"/>
                </a:lnTo>
                <a:lnTo>
                  <a:pt x="266611" y="1633560"/>
                </a:lnTo>
                <a:lnTo>
                  <a:pt x="237266" y="1645869"/>
                </a:lnTo>
                <a:lnTo>
                  <a:pt x="225715" y="1662788"/>
                </a:lnTo>
                <a:lnTo>
                  <a:pt x="205704" y="1657479"/>
                </a:lnTo>
                <a:lnTo>
                  <a:pt x="188611" y="1635076"/>
                </a:lnTo>
                <a:lnTo>
                  <a:pt x="180152" y="1635076"/>
                </a:lnTo>
                <a:lnTo>
                  <a:pt x="170176" y="1643536"/>
                </a:lnTo>
                <a:lnTo>
                  <a:pt x="155533" y="1630526"/>
                </a:lnTo>
                <a:lnTo>
                  <a:pt x="143281" y="1638110"/>
                </a:lnTo>
                <a:lnTo>
                  <a:pt x="134705" y="1632743"/>
                </a:lnTo>
                <a:lnTo>
                  <a:pt x="119362" y="1642019"/>
                </a:lnTo>
                <a:lnTo>
                  <a:pt x="123854" y="1649720"/>
                </a:lnTo>
                <a:lnTo>
                  <a:pt x="155533" y="1654445"/>
                </a:lnTo>
                <a:lnTo>
                  <a:pt x="175601" y="1667455"/>
                </a:lnTo>
                <a:lnTo>
                  <a:pt x="200279" y="1680698"/>
                </a:lnTo>
                <a:lnTo>
                  <a:pt x="193337" y="1696916"/>
                </a:lnTo>
                <a:lnTo>
                  <a:pt x="201854" y="1709984"/>
                </a:lnTo>
                <a:lnTo>
                  <a:pt x="187211" y="1717685"/>
                </a:lnTo>
                <a:lnTo>
                  <a:pt x="181027" y="1709984"/>
                </a:lnTo>
                <a:lnTo>
                  <a:pt x="180210" y="1683673"/>
                </a:lnTo>
                <a:lnTo>
                  <a:pt x="163292" y="1677489"/>
                </a:lnTo>
                <a:lnTo>
                  <a:pt x="144682" y="1680698"/>
                </a:lnTo>
                <a:lnTo>
                  <a:pt x="151741" y="1693766"/>
                </a:lnTo>
                <a:lnTo>
                  <a:pt x="148649" y="1703800"/>
                </a:lnTo>
                <a:lnTo>
                  <a:pt x="126130" y="1689857"/>
                </a:lnTo>
                <a:lnTo>
                  <a:pt x="106936" y="1709984"/>
                </a:lnTo>
                <a:lnTo>
                  <a:pt x="126130" y="1723052"/>
                </a:lnTo>
                <a:lnTo>
                  <a:pt x="110728" y="1724569"/>
                </a:lnTo>
                <a:lnTo>
                  <a:pt x="99994" y="1729353"/>
                </a:lnTo>
                <a:lnTo>
                  <a:pt x="94568" y="1709984"/>
                </a:lnTo>
                <a:lnTo>
                  <a:pt x="65223" y="1709284"/>
                </a:lnTo>
                <a:lnTo>
                  <a:pt x="74616" y="1728478"/>
                </a:lnTo>
                <a:lnTo>
                  <a:pt x="62131" y="1736995"/>
                </a:lnTo>
                <a:lnTo>
                  <a:pt x="56706" y="1718443"/>
                </a:lnTo>
                <a:lnTo>
                  <a:pt x="39729" y="1702984"/>
                </a:lnTo>
                <a:lnTo>
                  <a:pt x="30511" y="1706075"/>
                </a:lnTo>
                <a:lnTo>
                  <a:pt x="32903" y="1716927"/>
                </a:lnTo>
                <a:lnTo>
                  <a:pt x="51980" y="1734662"/>
                </a:lnTo>
                <a:lnTo>
                  <a:pt x="43521" y="1746155"/>
                </a:lnTo>
                <a:lnTo>
                  <a:pt x="51980" y="1754614"/>
                </a:lnTo>
                <a:lnTo>
                  <a:pt x="74558" y="1747788"/>
                </a:lnTo>
                <a:lnTo>
                  <a:pt x="104602" y="1753972"/>
                </a:lnTo>
                <a:lnTo>
                  <a:pt x="123738" y="1766340"/>
                </a:lnTo>
                <a:lnTo>
                  <a:pt x="153199" y="1766340"/>
                </a:lnTo>
                <a:lnTo>
                  <a:pt x="162358" y="1759339"/>
                </a:lnTo>
                <a:lnTo>
                  <a:pt x="177060" y="1759339"/>
                </a:lnTo>
                <a:lnTo>
                  <a:pt x="157866" y="1778766"/>
                </a:lnTo>
                <a:lnTo>
                  <a:pt x="131614" y="1774916"/>
                </a:lnTo>
                <a:lnTo>
                  <a:pt x="121521" y="1780341"/>
                </a:lnTo>
                <a:lnTo>
                  <a:pt x="89843" y="1764065"/>
                </a:lnTo>
                <a:lnTo>
                  <a:pt x="69774" y="1769549"/>
                </a:lnTo>
                <a:lnTo>
                  <a:pt x="60615" y="1765698"/>
                </a:lnTo>
                <a:lnTo>
                  <a:pt x="45271" y="1778766"/>
                </a:lnTo>
                <a:lnTo>
                  <a:pt x="23627" y="1781800"/>
                </a:lnTo>
                <a:lnTo>
                  <a:pt x="21994" y="1790376"/>
                </a:lnTo>
                <a:lnTo>
                  <a:pt x="55189" y="1804961"/>
                </a:lnTo>
                <a:lnTo>
                  <a:pt x="42879" y="1818904"/>
                </a:lnTo>
                <a:lnTo>
                  <a:pt x="59156" y="1821937"/>
                </a:lnTo>
                <a:lnTo>
                  <a:pt x="69890" y="1815053"/>
                </a:lnTo>
                <a:lnTo>
                  <a:pt x="97018" y="1815053"/>
                </a:lnTo>
                <a:lnTo>
                  <a:pt x="76950" y="1828938"/>
                </a:lnTo>
                <a:lnTo>
                  <a:pt x="48422" y="1828938"/>
                </a:lnTo>
                <a:lnTo>
                  <a:pt x="40663" y="1832847"/>
                </a:lnTo>
                <a:lnTo>
                  <a:pt x="32145" y="1830572"/>
                </a:lnTo>
                <a:lnTo>
                  <a:pt x="31328" y="1836639"/>
                </a:lnTo>
                <a:lnTo>
                  <a:pt x="46030" y="1842823"/>
                </a:lnTo>
                <a:lnTo>
                  <a:pt x="56822" y="1842823"/>
                </a:lnTo>
                <a:lnTo>
                  <a:pt x="39846" y="1852857"/>
                </a:lnTo>
                <a:lnTo>
                  <a:pt x="31562" y="1855132"/>
                </a:lnTo>
                <a:lnTo>
                  <a:pt x="33837" y="1864350"/>
                </a:lnTo>
                <a:lnTo>
                  <a:pt x="42996" y="1870942"/>
                </a:lnTo>
                <a:lnTo>
                  <a:pt x="49997" y="1882435"/>
                </a:lnTo>
                <a:lnTo>
                  <a:pt x="73041" y="1881444"/>
                </a:lnTo>
                <a:lnTo>
                  <a:pt x="85409" y="1872459"/>
                </a:lnTo>
                <a:lnTo>
                  <a:pt x="116095" y="1868317"/>
                </a:lnTo>
                <a:lnTo>
                  <a:pt x="136981" y="1873568"/>
                </a:lnTo>
                <a:lnTo>
                  <a:pt x="144682" y="1879052"/>
                </a:lnTo>
                <a:lnTo>
                  <a:pt x="158508" y="1869834"/>
                </a:lnTo>
                <a:lnTo>
                  <a:pt x="158916" y="1856766"/>
                </a:lnTo>
                <a:lnTo>
                  <a:pt x="172801" y="1852915"/>
                </a:lnTo>
                <a:lnTo>
                  <a:pt x="177760" y="1864117"/>
                </a:lnTo>
                <a:lnTo>
                  <a:pt x="192753" y="1864117"/>
                </a:lnTo>
                <a:lnTo>
                  <a:pt x="214689" y="1847898"/>
                </a:lnTo>
                <a:lnTo>
                  <a:pt x="224665" y="1850582"/>
                </a:lnTo>
                <a:lnTo>
                  <a:pt x="220523" y="1859041"/>
                </a:lnTo>
                <a:lnTo>
                  <a:pt x="209788" y="1867034"/>
                </a:lnTo>
                <a:lnTo>
                  <a:pt x="229332" y="1872109"/>
                </a:lnTo>
                <a:lnTo>
                  <a:pt x="238549" y="1862891"/>
                </a:lnTo>
                <a:lnTo>
                  <a:pt x="234699" y="1851749"/>
                </a:lnTo>
                <a:lnTo>
                  <a:pt x="249284" y="1830163"/>
                </a:lnTo>
                <a:lnTo>
                  <a:pt x="245550" y="1846790"/>
                </a:lnTo>
                <a:lnTo>
                  <a:pt x="261243" y="1865167"/>
                </a:lnTo>
                <a:lnTo>
                  <a:pt x="249342" y="1880452"/>
                </a:lnTo>
                <a:lnTo>
                  <a:pt x="222448" y="1887161"/>
                </a:lnTo>
                <a:lnTo>
                  <a:pt x="209380" y="1897137"/>
                </a:lnTo>
                <a:lnTo>
                  <a:pt x="216672" y="1903379"/>
                </a:lnTo>
                <a:lnTo>
                  <a:pt x="207455" y="1918606"/>
                </a:lnTo>
                <a:lnTo>
                  <a:pt x="184527" y="1919481"/>
                </a:lnTo>
                <a:lnTo>
                  <a:pt x="183594" y="1910263"/>
                </a:lnTo>
                <a:lnTo>
                  <a:pt x="195203" y="1900987"/>
                </a:lnTo>
                <a:lnTo>
                  <a:pt x="192461" y="1882494"/>
                </a:lnTo>
                <a:lnTo>
                  <a:pt x="173676" y="1879868"/>
                </a:lnTo>
                <a:lnTo>
                  <a:pt x="152966" y="1900229"/>
                </a:lnTo>
                <a:lnTo>
                  <a:pt x="149874" y="1911021"/>
                </a:lnTo>
                <a:lnTo>
                  <a:pt x="135581" y="1892528"/>
                </a:lnTo>
                <a:lnTo>
                  <a:pt x="118254" y="1888736"/>
                </a:lnTo>
                <a:lnTo>
                  <a:pt x="96318" y="1892528"/>
                </a:lnTo>
                <a:lnTo>
                  <a:pt x="83659" y="1888736"/>
                </a:lnTo>
                <a:lnTo>
                  <a:pt x="58573" y="1900987"/>
                </a:lnTo>
                <a:lnTo>
                  <a:pt x="46321" y="1900987"/>
                </a:lnTo>
                <a:lnTo>
                  <a:pt x="31737" y="1891478"/>
                </a:lnTo>
                <a:lnTo>
                  <a:pt x="26369" y="1893286"/>
                </a:lnTo>
                <a:lnTo>
                  <a:pt x="34420" y="1912188"/>
                </a:lnTo>
                <a:lnTo>
                  <a:pt x="29403" y="1922164"/>
                </a:lnTo>
                <a:lnTo>
                  <a:pt x="38679" y="1930215"/>
                </a:lnTo>
                <a:lnTo>
                  <a:pt x="53322" y="1926773"/>
                </a:lnTo>
                <a:lnTo>
                  <a:pt x="61373" y="1917089"/>
                </a:lnTo>
                <a:lnTo>
                  <a:pt x="72924" y="1917439"/>
                </a:lnTo>
                <a:lnTo>
                  <a:pt x="59915" y="1931674"/>
                </a:lnTo>
                <a:lnTo>
                  <a:pt x="61373" y="1948300"/>
                </a:lnTo>
                <a:lnTo>
                  <a:pt x="53322" y="1955184"/>
                </a:lnTo>
                <a:lnTo>
                  <a:pt x="39029" y="1947075"/>
                </a:lnTo>
                <a:lnTo>
                  <a:pt x="45563" y="1969303"/>
                </a:lnTo>
                <a:lnTo>
                  <a:pt x="57231" y="1979454"/>
                </a:lnTo>
                <a:lnTo>
                  <a:pt x="85642" y="1947892"/>
                </a:lnTo>
                <a:lnTo>
                  <a:pt x="105594" y="1956409"/>
                </a:lnTo>
                <a:lnTo>
                  <a:pt x="97252" y="1964810"/>
                </a:lnTo>
                <a:lnTo>
                  <a:pt x="99585" y="1980912"/>
                </a:lnTo>
                <a:lnTo>
                  <a:pt x="75608" y="1994097"/>
                </a:lnTo>
                <a:lnTo>
                  <a:pt x="79458" y="2001039"/>
                </a:lnTo>
                <a:lnTo>
                  <a:pt x="94101" y="2003314"/>
                </a:lnTo>
                <a:lnTo>
                  <a:pt x="86401" y="2015857"/>
                </a:lnTo>
                <a:lnTo>
                  <a:pt x="97252" y="2031959"/>
                </a:lnTo>
                <a:lnTo>
                  <a:pt x="90193" y="2051328"/>
                </a:lnTo>
                <a:lnTo>
                  <a:pt x="96435" y="2052028"/>
                </a:lnTo>
                <a:lnTo>
                  <a:pt x="111836" y="2028167"/>
                </a:lnTo>
                <a:lnTo>
                  <a:pt x="125838" y="2020466"/>
                </a:lnTo>
                <a:lnTo>
                  <a:pt x="128988" y="2000339"/>
                </a:lnTo>
                <a:lnTo>
                  <a:pt x="166034" y="1984937"/>
                </a:lnTo>
                <a:lnTo>
                  <a:pt x="184527" y="1986571"/>
                </a:lnTo>
                <a:lnTo>
                  <a:pt x="199929" y="1982020"/>
                </a:lnTo>
                <a:lnTo>
                  <a:pt x="188961" y="1988846"/>
                </a:lnTo>
                <a:lnTo>
                  <a:pt x="169709" y="2003489"/>
                </a:lnTo>
                <a:lnTo>
                  <a:pt x="169709" y="2027525"/>
                </a:lnTo>
                <a:lnTo>
                  <a:pt x="175893" y="2042168"/>
                </a:lnTo>
                <a:lnTo>
                  <a:pt x="161308" y="2029859"/>
                </a:lnTo>
                <a:lnTo>
                  <a:pt x="158275" y="2008098"/>
                </a:lnTo>
                <a:lnTo>
                  <a:pt x="147307" y="2007281"/>
                </a:lnTo>
                <a:lnTo>
                  <a:pt x="134180" y="2031259"/>
                </a:lnTo>
                <a:lnTo>
                  <a:pt x="123388" y="2035167"/>
                </a:lnTo>
                <a:lnTo>
                  <a:pt x="141998" y="2042110"/>
                </a:lnTo>
                <a:lnTo>
                  <a:pt x="125721" y="2063812"/>
                </a:lnTo>
                <a:lnTo>
                  <a:pt x="112537" y="2063812"/>
                </a:lnTo>
                <a:lnTo>
                  <a:pt x="106469" y="2077580"/>
                </a:lnTo>
                <a:lnTo>
                  <a:pt x="116445" y="2082189"/>
                </a:lnTo>
                <a:lnTo>
                  <a:pt x="144215" y="2082189"/>
                </a:lnTo>
                <a:lnTo>
                  <a:pt x="151157" y="2093799"/>
                </a:lnTo>
                <a:lnTo>
                  <a:pt x="131147" y="2095316"/>
                </a:lnTo>
                <a:lnTo>
                  <a:pt x="124088" y="2106867"/>
                </a:lnTo>
                <a:lnTo>
                  <a:pt x="122629" y="2120751"/>
                </a:lnTo>
                <a:lnTo>
                  <a:pt x="101044" y="2106108"/>
                </a:lnTo>
                <a:lnTo>
                  <a:pt x="90951" y="2110834"/>
                </a:lnTo>
                <a:lnTo>
                  <a:pt x="87159" y="2127810"/>
                </a:lnTo>
                <a:lnTo>
                  <a:pt x="82492" y="2107683"/>
                </a:lnTo>
                <a:lnTo>
                  <a:pt x="69482" y="2116201"/>
                </a:lnTo>
                <a:lnTo>
                  <a:pt x="51572" y="2140120"/>
                </a:lnTo>
                <a:lnTo>
                  <a:pt x="58514" y="2158497"/>
                </a:lnTo>
                <a:lnTo>
                  <a:pt x="85584" y="2187142"/>
                </a:lnTo>
                <a:lnTo>
                  <a:pt x="90893" y="2170982"/>
                </a:lnTo>
                <a:lnTo>
                  <a:pt x="97893" y="2177107"/>
                </a:lnTo>
                <a:lnTo>
                  <a:pt x="112537" y="2170223"/>
                </a:lnTo>
                <a:lnTo>
                  <a:pt x="108744" y="2161647"/>
                </a:lnTo>
                <a:lnTo>
                  <a:pt x="117262" y="2142395"/>
                </a:lnTo>
                <a:lnTo>
                  <a:pt x="138789" y="2158497"/>
                </a:lnTo>
                <a:lnTo>
                  <a:pt x="128872" y="2164739"/>
                </a:lnTo>
                <a:lnTo>
                  <a:pt x="141064" y="2177807"/>
                </a:lnTo>
                <a:lnTo>
                  <a:pt x="136514" y="2194842"/>
                </a:lnTo>
                <a:lnTo>
                  <a:pt x="123388" y="2204177"/>
                </a:lnTo>
                <a:lnTo>
                  <a:pt x="134997" y="2232705"/>
                </a:lnTo>
                <a:lnTo>
                  <a:pt x="144273" y="2221853"/>
                </a:lnTo>
                <a:lnTo>
                  <a:pt x="168951" y="2214911"/>
                </a:lnTo>
                <a:lnTo>
                  <a:pt x="178985" y="2228738"/>
                </a:lnTo>
                <a:lnTo>
                  <a:pt x="158216" y="2230371"/>
                </a:lnTo>
                <a:lnTo>
                  <a:pt x="148124" y="2238072"/>
                </a:lnTo>
                <a:lnTo>
                  <a:pt x="158858" y="2255049"/>
                </a:lnTo>
                <a:lnTo>
                  <a:pt x="156699" y="2261991"/>
                </a:lnTo>
                <a:lnTo>
                  <a:pt x="120296" y="2235680"/>
                </a:lnTo>
                <a:lnTo>
                  <a:pt x="108044" y="2240405"/>
                </a:lnTo>
                <a:lnTo>
                  <a:pt x="96377" y="2231188"/>
                </a:lnTo>
                <a:lnTo>
                  <a:pt x="80975" y="2231946"/>
                </a:lnTo>
                <a:lnTo>
                  <a:pt x="80975" y="2247406"/>
                </a:lnTo>
                <a:lnTo>
                  <a:pt x="70065" y="2258957"/>
                </a:lnTo>
                <a:lnTo>
                  <a:pt x="95618" y="2302187"/>
                </a:lnTo>
                <a:lnTo>
                  <a:pt x="116445" y="2305979"/>
                </a:lnTo>
                <a:lnTo>
                  <a:pt x="144215" y="2329898"/>
                </a:lnTo>
                <a:lnTo>
                  <a:pt x="182836" y="2344483"/>
                </a:lnTo>
                <a:lnTo>
                  <a:pt x="187444" y="2356851"/>
                </a:lnTo>
                <a:lnTo>
                  <a:pt x="178110" y="2361518"/>
                </a:lnTo>
                <a:lnTo>
                  <a:pt x="192928" y="2375519"/>
                </a:lnTo>
                <a:lnTo>
                  <a:pt x="206288" y="2368810"/>
                </a:lnTo>
                <a:lnTo>
                  <a:pt x="200279" y="2349267"/>
                </a:lnTo>
                <a:lnTo>
                  <a:pt x="212647" y="2348916"/>
                </a:lnTo>
                <a:lnTo>
                  <a:pt x="225365" y="2359243"/>
                </a:lnTo>
                <a:lnTo>
                  <a:pt x="222915" y="2364960"/>
                </a:lnTo>
                <a:lnTo>
                  <a:pt x="243392" y="2390454"/>
                </a:lnTo>
                <a:lnTo>
                  <a:pt x="252609" y="2378961"/>
                </a:lnTo>
                <a:lnTo>
                  <a:pt x="260718" y="2383045"/>
                </a:lnTo>
                <a:lnTo>
                  <a:pt x="277929" y="2375053"/>
                </a:lnTo>
                <a:lnTo>
                  <a:pt x="299106" y="2354692"/>
                </a:lnTo>
                <a:lnTo>
                  <a:pt x="308323" y="2352767"/>
                </a:lnTo>
                <a:lnTo>
                  <a:pt x="316899" y="2343141"/>
                </a:lnTo>
                <a:lnTo>
                  <a:pt x="321333" y="2344308"/>
                </a:lnTo>
                <a:lnTo>
                  <a:pt x="326409" y="2358893"/>
                </a:lnTo>
                <a:lnTo>
                  <a:pt x="338835" y="2360118"/>
                </a:lnTo>
                <a:lnTo>
                  <a:pt x="373663" y="2324822"/>
                </a:lnTo>
                <a:lnTo>
                  <a:pt x="372205" y="2312454"/>
                </a:lnTo>
                <a:lnTo>
                  <a:pt x="356803" y="2293144"/>
                </a:lnTo>
                <a:lnTo>
                  <a:pt x="383698" y="2310121"/>
                </a:lnTo>
                <a:lnTo>
                  <a:pt x="405167" y="2288594"/>
                </a:lnTo>
                <a:lnTo>
                  <a:pt x="399449" y="2281360"/>
                </a:lnTo>
                <a:lnTo>
                  <a:pt x="412109" y="2272434"/>
                </a:lnTo>
                <a:lnTo>
                  <a:pt x="409892" y="2258491"/>
                </a:lnTo>
                <a:lnTo>
                  <a:pt x="425585" y="2248165"/>
                </a:lnTo>
                <a:lnTo>
                  <a:pt x="442562" y="2245014"/>
                </a:lnTo>
                <a:lnTo>
                  <a:pt x="446763" y="2232763"/>
                </a:lnTo>
                <a:lnTo>
                  <a:pt x="430602" y="2212286"/>
                </a:lnTo>
                <a:lnTo>
                  <a:pt x="436436" y="2198868"/>
                </a:lnTo>
                <a:lnTo>
                  <a:pt x="422143" y="2179674"/>
                </a:lnTo>
                <a:lnTo>
                  <a:pt x="404758" y="2166898"/>
                </a:lnTo>
                <a:lnTo>
                  <a:pt x="405633" y="2150038"/>
                </a:lnTo>
                <a:lnTo>
                  <a:pt x="415493" y="2156163"/>
                </a:lnTo>
                <a:lnTo>
                  <a:pt x="434861" y="2177691"/>
                </a:lnTo>
                <a:lnTo>
                  <a:pt x="442562" y="2205752"/>
                </a:lnTo>
                <a:lnTo>
                  <a:pt x="449505" y="2213453"/>
                </a:lnTo>
                <a:lnTo>
                  <a:pt x="461814" y="2215378"/>
                </a:lnTo>
                <a:lnTo>
                  <a:pt x="459014" y="2226637"/>
                </a:lnTo>
                <a:lnTo>
                  <a:pt x="468231" y="2238480"/>
                </a:lnTo>
                <a:lnTo>
                  <a:pt x="487833" y="2229554"/>
                </a:lnTo>
                <a:lnTo>
                  <a:pt x="482758" y="2218761"/>
                </a:lnTo>
                <a:lnTo>
                  <a:pt x="474007" y="2211819"/>
                </a:lnTo>
                <a:lnTo>
                  <a:pt x="480949" y="2199160"/>
                </a:lnTo>
                <a:lnTo>
                  <a:pt x="497518" y="2213803"/>
                </a:lnTo>
                <a:lnTo>
                  <a:pt x="498276" y="2221037"/>
                </a:lnTo>
                <a:lnTo>
                  <a:pt x="523595" y="2197234"/>
                </a:lnTo>
                <a:lnTo>
                  <a:pt x="530071" y="2175299"/>
                </a:lnTo>
                <a:lnTo>
                  <a:pt x="524004" y="2155755"/>
                </a:lnTo>
                <a:lnTo>
                  <a:pt x="510469" y="2149979"/>
                </a:lnTo>
                <a:lnTo>
                  <a:pt x="503643" y="2138837"/>
                </a:lnTo>
                <a:lnTo>
                  <a:pt x="512861" y="2132711"/>
                </a:lnTo>
                <a:lnTo>
                  <a:pt x="514436" y="2123785"/>
                </a:lnTo>
                <a:lnTo>
                  <a:pt x="524354" y="2122618"/>
                </a:lnTo>
                <a:lnTo>
                  <a:pt x="531938" y="2113809"/>
                </a:lnTo>
                <a:lnTo>
                  <a:pt x="521729" y="2101500"/>
                </a:lnTo>
                <a:lnTo>
                  <a:pt x="522429" y="2082656"/>
                </a:lnTo>
                <a:lnTo>
                  <a:pt x="537714" y="2071163"/>
                </a:lnTo>
                <a:lnTo>
                  <a:pt x="552007" y="2085223"/>
                </a:lnTo>
                <a:lnTo>
                  <a:pt x="540456" y="2103775"/>
                </a:lnTo>
                <a:lnTo>
                  <a:pt x="544306" y="2127985"/>
                </a:lnTo>
                <a:lnTo>
                  <a:pt x="540105" y="2144554"/>
                </a:lnTo>
                <a:lnTo>
                  <a:pt x="551715" y="2163047"/>
                </a:lnTo>
                <a:lnTo>
                  <a:pt x="554690" y="2176524"/>
                </a:lnTo>
                <a:lnTo>
                  <a:pt x="575868" y="2198343"/>
                </a:lnTo>
                <a:lnTo>
                  <a:pt x="600137" y="2196184"/>
                </a:lnTo>
                <a:lnTo>
                  <a:pt x="610171" y="2204585"/>
                </a:lnTo>
                <a:lnTo>
                  <a:pt x="604045" y="2212519"/>
                </a:lnTo>
                <a:lnTo>
                  <a:pt x="616647" y="2221037"/>
                </a:lnTo>
                <a:lnTo>
                  <a:pt x="628198" y="2241631"/>
                </a:lnTo>
                <a:lnTo>
                  <a:pt x="639341" y="2221037"/>
                </a:lnTo>
                <a:lnTo>
                  <a:pt x="635024" y="2157855"/>
                </a:lnTo>
                <a:lnTo>
                  <a:pt x="619564" y="2130552"/>
                </a:lnTo>
                <a:lnTo>
                  <a:pt x="627673" y="2112992"/>
                </a:lnTo>
                <a:lnTo>
                  <a:pt x="641674" y="2105642"/>
                </a:lnTo>
                <a:lnTo>
                  <a:pt x="631407" y="2084989"/>
                </a:lnTo>
                <a:lnTo>
                  <a:pt x="637940" y="2073205"/>
                </a:lnTo>
                <a:lnTo>
                  <a:pt x="669502" y="2070346"/>
                </a:lnTo>
                <a:lnTo>
                  <a:pt x="678370" y="2054828"/>
                </a:lnTo>
                <a:lnTo>
                  <a:pt x="676911" y="2033476"/>
                </a:lnTo>
                <a:lnTo>
                  <a:pt x="691671" y="2001973"/>
                </a:lnTo>
                <a:lnTo>
                  <a:pt x="676911" y="1981379"/>
                </a:lnTo>
                <a:lnTo>
                  <a:pt x="669502" y="1934999"/>
                </a:lnTo>
                <a:lnTo>
                  <a:pt x="650483" y="1897545"/>
                </a:lnTo>
                <a:lnTo>
                  <a:pt x="651942" y="1880685"/>
                </a:lnTo>
                <a:lnTo>
                  <a:pt x="698263" y="1865225"/>
                </a:lnTo>
                <a:lnTo>
                  <a:pt x="699022" y="1832088"/>
                </a:lnTo>
                <a:lnTo>
                  <a:pt x="708589" y="1809336"/>
                </a:lnTo>
                <a:lnTo>
                  <a:pt x="673294" y="1770424"/>
                </a:lnTo>
                <a:lnTo>
                  <a:pt x="643833" y="1755664"/>
                </a:lnTo>
                <a:lnTo>
                  <a:pt x="642316" y="1717510"/>
                </a:lnTo>
                <a:lnTo>
                  <a:pt x="649025" y="1679939"/>
                </a:lnTo>
                <a:lnTo>
                  <a:pt x="643833" y="1638752"/>
                </a:lnTo>
                <a:lnTo>
                  <a:pt x="632690" y="1610807"/>
                </a:lnTo>
                <a:lnTo>
                  <a:pt x="641674" y="1579129"/>
                </a:lnTo>
                <a:lnTo>
                  <a:pt x="635665" y="1525574"/>
                </a:lnTo>
                <a:lnTo>
                  <a:pt x="626156" y="1473302"/>
                </a:lnTo>
                <a:lnTo>
                  <a:pt x="633507" y="1427680"/>
                </a:lnTo>
                <a:lnTo>
                  <a:pt x="656259" y="1387309"/>
                </a:lnTo>
                <a:lnTo>
                  <a:pt x="678311" y="1374125"/>
                </a:lnTo>
                <a:lnTo>
                  <a:pt x="705556" y="1379842"/>
                </a:lnTo>
                <a:lnTo>
                  <a:pt x="740151" y="1382059"/>
                </a:lnTo>
                <a:lnTo>
                  <a:pt x="757769" y="1357906"/>
                </a:lnTo>
                <a:lnTo>
                  <a:pt x="754736" y="1319694"/>
                </a:lnTo>
                <a:lnTo>
                  <a:pt x="745227" y="1304176"/>
                </a:lnTo>
                <a:lnTo>
                  <a:pt x="746685" y="1279207"/>
                </a:lnTo>
                <a:lnTo>
                  <a:pt x="781222" y="1194731"/>
                </a:lnTo>
                <a:lnTo>
                  <a:pt x="782680" y="1146135"/>
                </a:lnTo>
                <a:lnTo>
                  <a:pt x="792890" y="1099871"/>
                </a:lnTo>
                <a:lnTo>
                  <a:pt x="803216" y="1074202"/>
                </a:lnTo>
                <a:lnTo>
                  <a:pt x="802516" y="1044682"/>
                </a:lnTo>
                <a:lnTo>
                  <a:pt x="787873" y="1030098"/>
                </a:lnTo>
                <a:lnTo>
                  <a:pt x="788514" y="1009445"/>
                </a:lnTo>
                <a:lnTo>
                  <a:pt x="820893" y="990544"/>
                </a:lnTo>
                <a:lnTo>
                  <a:pt x="855371" y="982959"/>
                </a:lnTo>
                <a:lnTo>
                  <a:pt x="871531" y="969075"/>
                </a:lnTo>
                <a:lnTo>
                  <a:pt x="873048" y="948539"/>
                </a:lnTo>
                <a:lnTo>
                  <a:pt x="900934" y="899301"/>
                </a:lnTo>
                <a:lnTo>
                  <a:pt x="929637" y="859572"/>
                </a:lnTo>
                <a:lnTo>
                  <a:pt x="939263" y="836119"/>
                </a:lnTo>
                <a:lnTo>
                  <a:pt x="928179" y="805900"/>
                </a:lnTo>
                <a:lnTo>
                  <a:pt x="916453" y="792657"/>
                </a:lnTo>
                <a:lnTo>
                  <a:pt x="915752" y="745635"/>
                </a:lnTo>
                <a:lnTo>
                  <a:pt x="928879" y="738926"/>
                </a:lnTo>
                <a:lnTo>
                  <a:pt x="941480" y="722066"/>
                </a:lnTo>
                <a:lnTo>
                  <a:pt x="947372" y="697038"/>
                </a:lnTo>
                <a:lnTo>
                  <a:pt x="961257" y="689746"/>
                </a:lnTo>
                <a:lnTo>
                  <a:pt x="976659" y="655909"/>
                </a:lnTo>
                <a:lnTo>
                  <a:pt x="997836" y="639691"/>
                </a:lnTo>
                <a:lnTo>
                  <a:pt x="1020705" y="650075"/>
                </a:lnTo>
                <a:lnTo>
                  <a:pt x="1030272" y="661043"/>
                </a:lnTo>
                <a:lnTo>
                  <a:pt x="1043399" y="658768"/>
                </a:lnTo>
                <a:lnTo>
                  <a:pt x="1058859" y="644941"/>
                </a:lnTo>
                <a:lnTo>
                  <a:pt x="1046491" y="623531"/>
                </a:lnTo>
                <a:lnTo>
                  <a:pt x="1058217" y="612563"/>
                </a:lnTo>
                <a:lnTo>
                  <a:pt x="1058217" y="601420"/>
                </a:lnTo>
                <a:lnTo>
                  <a:pt x="1063351" y="590452"/>
                </a:lnTo>
                <a:lnTo>
                  <a:pt x="1047133" y="564725"/>
                </a:lnTo>
                <a:lnTo>
                  <a:pt x="1057459" y="558132"/>
                </a:lnTo>
                <a:lnTo>
                  <a:pt x="1086745" y="558832"/>
                </a:lnTo>
                <a:lnTo>
                  <a:pt x="1108914" y="547048"/>
                </a:lnTo>
                <a:lnTo>
                  <a:pt x="1142751" y="555915"/>
                </a:lnTo>
                <a:lnTo>
                  <a:pt x="1163228" y="569859"/>
                </a:lnTo>
                <a:lnTo>
                  <a:pt x="1186797" y="572134"/>
                </a:lnTo>
                <a:lnTo>
                  <a:pt x="1199982" y="583218"/>
                </a:lnTo>
                <a:lnTo>
                  <a:pt x="1210366" y="579426"/>
                </a:lnTo>
                <a:lnTo>
                  <a:pt x="1219875" y="585377"/>
                </a:lnTo>
                <a:lnTo>
                  <a:pt x="1219875" y="560408"/>
                </a:lnTo>
                <a:lnTo>
                  <a:pt x="1208849" y="544248"/>
                </a:lnTo>
                <a:lnTo>
                  <a:pt x="1211824" y="512511"/>
                </a:lnTo>
                <a:lnTo>
                  <a:pt x="1227926" y="503818"/>
                </a:lnTo>
                <a:lnTo>
                  <a:pt x="1222792" y="482408"/>
                </a:lnTo>
                <a:lnTo>
                  <a:pt x="1206632" y="473657"/>
                </a:lnTo>
                <a:lnTo>
                  <a:pt x="1205290" y="453005"/>
                </a:lnTo>
                <a:lnTo>
                  <a:pt x="1228743" y="460356"/>
                </a:lnTo>
                <a:lnTo>
                  <a:pt x="1251437" y="455922"/>
                </a:lnTo>
                <a:lnTo>
                  <a:pt x="1259079" y="452305"/>
                </a:lnTo>
                <a:lnTo>
                  <a:pt x="1259079" y="452130"/>
                </a:lnTo>
                <a:cubicBezTo>
                  <a:pt x="1259079" y="452130"/>
                  <a:pt x="1263221" y="445888"/>
                  <a:pt x="1263221" y="445888"/>
                </a:cubicBezTo>
                <a:lnTo>
                  <a:pt x="1271914" y="450205"/>
                </a:lnTo>
                <a:lnTo>
                  <a:pt x="1278798" y="445537"/>
                </a:lnTo>
                <a:lnTo>
                  <a:pt x="1272847" y="430311"/>
                </a:lnTo>
                <a:lnTo>
                  <a:pt x="1276581" y="412576"/>
                </a:lnTo>
                <a:lnTo>
                  <a:pt x="1290582" y="400733"/>
                </a:lnTo>
                <a:lnTo>
                  <a:pt x="1309543" y="403883"/>
                </a:lnTo>
                <a:lnTo>
                  <a:pt x="1325119" y="426694"/>
                </a:lnTo>
                <a:lnTo>
                  <a:pt x="1368524" y="461872"/>
                </a:lnTo>
                <a:lnTo>
                  <a:pt x="1376575" y="483225"/>
                </a:lnTo>
                <a:lnTo>
                  <a:pt x="1392735" y="505335"/>
                </a:lnTo>
                <a:lnTo>
                  <a:pt x="1421438" y="517061"/>
                </a:lnTo>
                <a:lnTo>
                  <a:pt x="1469101" y="518578"/>
                </a:lnTo>
                <a:lnTo>
                  <a:pt x="1494070" y="494251"/>
                </a:lnTo>
                <a:lnTo>
                  <a:pt x="1508130" y="479549"/>
                </a:lnTo>
                <a:lnTo>
                  <a:pt x="1529482" y="480249"/>
                </a:lnTo>
                <a:lnTo>
                  <a:pt x="1563319" y="503877"/>
                </a:lnTo>
                <a:lnTo>
                  <a:pt x="1586071" y="507435"/>
                </a:lnTo>
                <a:lnTo>
                  <a:pt x="1597797" y="485442"/>
                </a:lnTo>
                <a:lnTo>
                  <a:pt x="1611041" y="478149"/>
                </a:lnTo>
                <a:lnTo>
                  <a:pt x="1627142" y="462689"/>
                </a:lnTo>
                <a:lnTo>
                  <a:pt x="1644819" y="464148"/>
                </a:lnTo>
                <a:lnTo>
                  <a:pt x="1662321" y="452305"/>
                </a:lnTo>
                <a:lnTo>
                  <a:pt x="1669671" y="438945"/>
                </a:lnTo>
                <a:lnTo>
                  <a:pt x="1662321" y="421443"/>
                </a:lnTo>
                <a:lnTo>
                  <a:pt x="1652928" y="390523"/>
                </a:lnTo>
                <a:lnTo>
                  <a:pt x="1658004" y="338368"/>
                </a:lnTo>
                <a:lnTo>
                  <a:pt x="1664654" y="322150"/>
                </a:lnTo>
                <a:lnTo>
                  <a:pt x="1655028" y="306690"/>
                </a:lnTo>
                <a:lnTo>
                  <a:pt x="1666813" y="299456"/>
                </a:lnTo>
                <a:lnTo>
                  <a:pt x="1682973" y="277345"/>
                </a:lnTo>
                <a:lnTo>
                  <a:pt x="1681398" y="265619"/>
                </a:lnTo>
                <a:lnTo>
                  <a:pt x="1702808" y="256051"/>
                </a:lnTo>
                <a:lnTo>
                  <a:pt x="1729236" y="261127"/>
                </a:lnTo>
                <a:lnTo>
                  <a:pt x="1744696" y="257510"/>
                </a:lnTo>
                <a:lnTo>
                  <a:pt x="1743179" y="248701"/>
                </a:lnTo>
                <a:lnTo>
                  <a:pt x="1760097" y="230324"/>
                </a:lnTo>
                <a:lnTo>
                  <a:pt x="1803560" y="229565"/>
                </a:lnTo>
                <a:lnTo>
                  <a:pt x="1822579" y="242808"/>
                </a:lnTo>
                <a:lnTo>
                  <a:pt x="1847431" y="274195"/>
                </a:lnTo>
                <a:lnTo>
                  <a:pt x="1861783" y="289013"/>
                </a:lnTo>
                <a:lnTo>
                  <a:pt x="1883835" y="297122"/>
                </a:lnTo>
                <a:lnTo>
                  <a:pt x="1917789" y="300681"/>
                </a:lnTo>
                <a:lnTo>
                  <a:pt x="1923739" y="317249"/>
                </a:lnTo>
                <a:lnTo>
                  <a:pt x="1943866" y="338660"/>
                </a:lnTo>
                <a:lnTo>
                  <a:pt x="1940599" y="359662"/>
                </a:lnTo>
                <a:lnTo>
                  <a:pt x="1922631" y="388190"/>
                </a:lnTo>
                <a:lnTo>
                  <a:pt x="1926014" y="429669"/>
                </a:lnTo>
                <a:close/>
                <a:moveTo>
                  <a:pt x="91709" y="2198459"/>
                </a:moveTo>
                <a:lnTo>
                  <a:pt x="105011" y="2211702"/>
                </a:lnTo>
                <a:lnTo>
                  <a:pt x="89084" y="2217361"/>
                </a:lnTo>
                <a:lnTo>
                  <a:pt x="91709" y="2198459"/>
                </a:lnTo>
                <a:close/>
                <a:moveTo>
                  <a:pt x="45621" y="2084698"/>
                </a:moveTo>
                <a:lnTo>
                  <a:pt x="57348" y="2081022"/>
                </a:lnTo>
                <a:lnTo>
                  <a:pt x="68374" y="2092807"/>
                </a:lnTo>
                <a:lnTo>
                  <a:pt x="60965" y="2107567"/>
                </a:lnTo>
                <a:lnTo>
                  <a:pt x="45621" y="2084698"/>
                </a:lnTo>
                <a:close/>
                <a:moveTo>
                  <a:pt x="80858" y="2045027"/>
                </a:moveTo>
                <a:lnTo>
                  <a:pt x="80100" y="2061245"/>
                </a:lnTo>
                <a:lnTo>
                  <a:pt x="71932" y="2063404"/>
                </a:lnTo>
                <a:lnTo>
                  <a:pt x="80858" y="2045027"/>
                </a:lnTo>
                <a:close/>
                <a:moveTo>
                  <a:pt x="63123" y="2035518"/>
                </a:moveTo>
                <a:lnTo>
                  <a:pt x="60206" y="2053078"/>
                </a:lnTo>
                <a:lnTo>
                  <a:pt x="44805" y="2050278"/>
                </a:lnTo>
                <a:lnTo>
                  <a:pt x="63181" y="2035518"/>
                </a:lnTo>
                <a:close/>
                <a:moveTo>
                  <a:pt x="27828" y="1958276"/>
                </a:moveTo>
                <a:lnTo>
                  <a:pt x="12485" y="1948009"/>
                </a:lnTo>
                <a:lnTo>
                  <a:pt x="27303" y="1935582"/>
                </a:lnTo>
                <a:cubicBezTo>
                  <a:pt x="27303" y="1935582"/>
                  <a:pt x="27303" y="1955301"/>
                  <a:pt x="27886" y="1958276"/>
                </a:cubicBezTo>
                <a:close/>
                <a:moveTo>
                  <a:pt x="20710" y="1973853"/>
                </a:moveTo>
                <a:lnTo>
                  <a:pt x="35237" y="1974611"/>
                </a:lnTo>
                <a:lnTo>
                  <a:pt x="27828" y="1983304"/>
                </a:lnTo>
                <a:lnTo>
                  <a:pt x="20710" y="1973853"/>
                </a:lnTo>
                <a:close/>
                <a:moveTo>
                  <a:pt x="58106" y="1992813"/>
                </a:moveTo>
                <a:lnTo>
                  <a:pt x="73332" y="2012649"/>
                </a:lnTo>
                <a:lnTo>
                  <a:pt x="66915" y="2031667"/>
                </a:lnTo>
                <a:lnTo>
                  <a:pt x="58106" y="1992813"/>
                </a:lnTo>
                <a:close/>
                <a:moveTo>
                  <a:pt x="30103" y="2018599"/>
                </a:moveTo>
                <a:lnTo>
                  <a:pt x="16860" y="2002498"/>
                </a:lnTo>
                <a:lnTo>
                  <a:pt x="36054" y="1996547"/>
                </a:lnTo>
                <a:lnTo>
                  <a:pt x="30103" y="2018599"/>
                </a:lnTo>
                <a:close/>
                <a:moveTo>
                  <a:pt x="16802" y="1900170"/>
                </a:moveTo>
                <a:lnTo>
                  <a:pt x="0" y="1913413"/>
                </a:lnTo>
                <a:lnTo>
                  <a:pt x="10268" y="1920064"/>
                </a:lnTo>
                <a:lnTo>
                  <a:pt x="20652" y="1909796"/>
                </a:lnTo>
                <a:lnTo>
                  <a:pt x="16802" y="1900170"/>
                </a:lnTo>
                <a:close/>
                <a:moveTo>
                  <a:pt x="9509" y="1757764"/>
                </a:moveTo>
                <a:lnTo>
                  <a:pt x="33078" y="1768615"/>
                </a:lnTo>
                <a:lnTo>
                  <a:pt x="13943" y="1772349"/>
                </a:lnTo>
                <a:lnTo>
                  <a:pt x="9509" y="1757764"/>
                </a:lnTo>
                <a:close/>
                <a:moveTo>
                  <a:pt x="16160" y="1722294"/>
                </a:moveTo>
                <a:lnTo>
                  <a:pt x="35237" y="1734953"/>
                </a:lnTo>
                <a:lnTo>
                  <a:pt x="25728" y="1747380"/>
                </a:lnTo>
                <a:lnTo>
                  <a:pt x="16218" y="1722294"/>
                </a:lnTo>
                <a:close/>
                <a:moveTo>
                  <a:pt x="73332" y="1681223"/>
                </a:moveTo>
                <a:lnTo>
                  <a:pt x="79341" y="1697500"/>
                </a:lnTo>
                <a:lnTo>
                  <a:pt x="60206" y="1698083"/>
                </a:lnTo>
                <a:lnTo>
                  <a:pt x="73332" y="1681223"/>
                </a:lnTo>
                <a:close/>
                <a:moveTo>
                  <a:pt x="91768" y="1668797"/>
                </a:moveTo>
                <a:lnTo>
                  <a:pt x="106586" y="1673114"/>
                </a:lnTo>
                <a:lnTo>
                  <a:pt x="113178" y="1684840"/>
                </a:lnTo>
                <a:lnTo>
                  <a:pt x="92584" y="1697441"/>
                </a:lnTo>
                <a:lnTo>
                  <a:pt x="91826" y="1668738"/>
                </a:lnTo>
                <a:close/>
                <a:moveTo>
                  <a:pt x="273320" y="1541967"/>
                </a:moveTo>
                <a:lnTo>
                  <a:pt x="291288" y="1521723"/>
                </a:lnTo>
                <a:lnTo>
                  <a:pt x="296539" y="1543834"/>
                </a:lnTo>
                <a:lnTo>
                  <a:pt x="286154" y="1553168"/>
                </a:lnTo>
                <a:lnTo>
                  <a:pt x="273320" y="1541967"/>
                </a:lnTo>
                <a:close/>
                <a:moveTo>
                  <a:pt x="279212" y="1508422"/>
                </a:moveTo>
                <a:lnTo>
                  <a:pt x="271453" y="1516998"/>
                </a:lnTo>
                <a:lnTo>
                  <a:pt x="251909" y="1495237"/>
                </a:lnTo>
                <a:lnTo>
                  <a:pt x="273320" y="1493312"/>
                </a:lnTo>
                <a:lnTo>
                  <a:pt x="279212" y="1508422"/>
                </a:lnTo>
                <a:close/>
                <a:moveTo>
                  <a:pt x="298697" y="1465659"/>
                </a:moveTo>
                <a:lnTo>
                  <a:pt x="330317" y="1437948"/>
                </a:lnTo>
                <a:lnTo>
                  <a:pt x="343910" y="1450141"/>
                </a:lnTo>
                <a:lnTo>
                  <a:pt x="322967" y="1464551"/>
                </a:lnTo>
                <a:lnTo>
                  <a:pt x="298697" y="1465659"/>
                </a:lnTo>
                <a:close/>
                <a:moveTo>
                  <a:pt x="303539" y="1504338"/>
                </a:moveTo>
                <a:lnTo>
                  <a:pt x="316024" y="1481119"/>
                </a:lnTo>
                <a:lnTo>
                  <a:pt x="336326" y="1480769"/>
                </a:lnTo>
                <a:lnTo>
                  <a:pt x="342218" y="1470035"/>
                </a:lnTo>
                <a:lnTo>
                  <a:pt x="357970" y="1469393"/>
                </a:lnTo>
                <a:lnTo>
                  <a:pt x="368354" y="1480769"/>
                </a:lnTo>
                <a:lnTo>
                  <a:pt x="353536" y="1498854"/>
                </a:lnTo>
                <a:lnTo>
                  <a:pt x="330667" y="1497396"/>
                </a:lnTo>
                <a:lnTo>
                  <a:pt x="317133" y="1505213"/>
                </a:lnTo>
                <a:lnTo>
                  <a:pt x="303598" y="1504338"/>
                </a:lnTo>
                <a:close/>
                <a:moveTo>
                  <a:pt x="568283" y="1214917"/>
                </a:moveTo>
                <a:lnTo>
                  <a:pt x="576043" y="1199690"/>
                </a:lnTo>
                <a:lnTo>
                  <a:pt x="601770" y="1194906"/>
                </a:lnTo>
                <a:lnTo>
                  <a:pt x="580768" y="1220342"/>
                </a:lnTo>
                <a:lnTo>
                  <a:pt x="568283" y="1214917"/>
                </a:lnTo>
                <a:close/>
                <a:moveTo>
                  <a:pt x="546814" y="1263630"/>
                </a:moveTo>
                <a:lnTo>
                  <a:pt x="539872" y="1251029"/>
                </a:lnTo>
                <a:lnTo>
                  <a:pt x="521495" y="1252487"/>
                </a:lnTo>
                <a:lnTo>
                  <a:pt x="536897" y="1235627"/>
                </a:lnTo>
                <a:lnTo>
                  <a:pt x="565250" y="1232302"/>
                </a:lnTo>
                <a:lnTo>
                  <a:pt x="580360" y="1225884"/>
                </a:lnTo>
                <a:lnTo>
                  <a:pt x="557199" y="1254762"/>
                </a:lnTo>
                <a:lnTo>
                  <a:pt x="546814" y="1263630"/>
                </a:lnTo>
                <a:close/>
                <a:moveTo>
                  <a:pt x="596986" y="1092112"/>
                </a:moveTo>
                <a:lnTo>
                  <a:pt x="605095" y="1097596"/>
                </a:lnTo>
                <a:lnTo>
                  <a:pt x="605796" y="1109731"/>
                </a:lnTo>
                <a:lnTo>
                  <a:pt x="595528" y="1119357"/>
                </a:lnTo>
                <a:lnTo>
                  <a:pt x="586660" y="1107922"/>
                </a:lnTo>
                <a:lnTo>
                  <a:pt x="596986" y="1092112"/>
                </a:lnTo>
                <a:close/>
                <a:moveTo>
                  <a:pt x="634907" y="1053317"/>
                </a:moveTo>
                <a:lnTo>
                  <a:pt x="644066" y="1043399"/>
                </a:lnTo>
                <a:lnTo>
                  <a:pt x="662910" y="1046024"/>
                </a:lnTo>
                <a:lnTo>
                  <a:pt x="638466" y="1065860"/>
                </a:lnTo>
                <a:lnTo>
                  <a:pt x="634849" y="1053258"/>
                </a:lnTo>
                <a:close/>
                <a:moveTo>
                  <a:pt x="621781" y="1017496"/>
                </a:moveTo>
                <a:lnTo>
                  <a:pt x="640566" y="997486"/>
                </a:lnTo>
                <a:lnTo>
                  <a:pt x="644533" y="1016738"/>
                </a:lnTo>
                <a:lnTo>
                  <a:pt x="628198" y="1042641"/>
                </a:lnTo>
                <a:lnTo>
                  <a:pt x="621781" y="1017496"/>
                </a:lnTo>
                <a:close/>
                <a:moveTo>
                  <a:pt x="747910" y="833086"/>
                </a:moveTo>
                <a:lnTo>
                  <a:pt x="754619" y="823110"/>
                </a:lnTo>
                <a:lnTo>
                  <a:pt x="766054" y="825385"/>
                </a:lnTo>
                <a:lnTo>
                  <a:pt x="758061" y="842070"/>
                </a:lnTo>
                <a:lnTo>
                  <a:pt x="747969" y="833086"/>
                </a:lnTo>
                <a:close/>
                <a:moveTo>
                  <a:pt x="626098" y="728775"/>
                </a:moveTo>
                <a:lnTo>
                  <a:pt x="634557" y="739101"/>
                </a:lnTo>
                <a:lnTo>
                  <a:pt x="628898" y="749485"/>
                </a:lnTo>
                <a:lnTo>
                  <a:pt x="618280" y="742776"/>
                </a:lnTo>
                <a:lnTo>
                  <a:pt x="626098" y="728775"/>
                </a:lnTo>
                <a:close/>
                <a:moveTo>
                  <a:pt x="660051" y="677145"/>
                </a:moveTo>
                <a:lnTo>
                  <a:pt x="636599" y="699839"/>
                </a:lnTo>
                <a:lnTo>
                  <a:pt x="636599" y="680178"/>
                </a:lnTo>
                <a:lnTo>
                  <a:pt x="654976" y="648442"/>
                </a:lnTo>
                <a:lnTo>
                  <a:pt x="660110" y="677086"/>
                </a:lnTo>
                <a:close/>
                <a:moveTo>
                  <a:pt x="674694" y="661743"/>
                </a:moveTo>
                <a:lnTo>
                  <a:pt x="666585" y="649958"/>
                </a:lnTo>
                <a:lnTo>
                  <a:pt x="674694" y="639574"/>
                </a:lnTo>
                <a:lnTo>
                  <a:pt x="683562" y="644825"/>
                </a:lnTo>
                <a:lnTo>
                  <a:pt x="674694" y="661743"/>
                </a:lnTo>
                <a:close/>
                <a:moveTo>
                  <a:pt x="733500" y="616238"/>
                </a:moveTo>
                <a:lnTo>
                  <a:pt x="731342" y="633040"/>
                </a:lnTo>
                <a:lnTo>
                  <a:pt x="694588" y="660985"/>
                </a:lnTo>
                <a:lnTo>
                  <a:pt x="700480" y="624931"/>
                </a:lnTo>
                <a:lnTo>
                  <a:pt x="733442" y="616238"/>
                </a:lnTo>
                <a:close/>
                <a:moveTo>
                  <a:pt x="766520" y="572134"/>
                </a:moveTo>
                <a:lnTo>
                  <a:pt x="777663" y="553699"/>
                </a:lnTo>
                <a:lnTo>
                  <a:pt x="795282" y="568400"/>
                </a:lnTo>
                <a:lnTo>
                  <a:pt x="766520" y="572134"/>
                </a:lnTo>
                <a:close/>
                <a:moveTo>
                  <a:pt x="793240" y="579310"/>
                </a:moveTo>
                <a:lnTo>
                  <a:pt x="792481" y="619914"/>
                </a:lnTo>
                <a:lnTo>
                  <a:pt x="771012" y="609704"/>
                </a:lnTo>
                <a:lnTo>
                  <a:pt x="743885" y="627148"/>
                </a:lnTo>
                <a:lnTo>
                  <a:pt x="746802" y="607312"/>
                </a:lnTo>
                <a:lnTo>
                  <a:pt x="793240" y="579310"/>
                </a:lnTo>
                <a:close/>
                <a:moveTo>
                  <a:pt x="806308" y="480074"/>
                </a:moveTo>
                <a:lnTo>
                  <a:pt x="813017" y="507377"/>
                </a:lnTo>
                <a:lnTo>
                  <a:pt x="813717" y="541156"/>
                </a:lnTo>
                <a:lnTo>
                  <a:pt x="786414" y="549323"/>
                </a:lnTo>
                <a:lnTo>
                  <a:pt x="775388" y="539756"/>
                </a:lnTo>
                <a:lnTo>
                  <a:pt x="800591" y="521962"/>
                </a:lnTo>
                <a:lnTo>
                  <a:pt x="786472" y="521320"/>
                </a:lnTo>
                <a:lnTo>
                  <a:pt x="760861" y="541856"/>
                </a:lnTo>
                <a:lnTo>
                  <a:pt x="752636" y="528613"/>
                </a:lnTo>
                <a:lnTo>
                  <a:pt x="760045" y="508136"/>
                </a:lnTo>
                <a:lnTo>
                  <a:pt x="779122" y="512453"/>
                </a:lnTo>
                <a:lnTo>
                  <a:pt x="796740" y="491917"/>
                </a:lnTo>
                <a:lnTo>
                  <a:pt x="793298" y="482525"/>
                </a:lnTo>
                <a:lnTo>
                  <a:pt x="806366" y="480074"/>
                </a:lnTo>
                <a:close/>
                <a:moveTo>
                  <a:pt x="828302" y="491917"/>
                </a:moveTo>
                <a:lnTo>
                  <a:pt x="818092" y="484566"/>
                </a:lnTo>
                <a:lnTo>
                  <a:pt x="819376" y="455105"/>
                </a:lnTo>
                <a:lnTo>
                  <a:pt x="846620" y="433111"/>
                </a:lnTo>
                <a:lnTo>
                  <a:pt x="847437" y="414734"/>
                </a:lnTo>
                <a:lnTo>
                  <a:pt x="873865" y="404408"/>
                </a:lnTo>
                <a:lnTo>
                  <a:pt x="878999" y="423602"/>
                </a:lnTo>
                <a:lnTo>
                  <a:pt x="857705" y="438945"/>
                </a:lnTo>
                <a:lnTo>
                  <a:pt x="855546" y="459539"/>
                </a:lnTo>
                <a:lnTo>
                  <a:pt x="828302" y="491859"/>
                </a:lnTo>
                <a:close/>
                <a:moveTo>
                  <a:pt x="895625" y="503760"/>
                </a:moveTo>
                <a:lnTo>
                  <a:pt x="921761" y="528846"/>
                </a:lnTo>
                <a:lnTo>
                  <a:pt x="886933" y="567175"/>
                </a:lnTo>
                <a:lnTo>
                  <a:pt x="863714" y="580535"/>
                </a:lnTo>
                <a:lnTo>
                  <a:pt x="855488" y="596345"/>
                </a:lnTo>
                <a:lnTo>
                  <a:pt x="839911" y="591269"/>
                </a:lnTo>
                <a:lnTo>
                  <a:pt x="842245" y="571317"/>
                </a:lnTo>
                <a:lnTo>
                  <a:pt x="818151" y="602937"/>
                </a:lnTo>
                <a:lnTo>
                  <a:pt x="807125" y="602937"/>
                </a:lnTo>
                <a:lnTo>
                  <a:pt x="810800" y="577909"/>
                </a:lnTo>
                <a:lnTo>
                  <a:pt x="821009" y="572134"/>
                </a:lnTo>
                <a:lnTo>
                  <a:pt x="818092" y="553699"/>
                </a:lnTo>
                <a:lnTo>
                  <a:pt x="832094" y="536605"/>
                </a:lnTo>
                <a:lnTo>
                  <a:pt x="832094" y="517645"/>
                </a:lnTo>
                <a:lnTo>
                  <a:pt x="856246" y="480074"/>
                </a:lnTo>
                <a:lnTo>
                  <a:pt x="843762" y="533805"/>
                </a:lnTo>
                <a:lnTo>
                  <a:pt x="849012" y="552999"/>
                </a:lnTo>
                <a:lnTo>
                  <a:pt x="862897" y="527271"/>
                </a:lnTo>
                <a:lnTo>
                  <a:pt x="895159" y="525812"/>
                </a:lnTo>
                <a:lnTo>
                  <a:pt x="882732" y="508194"/>
                </a:lnTo>
                <a:lnTo>
                  <a:pt x="881916" y="493492"/>
                </a:lnTo>
                <a:lnTo>
                  <a:pt x="895509" y="503818"/>
                </a:lnTo>
                <a:close/>
                <a:moveTo>
                  <a:pt x="892592" y="481300"/>
                </a:moveTo>
                <a:lnTo>
                  <a:pt x="886408" y="474999"/>
                </a:lnTo>
                <a:lnTo>
                  <a:pt x="901167" y="468815"/>
                </a:lnTo>
                <a:lnTo>
                  <a:pt x="921761" y="479491"/>
                </a:lnTo>
                <a:lnTo>
                  <a:pt x="921761" y="493492"/>
                </a:lnTo>
                <a:lnTo>
                  <a:pt x="892650" y="481358"/>
                </a:lnTo>
                <a:close/>
                <a:moveTo>
                  <a:pt x="948247" y="511169"/>
                </a:moveTo>
                <a:lnTo>
                  <a:pt x="954898" y="486492"/>
                </a:lnTo>
                <a:lnTo>
                  <a:pt x="965924" y="503410"/>
                </a:lnTo>
                <a:lnTo>
                  <a:pt x="948247" y="511169"/>
                </a:lnTo>
                <a:close/>
                <a:moveTo>
                  <a:pt x="1017438" y="401608"/>
                </a:moveTo>
                <a:lnTo>
                  <a:pt x="1013762" y="413042"/>
                </a:lnTo>
                <a:lnTo>
                  <a:pt x="1018196" y="429669"/>
                </a:lnTo>
                <a:lnTo>
                  <a:pt x="996552" y="434395"/>
                </a:lnTo>
                <a:lnTo>
                  <a:pt x="988735" y="445771"/>
                </a:lnTo>
                <a:lnTo>
                  <a:pt x="965341" y="443612"/>
                </a:lnTo>
                <a:lnTo>
                  <a:pt x="959974" y="468757"/>
                </a:lnTo>
                <a:lnTo>
                  <a:pt x="950814" y="469048"/>
                </a:lnTo>
                <a:lnTo>
                  <a:pt x="949998" y="450205"/>
                </a:lnTo>
                <a:lnTo>
                  <a:pt x="932904" y="448163"/>
                </a:lnTo>
                <a:lnTo>
                  <a:pt x="949647" y="426227"/>
                </a:lnTo>
                <a:lnTo>
                  <a:pt x="929404" y="424244"/>
                </a:lnTo>
                <a:lnTo>
                  <a:pt x="938155" y="400499"/>
                </a:lnTo>
                <a:lnTo>
                  <a:pt x="964291" y="398749"/>
                </a:lnTo>
                <a:lnTo>
                  <a:pt x="940430" y="386498"/>
                </a:lnTo>
                <a:lnTo>
                  <a:pt x="953090" y="364329"/>
                </a:lnTo>
                <a:lnTo>
                  <a:pt x="968316" y="376114"/>
                </a:lnTo>
                <a:lnTo>
                  <a:pt x="963474" y="354353"/>
                </a:lnTo>
                <a:lnTo>
                  <a:pt x="994510" y="357737"/>
                </a:lnTo>
                <a:lnTo>
                  <a:pt x="997952" y="374013"/>
                </a:lnTo>
                <a:lnTo>
                  <a:pt x="1011837" y="378331"/>
                </a:lnTo>
                <a:lnTo>
                  <a:pt x="1017263" y="401550"/>
                </a:lnTo>
                <a:close/>
                <a:moveTo>
                  <a:pt x="1018080" y="342102"/>
                </a:moveTo>
                <a:lnTo>
                  <a:pt x="1045266" y="340527"/>
                </a:lnTo>
                <a:lnTo>
                  <a:pt x="1045907" y="325008"/>
                </a:lnTo>
                <a:lnTo>
                  <a:pt x="1070118" y="324483"/>
                </a:lnTo>
                <a:lnTo>
                  <a:pt x="1081961" y="308265"/>
                </a:lnTo>
                <a:lnTo>
                  <a:pt x="1095263" y="327984"/>
                </a:lnTo>
                <a:lnTo>
                  <a:pt x="1081203" y="345777"/>
                </a:lnTo>
                <a:lnTo>
                  <a:pt x="1082019" y="360362"/>
                </a:lnTo>
                <a:lnTo>
                  <a:pt x="1057809" y="361120"/>
                </a:lnTo>
                <a:lnTo>
                  <a:pt x="1038615" y="368355"/>
                </a:lnTo>
                <a:lnTo>
                  <a:pt x="1018138" y="342044"/>
                </a:lnTo>
                <a:close/>
                <a:moveTo>
                  <a:pt x="1100280" y="228749"/>
                </a:moveTo>
                <a:lnTo>
                  <a:pt x="1095263" y="214922"/>
                </a:lnTo>
                <a:lnTo>
                  <a:pt x="1112881" y="208913"/>
                </a:lnTo>
                <a:lnTo>
                  <a:pt x="1100338" y="228749"/>
                </a:lnTo>
                <a:close/>
                <a:moveTo>
                  <a:pt x="1063643" y="268536"/>
                </a:moveTo>
                <a:lnTo>
                  <a:pt x="1065043" y="244967"/>
                </a:lnTo>
                <a:lnTo>
                  <a:pt x="1091471" y="237499"/>
                </a:lnTo>
                <a:lnTo>
                  <a:pt x="1089370" y="251501"/>
                </a:lnTo>
                <a:lnTo>
                  <a:pt x="1063701" y="268478"/>
                </a:lnTo>
                <a:close/>
                <a:moveTo>
                  <a:pt x="1131200" y="305231"/>
                </a:moveTo>
                <a:lnTo>
                  <a:pt x="1137034" y="278045"/>
                </a:lnTo>
                <a:lnTo>
                  <a:pt x="1145901" y="297122"/>
                </a:lnTo>
                <a:lnTo>
                  <a:pt x="1131200" y="305231"/>
                </a:lnTo>
                <a:close/>
                <a:moveTo>
                  <a:pt x="1120932" y="299339"/>
                </a:moveTo>
                <a:lnTo>
                  <a:pt x="1115039" y="308265"/>
                </a:lnTo>
                <a:lnTo>
                  <a:pt x="1100980" y="308265"/>
                </a:lnTo>
                <a:lnTo>
                  <a:pt x="1075369" y="281837"/>
                </a:lnTo>
                <a:lnTo>
                  <a:pt x="1106989" y="255235"/>
                </a:lnTo>
                <a:lnTo>
                  <a:pt x="1114223" y="267077"/>
                </a:lnTo>
                <a:lnTo>
                  <a:pt x="1131841" y="264044"/>
                </a:lnTo>
                <a:lnTo>
                  <a:pt x="1134933" y="269994"/>
                </a:lnTo>
                <a:lnTo>
                  <a:pt x="1118715" y="281896"/>
                </a:lnTo>
                <a:lnTo>
                  <a:pt x="1120932" y="299397"/>
                </a:lnTo>
                <a:close/>
                <a:moveTo>
                  <a:pt x="1175129" y="251209"/>
                </a:moveTo>
                <a:lnTo>
                  <a:pt x="1165853" y="258502"/>
                </a:lnTo>
                <a:lnTo>
                  <a:pt x="1143101" y="248876"/>
                </a:lnTo>
                <a:lnTo>
                  <a:pt x="1141876" y="230499"/>
                </a:lnTo>
                <a:lnTo>
                  <a:pt x="1134583" y="203488"/>
                </a:lnTo>
                <a:lnTo>
                  <a:pt x="1145959" y="195787"/>
                </a:lnTo>
                <a:lnTo>
                  <a:pt x="1150451" y="223790"/>
                </a:lnTo>
                <a:lnTo>
                  <a:pt x="1169645" y="238841"/>
                </a:lnTo>
                <a:lnTo>
                  <a:pt x="1175187" y="251151"/>
                </a:lnTo>
                <a:close/>
                <a:moveTo>
                  <a:pt x="1231193" y="281837"/>
                </a:moveTo>
                <a:lnTo>
                  <a:pt x="1219700" y="264861"/>
                </a:lnTo>
                <a:lnTo>
                  <a:pt x="1204590" y="259260"/>
                </a:lnTo>
                <a:lnTo>
                  <a:pt x="1202432" y="225365"/>
                </a:lnTo>
                <a:lnTo>
                  <a:pt x="1216142" y="212005"/>
                </a:lnTo>
                <a:lnTo>
                  <a:pt x="1236969" y="227932"/>
                </a:lnTo>
                <a:lnTo>
                  <a:pt x="1228276" y="248292"/>
                </a:lnTo>
                <a:lnTo>
                  <a:pt x="1240002" y="264102"/>
                </a:lnTo>
                <a:lnTo>
                  <a:pt x="1231251" y="281896"/>
                </a:lnTo>
                <a:close/>
                <a:moveTo>
                  <a:pt x="1384217" y="204246"/>
                </a:moveTo>
                <a:lnTo>
                  <a:pt x="1364382" y="195787"/>
                </a:lnTo>
                <a:lnTo>
                  <a:pt x="1342271" y="184761"/>
                </a:lnTo>
                <a:lnTo>
                  <a:pt x="1357089" y="173618"/>
                </a:lnTo>
                <a:lnTo>
                  <a:pt x="1378733" y="175076"/>
                </a:lnTo>
                <a:lnTo>
                  <a:pt x="1388359" y="185461"/>
                </a:lnTo>
                <a:lnTo>
                  <a:pt x="1384217" y="204188"/>
                </a:lnTo>
                <a:close/>
                <a:moveTo>
                  <a:pt x="1410762" y="187619"/>
                </a:moveTo>
                <a:lnTo>
                  <a:pt x="1388009" y="159908"/>
                </a:lnTo>
                <a:lnTo>
                  <a:pt x="1424063" y="128113"/>
                </a:lnTo>
                <a:lnTo>
                  <a:pt x="1429955" y="150866"/>
                </a:lnTo>
                <a:lnTo>
                  <a:pt x="1413678" y="170468"/>
                </a:lnTo>
                <a:lnTo>
                  <a:pt x="1410703" y="187678"/>
                </a:lnTo>
                <a:close/>
                <a:moveTo>
                  <a:pt x="1366657" y="149582"/>
                </a:moveTo>
                <a:lnTo>
                  <a:pt x="1353006" y="152616"/>
                </a:lnTo>
                <a:lnTo>
                  <a:pt x="1320861" y="143106"/>
                </a:lnTo>
                <a:lnTo>
                  <a:pt x="1312927" y="121638"/>
                </a:lnTo>
                <a:lnTo>
                  <a:pt x="1330720" y="125663"/>
                </a:lnTo>
                <a:lnTo>
                  <a:pt x="1348222" y="112362"/>
                </a:lnTo>
                <a:lnTo>
                  <a:pt x="1359948" y="126013"/>
                </a:lnTo>
                <a:lnTo>
                  <a:pt x="1370449" y="105769"/>
                </a:lnTo>
                <a:lnTo>
                  <a:pt x="1383225" y="113178"/>
                </a:lnTo>
                <a:lnTo>
                  <a:pt x="1415545" y="83250"/>
                </a:lnTo>
                <a:lnTo>
                  <a:pt x="1419687" y="96610"/>
                </a:lnTo>
                <a:lnTo>
                  <a:pt x="1366715" y="149582"/>
                </a:lnTo>
                <a:close/>
                <a:moveTo>
                  <a:pt x="1430305" y="107694"/>
                </a:moveTo>
                <a:lnTo>
                  <a:pt x="1458250" y="97368"/>
                </a:lnTo>
                <a:lnTo>
                  <a:pt x="1481819" y="114695"/>
                </a:lnTo>
                <a:lnTo>
                  <a:pt x="1474760" y="132372"/>
                </a:lnTo>
                <a:lnTo>
                  <a:pt x="1447224" y="142815"/>
                </a:lnTo>
                <a:lnTo>
                  <a:pt x="1445649" y="123154"/>
                </a:lnTo>
                <a:lnTo>
                  <a:pt x="1430247" y="107753"/>
                </a:lnTo>
                <a:close/>
                <a:moveTo>
                  <a:pt x="1485144" y="58631"/>
                </a:moveTo>
                <a:lnTo>
                  <a:pt x="1479252" y="68607"/>
                </a:lnTo>
                <a:lnTo>
                  <a:pt x="1470501" y="71466"/>
                </a:lnTo>
                <a:lnTo>
                  <a:pt x="1457608" y="51222"/>
                </a:lnTo>
                <a:lnTo>
                  <a:pt x="1475285" y="46846"/>
                </a:lnTo>
                <a:lnTo>
                  <a:pt x="1485086" y="58631"/>
                </a:lnTo>
                <a:close/>
                <a:moveTo>
                  <a:pt x="1528957" y="26894"/>
                </a:moveTo>
                <a:lnTo>
                  <a:pt x="1515072" y="26428"/>
                </a:lnTo>
                <a:lnTo>
                  <a:pt x="1521956" y="12543"/>
                </a:lnTo>
                <a:lnTo>
                  <a:pt x="1536308" y="12076"/>
                </a:lnTo>
                <a:lnTo>
                  <a:pt x="1528957" y="26894"/>
                </a:lnTo>
                <a:close/>
                <a:moveTo>
                  <a:pt x="1557368" y="37687"/>
                </a:moveTo>
                <a:lnTo>
                  <a:pt x="1558360" y="27595"/>
                </a:lnTo>
                <a:lnTo>
                  <a:pt x="1567286" y="19135"/>
                </a:lnTo>
                <a:lnTo>
                  <a:pt x="1579946" y="25203"/>
                </a:lnTo>
                <a:lnTo>
                  <a:pt x="1589280" y="16160"/>
                </a:lnTo>
                <a:lnTo>
                  <a:pt x="1591497" y="0"/>
                </a:lnTo>
                <a:lnTo>
                  <a:pt x="1603340" y="9684"/>
                </a:lnTo>
                <a:lnTo>
                  <a:pt x="1619500" y="13710"/>
                </a:lnTo>
                <a:lnTo>
                  <a:pt x="1606198" y="30220"/>
                </a:lnTo>
                <a:lnTo>
                  <a:pt x="1630992" y="30686"/>
                </a:lnTo>
                <a:lnTo>
                  <a:pt x="1622125" y="53497"/>
                </a:lnTo>
                <a:lnTo>
                  <a:pt x="1601531" y="58164"/>
                </a:lnTo>
                <a:lnTo>
                  <a:pt x="1579946" y="41304"/>
                </a:lnTo>
                <a:lnTo>
                  <a:pt x="1557368" y="37687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57" name="Freeform: Shape 2705">
            <a:extLst>
              <a:ext uri="{FF2B5EF4-FFF2-40B4-BE49-F238E27FC236}">
                <a16:creationId xmlns:a16="http://schemas.microsoft.com/office/drawing/2014/main" id="{9BEF285A-4DBA-EC2E-06FC-606A1714FDB7}"/>
              </a:ext>
            </a:extLst>
          </p:cNvPr>
          <p:cNvSpPr/>
          <p:nvPr/>
        </p:nvSpPr>
        <p:spPr>
          <a:xfrm>
            <a:off x="8807944" y="5368318"/>
            <a:ext cx="883315" cy="854612"/>
          </a:xfrm>
          <a:custGeom>
            <a:avLst/>
            <a:gdLst>
              <a:gd name="connsiteX0" fmla="*/ 662910 w 883315"/>
              <a:gd name="connsiteY0" fmla="*/ 0 h 854612"/>
              <a:gd name="connsiteX1" fmla="*/ 650659 w 883315"/>
              <a:gd name="connsiteY1" fmla="*/ 0 h 854612"/>
              <a:gd name="connsiteX2" fmla="*/ 626389 w 883315"/>
              <a:gd name="connsiteY2" fmla="*/ 18377 h 854612"/>
              <a:gd name="connsiteX3" fmla="*/ 624989 w 883315"/>
              <a:gd name="connsiteY3" fmla="*/ 41829 h 854612"/>
              <a:gd name="connsiteX4" fmla="*/ 632982 w 883315"/>
              <a:gd name="connsiteY4" fmla="*/ 59448 h 854612"/>
              <a:gd name="connsiteX5" fmla="*/ 619797 w 883315"/>
              <a:gd name="connsiteY5" fmla="*/ 70474 h 854612"/>
              <a:gd name="connsiteX6" fmla="*/ 576334 w 883315"/>
              <a:gd name="connsiteY6" fmla="*/ 67615 h 854612"/>
              <a:gd name="connsiteX7" fmla="*/ 556674 w 883315"/>
              <a:gd name="connsiteY7" fmla="*/ 77066 h 854612"/>
              <a:gd name="connsiteX8" fmla="*/ 538939 w 883315"/>
              <a:gd name="connsiteY8" fmla="*/ 66857 h 854612"/>
              <a:gd name="connsiteX9" fmla="*/ 519103 w 883315"/>
              <a:gd name="connsiteY9" fmla="*/ 66857 h 854612"/>
              <a:gd name="connsiteX10" fmla="*/ 505102 w 883315"/>
              <a:gd name="connsiteY10" fmla="*/ 77824 h 854612"/>
              <a:gd name="connsiteX11" fmla="*/ 486083 w 883315"/>
              <a:gd name="connsiteY11" fmla="*/ 76424 h 854612"/>
              <a:gd name="connsiteX12" fmla="*/ 483166 w 883315"/>
              <a:gd name="connsiteY12" fmla="*/ 59506 h 854612"/>
              <a:gd name="connsiteX13" fmla="*/ 456564 w 883315"/>
              <a:gd name="connsiteY13" fmla="*/ 60323 h 854612"/>
              <a:gd name="connsiteX14" fmla="*/ 431653 w 883315"/>
              <a:gd name="connsiteY14" fmla="*/ 55831 h 854612"/>
              <a:gd name="connsiteX15" fmla="*/ 413859 w 883315"/>
              <a:gd name="connsiteY15" fmla="*/ 72807 h 854612"/>
              <a:gd name="connsiteX16" fmla="*/ 388190 w 883315"/>
              <a:gd name="connsiteY16" fmla="*/ 79458 h 854612"/>
              <a:gd name="connsiteX17" fmla="*/ 354470 w 883315"/>
              <a:gd name="connsiteY17" fmla="*/ 78758 h 854612"/>
              <a:gd name="connsiteX18" fmla="*/ 344085 w 883315"/>
              <a:gd name="connsiteY18" fmla="*/ 73624 h 854612"/>
              <a:gd name="connsiteX19" fmla="*/ 330784 w 883315"/>
              <a:gd name="connsiteY19" fmla="*/ 85350 h 854612"/>
              <a:gd name="connsiteX20" fmla="*/ 312407 w 883315"/>
              <a:gd name="connsiteY20" fmla="*/ 85992 h 854612"/>
              <a:gd name="connsiteX21" fmla="*/ 288955 w 883315"/>
              <a:gd name="connsiteY21" fmla="*/ 100635 h 854612"/>
              <a:gd name="connsiteX22" fmla="*/ 238258 w 883315"/>
              <a:gd name="connsiteY22" fmla="*/ 98477 h 854612"/>
              <a:gd name="connsiteX23" fmla="*/ 216906 w 883315"/>
              <a:gd name="connsiteY23" fmla="*/ 110261 h 854612"/>
              <a:gd name="connsiteX24" fmla="*/ 215389 w 883315"/>
              <a:gd name="connsiteY24" fmla="*/ 119070 h 854612"/>
              <a:gd name="connsiteX25" fmla="*/ 186686 w 883315"/>
              <a:gd name="connsiteY25" fmla="*/ 129280 h 854612"/>
              <a:gd name="connsiteX26" fmla="*/ 146374 w 883315"/>
              <a:gd name="connsiteY26" fmla="*/ 154249 h 854612"/>
              <a:gd name="connsiteX27" fmla="*/ 141940 w 883315"/>
              <a:gd name="connsiteY27" fmla="*/ 183069 h 854612"/>
              <a:gd name="connsiteX28" fmla="*/ 125721 w 883315"/>
              <a:gd name="connsiteY28" fmla="*/ 212530 h 854612"/>
              <a:gd name="connsiteX29" fmla="*/ 85292 w 883315"/>
              <a:gd name="connsiteY29" fmla="*/ 225656 h 854612"/>
              <a:gd name="connsiteX30" fmla="*/ 83717 w 883315"/>
              <a:gd name="connsiteY30" fmla="*/ 249109 h 854612"/>
              <a:gd name="connsiteX31" fmla="*/ 69832 w 883315"/>
              <a:gd name="connsiteY31" fmla="*/ 279387 h 854612"/>
              <a:gd name="connsiteX32" fmla="*/ 56531 w 883315"/>
              <a:gd name="connsiteY32" fmla="*/ 286213 h 854612"/>
              <a:gd name="connsiteX33" fmla="*/ 58689 w 883315"/>
              <a:gd name="connsiteY33" fmla="*/ 287846 h 854612"/>
              <a:gd name="connsiteX34" fmla="*/ 60323 w 883315"/>
              <a:gd name="connsiteY34" fmla="*/ 317133 h 854612"/>
              <a:gd name="connsiteX35" fmla="*/ 97310 w 883315"/>
              <a:gd name="connsiteY35" fmla="*/ 344960 h 854612"/>
              <a:gd name="connsiteX36" fmla="*/ 118371 w 883315"/>
              <a:gd name="connsiteY36" fmla="*/ 375180 h 854612"/>
              <a:gd name="connsiteX37" fmla="*/ 128405 w 883315"/>
              <a:gd name="connsiteY37" fmla="*/ 377514 h 854612"/>
              <a:gd name="connsiteX38" fmla="*/ 125896 w 883315"/>
              <a:gd name="connsiteY38" fmla="*/ 386731 h 854612"/>
              <a:gd name="connsiteX39" fmla="*/ 154541 w 883315"/>
              <a:gd name="connsiteY39" fmla="*/ 426869 h 854612"/>
              <a:gd name="connsiteX40" fmla="*/ 161483 w 883315"/>
              <a:gd name="connsiteY40" fmla="*/ 454638 h 854612"/>
              <a:gd name="connsiteX41" fmla="*/ 174610 w 883315"/>
              <a:gd name="connsiteY41" fmla="*/ 460122 h 854612"/>
              <a:gd name="connsiteX42" fmla="*/ 191703 w 883315"/>
              <a:gd name="connsiteY42" fmla="*/ 439412 h 854612"/>
              <a:gd name="connsiteX43" fmla="*/ 206988 w 883315"/>
              <a:gd name="connsiteY43" fmla="*/ 458605 h 854612"/>
              <a:gd name="connsiteX44" fmla="*/ 230966 w 883315"/>
              <a:gd name="connsiteY44" fmla="*/ 461639 h 854612"/>
              <a:gd name="connsiteX45" fmla="*/ 240941 w 883315"/>
              <a:gd name="connsiteY45" fmla="*/ 446237 h 854612"/>
              <a:gd name="connsiteX46" fmla="*/ 257918 w 883315"/>
              <a:gd name="connsiteY46" fmla="*/ 447754 h 854612"/>
              <a:gd name="connsiteX47" fmla="*/ 284813 w 883315"/>
              <a:gd name="connsiteY47" fmla="*/ 464031 h 854612"/>
              <a:gd name="connsiteX48" fmla="*/ 301148 w 883315"/>
              <a:gd name="connsiteY48" fmla="*/ 456272 h 854612"/>
              <a:gd name="connsiteX49" fmla="*/ 304123 w 883315"/>
              <a:gd name="connsiteY49" fmla="*/ 470273 h 854612"/>
              <a:gd name="connsiteX50" fmla="*/ 317191 w 883315"/>
              <a:gd name="connsiteY50" fmla="*/ 469456 h 854612"/>
              <a:gd name="connsiteX51" fmla="*/ 328042 w 883315"/>
              <a:gd name="connsiteY51" fmla="*/ 477916 h 854612"/>
              <a:gd name="connsiteX52" fmla="*/ 349686 w 883315"/>
              <a:gd name="connsiteY52" fmla="*/ 481708 h 854612"/>
              <a:gd name="connsiteX53" fmla="*/ 334401 w 883315"/>
              <a:gd name="connsiteY53" fmla="*/ 490984 h 854612"/>
              <a:gd name="connsiteX54" fmla="*/ 320399 w 883315"/>
              <a:gd name="connsiteY54" fmla="*/ 504810 h 854612"/>
              <a:gd name="connsiteX55" fmla="*/ 306515 w 883315"/>
              <a:gd name="connsiteY55" fmla="*/ 493259 h 854612"/>
              <a:gd name="connsiteX56" fmla="*/ 287963 w 883315"/>
              <a:gd name="connsiteY56" fmla="*/ 488650 h 854612"/>
              <a:gd name="connsiteX57" fmla="*/ 247884 w 883315"/>
              <a:gd name="connsiteY57" fmla="*/ 462398 h 854612"/>
              <a:gd name="connsiteX58" fmla="*/ 230090 w 883315"/>
              <a:gd name="connsiteY58" fmla="*/ 468640 h 854612"/>
              <a:gd name="connsiteX59" fmla="*/ 213114 w 883315"/>
              <a:gd name="connsiteY59" fmla="*/ 478616 h 854612"/>
              <a:gd name="connsiteX60" fmla="*/ 195320 w 883315"/>
              <a:gd name="connsiteY60" fmla="*/ 470215 h 854612"/>
              <a:gd name="connsiteX61" fmla="*/ 180560 w 883315"/>
              <a:gd name="connsiteY61" fmla="*/ 488650 h 854612"/>
              <a:gd name="connsiteX62" fmla="*/ 170001 w 883315"/>
              <a:gd name="connsiteY62" fmla="*/ 491684 h 854612"/>
              <a:gd name="connsiteX63" fmla="*/ 162942 w 883315"/>
              <a:gd name="connsiteY63" fmla="*/ 509536 h 854612"/>
              <a:gd name="connsiteX64" fmla="*/ 184586 w 883315"/>
              <a:gd name="connsiteY64" fmla="*/ 534155 h 854612"/>
              <a:gd name="connsiteX65" fmla="*/ 206813 w 883315"/>
              <a:gd name="connsiteY65" fmla="*/ 545064 h 854612"/>
              <a:gd name="connsiteX66" fmla="*/ 228399 w 883315"/>
              <a:gd name="connsiteY66" fmla="*/ 565133 h 854612"/>
              <a:gd name="connsiteX67" fmla="*/ 230790 w 883315"/>
              <a:gd name="connsiteY67" fmla="*/ 579660 h 854612"/>
              <a:gd name="connsiteX68" fmla="*/ 222273 w 883315"/>
              <a:gd name="connsiteY68" fmla="*/ 589869 h 854612"/>
              <a:gd name="connsiteX69" fmla="*/ 223731 w 883315"/>
              <a:gd name="connsiteY69" fmla="*/ 609179 h 854612"/>
              <a:gd name="connsiteX70" fmla="*/ 242341 w 883315"/>
              <a:gd name="connsiteY70" fmla="*/ 633099 h 854612"/>
              <a:gd name="connsiteX71" fmla="*/ 254651 w 883315"/>
              <a:gd name="connsiteY71" fmla="*/ 647100 h 854612"/>
              <a:gd name="connsiteX72" fmla="*/ 260018 w 883315"/>
              <a:gd name="connsiteY72" fmla="*/ 633740 h 854612"/>
              <a:gd name="connsiteX73" fmla="*/ 255410 w 883315"/>
              <a:gd name="connsiteY73" fmla="*/ 623822 h 854612"/>
              <a:gd name="connsiteX74" fmla="*/ 263110 w 883315"/>
              <a:gd name="connsiteY74" fmla="*/ 605971 h 854612"/>
              <a:gd name="connsiteX75" fmla="*/ 270169 w 883315"/>
              <a:gd name="connsiteY75" fmla="*/ 628373 h 854612"/>
              <a:gd name="connsiteX76" fmla="*/ 297064 w 883315"/>
              <a:gd name="connsiteY76" fmla="*/ 639983 h 854612"/>
              <a:gd name="connsiteX77" fmla="*/ 303306 w 883315"/>
              <a:gd name="connsiteY77" fmla="*/ 654684 h 854612"/>
              <a:gd name="connsiteX78" fmla="*/ 299397 w 883315"/>
              <a:gd name="connsiteY78" fmla="*/ 671544 h 854612"/>
              <a:gd name="connsiteX79" fmla="*/ 311007 w 883315"/>
              <a:gd name="connsiteY79" fmla="*/ 685604 h 854612"/>
              <a:gd name="connsiteX80" fmla="*/ 311007 w 883315"/>
              <a:gd name="connsiteY80" fmla="*/ 657076 h 854612"/>
              <a:gd name="connsiteX81" fmla="*/ 321100 w 883315"/>
              <a:gd name="connsiteY81" fmla="*/ 633740 h 854612"/>
              <a:gd name="connsiteX82" fmla="*/ 338018 w 883315"/>
              <a:gd name="connsiteY82" fmla="*/ 633740 h 854612"/>
              <a:gd name="connsiteX83" fmla="*/ 345719 w 883315"/>
              <a:gd name="connsiteY83" fmla="*/ 652292 h 854612"/>
              <a:gd name="connsiteX84" fmla="*/ 375880 w 883315"/>
              <a:gd name="connsiteY84" fmla="*/ 672478 h 854612"/>
              <a:gd name="connsiteX85" fmla="*/ 363454 w 883315"/>
              <a:gd name="connsiteY85" fmla="*/ 651650 h 854612"/>
              <a:gd name="connsiteX86" fmla="*/ 366429 w 883315"/>
              <a:gd name="connsiteY86" fmla="*/ 637766 h 854612"/>
              <a:gd name="connsiteX87" fmla="*/ 355637 w 883315"/>
              <a:gd name="connsiteY87" fmla="*/ 617638 h 854612"/>
              <a:gd name="connsiteX88" fmla="*/ 341752 w 883315"/>
              <a:gd name="connsiteY88" fmla="*/ 584443 h 854612"/>
              <a:gd name="connsiteX89" fmla="*/ 329500 w 883315"/>
              <a:gd name="connsiteY89" fmla="*/ 565191 h 854612"/>
              <a:gd name="connsiteX90" fmla="*/ 330317 w 883315"/>
              <a:gd name="connsiteY90" fmla="*/ 557549 h 854612"/>
              <a:gd name="connsiteX91" fmla="*/ 342568 w 883315"/>
              <a:gd name="connsiteY91" fmla="*/ 555857 h 854612"/>
              <a:gd name="connsiteX92" fmla="*/ 364912 w 883315"/>
              <a:gd name="connsiteY92" fmla="*/ 567408 h 854612"/>
              <a:gd name="connsiteX93" fmla="*/ 358145 w 883315"/>
              <a:gd name="connsiteY93" fmla="*/ 576101 h 854612"/>
              <a:gd name="connsiteX94" fmla="*/ 364912 w 883315"/>
              <a:gd name="connsiteY94" fmla="*/ 583685 h 854612"/>
              <a:gd name="connsiteX95" fmla="*/ 376522 w 883315"/>
              <a:gd name="connsiteY95" fmla="*/ 571317 h 854612"/>
              <a:gd name="connsiteX96" fmla="*/ 399741 w 883315"/>
              <a:gd name="connsiteY96" fmla="*/ 579135 h 854612"/>
              <a:gd name="connsiteX97" fmla="*/ 400500 w 883315"/>
              <a:gd name="connsiteY97" fmla="*/ 571317 h 854612"/>
              <a:gd name="connsiteX98" fmla="*/ 391107 w 883315"/>
              <a:gd name="connsiteY98" fmla="*/ 564375 h 854612"/>
              <a:gd name="connsiteX99" fmla="*/ 389240 w 883315"/>
              <a:gd name="connsiteY99" fmla="*/ 555857 h 854612"/>
              <a:gd name="connsiteX100" fmla="*/ 381189 w 883315"/>
              <a:gd name="connsiteY100" fmla="*/ 553524 h 854612"/>
              <a:gd name="connsiteX101" fmla="*/ 364271 w 883315"/>
              <a:gd name="connsiteY101" fmla="*/ 542731 h 854612"/>
              <a:gd name="connsiteX102" fmla="*/ 365729 w 883315"/>
              <a:gd name="connsiteY102" fmla="*/ 532755 h 854612"/>
              <a:gd name="connsiteX103" fmla="*/ 345661 w 883315"/>
              <a:gd name="connsiteY103" fmla="*/ 517412 h 854612"/>
              <a:gd name="connsiteX104" fmla="*/ 364854 w 883315"/>
              <a:gd name="connsiteY104" fmla="*/ 508835 h 854612"/>
              <a:gd name="connsiteX105" fmla="*/ 382706 w 883315"/>
              <a:gd name="connsiteY105" fmla="*/ 509652 h 854612"/>
              <a:gd name="connsiteX106" fmla="*/ 393499 w 883315"/>
              <a:gd name="connsiteY106" fmla="*/ 500377 h 854612"/>
              <a:gd name="connsiteX107" fmla="*/ 421268 w 883315"/>
              <a:gd name="connsiteY107" fmla="*/ 519687 h 854612"/>
              <a:gd name="connsiteX108" fmla="*/ 424243 w 883315"/>
              <a:gd name="connsiteY108" fmla="*/ 528088 h 854612"/>
              <a:gd name="connsiteX109" fmla="*/ 443729 w 883315"/>
              <a:gd name="connsiteY109" fmla="*/ 530480 h 854612"/>
              <a:gd name="connsiteX110" fmla="*/ 449096 w 883315"/>
              <a:gd name="connsiteY110" fmla="*/ 518987 h 854612"/>
              <a:gd name="connsiteX111" fmla="*/ 432178 w 883315"/>
              <a:gd name="connsiteY111" fmla="*/ 494193 h 854612"/>
              <a:gd name="connsiteX112" fmla="*/ 436670 w 883315"/>
              <a:gd name="connsiteY112" fmla="*/ 471207 h 854612"/>
              <a:gd name="connsiteX113" fmla="*/ 429611 w 883315"/>
              <a:gd name="connsiteY113" fmla="*/ 457964 h 854612"/>
              <a:gd name="connsiteX114" fmla="*/ 382648 w 883315"/>
              <a:gd name="connsiteY114" fmla="*/ 428736 h 854612"/>
              <a:gd name="connsiteX115" fmla="*/ 368005 w 883315"/>
              <a:gd name="connsiteY115" fmla="*/ 424827 h 854612"/>
              <a:gd name="connsiteX116" fmla="*/ 361062 w 883315"/>
              <a:gd name="connsiteY116" fmla="*/ 413334 h 854612"/>
              <a:gd name="connsiteX117" fmla="*/ 347994 w 883315"/>
              <a:gd name="connsiteY117" fmla="*/ 413976 h 854612"/>
              <a:gd name="connsiteX118" fmla="*/ 339477 w 883315"/>
              <a:gd name="connsiteY118" fmla="*/ 403241 h 854612"/>
              <a:gd name="connsiteX119" fmla="*/ 319466 w 883315"/>
              <a:gd name="connsiteY119" fmla="*/ 401025 h 854612"/>
              <a:gd name="connsiteX120" fmla="*/ 299281 w 883315"/>
              <a:gd name="connsiteY120" fmla="*/ 383231 h 854612"/>
              <a:gd name="connsiteX121" fmla="*/ 320983 w 883315"/>
              <a:gd name="connsiteY121" fmla="*/ 380022 h 854612"/>
              <a:gd name="connsiteX122" fmla="*/ 333351 w 883315"/>
              <a:gd name="connsiteY122" fmla="*/ 365379 h 854612"/>
              <a:gd name="connsiteX123" fmla="*/ 332593 w 883315"/>
              <a:gd name="connsiteY123" fmla="*/ 354645 h 854612"/>
              <a:gd name="connsiteX124" fmla="*/ 312465 w 883315"/>
              <a:gd name="connsiteY124" fmla="*/ 349219 h 854612"/>
              <a:gd name="connsiteX125" fmla="*/ 323433 w 883315"/>
              <a:gd name="connsiteY125" fmla="*/ 335334 h 854612"/>
              <a:gd name="connsiteX126" fmla="*/ 322442 w 883315"/>
              <a:gd name="connsiteY126" fmla="*/ 323900 h 854612"/>
              <a:gd name="connsiteX127" fmla="*/ 338018 w 883315"/>
              <a:gd name="connsiteY127" fmla="*/ 329559 h 854612"/>
              <a:gd name="connsiteX128" fmla="*/ 350794 w 883315"/>
              <a:gd name="connsiteY128" fmla="*/ 340060 h 854612"/>
              <a:gd name="connsiteX129" fmla="*/ 345719 w 883315"/>
              <a:gd name="connsiteY129" fmla="*/ 351086 h 854612"/>
              <a:gd name="connsiteX130" fmla="*/ 347294 w 883315"/>
              <a:gd name="connsiteY130" fmla="*/ 361821 h 854612"/>
              <a:gd name="connsiteX131" fmla="*/ 358437 w 883315"/>
              <a:gd name="connsiteY131" fmla="*/ 359195 h 854612"/>
              <a:gd name="connsiteX132" fmla="*/ 365379 w 883315"/>
              <a:gd name="connsiteY132" fmla="*/ 335218 h 854612"/>
              <a:gd name="connsiteX133" fmla="*/ 351844 w 883315"/>
              <a:gd name="connsiteY133" fmla="*/ 319058 h 854612"/>
              <a:gd name="connsiteX134" fmla="*/ 320983 w 883315"/>
              <a:gd name="connsiteY134" fmla="*/ 281429 h 854612"/>
              <a:gd name="connsiteX135" fmla="*/ 307740 w 883315"/>
              <a:gd name="connsiteY135" fmla="*/ 271278 h 854612"/>
              <a:gd name="connsiteX136" fmla="*/ 304765 w 883315"/>
              <a:gd name="connsiteY136" fmla="*/ 257451 h 854612"/>
              <a:gd name="connsiteX137" fmla="*/ 280904 w 883315"/>
              <a:gd name="connsiteY137" fmla="*/ 237149 h 854612"/>
              <a:gd name="connsiteX138" fmla="*/ 289363 w 883315"/>
              <a:gd name="connsiteY138" fmla="*/ 226590 h 854612"/>
              <a:gd name="connsiteX139" fmla="*/ 285396 w 883315"/>
              <a:gd name="connsiteY139" fmla="*/ 186394 h 854612"/>
              <a:gd name="connsiteX140" fmla="*/ 298581 w 883315"/>
              <a:gd name="connsiteY140" fmla="*/ 165567 h 854612"/>
              <a:gd name="connsiteX141" fmla="*/ 323375 w 883315"/>
              <a:gd name="connsiteY141" fmla="*/ 160200 h 854612"/>
              <a:gd name="connsiteX142" fmla="*/ 326292 w 883315"/>
              <a:gd name="connsiteY142" fmla="*/ 180152 h 854612"/>
              <a:gd name="connsiteX143" fmla="*/ 314682 w 883315"/>
              <a:gd name="connsiteY143" fmla="*/ 180152 h 854612"/>
              <a:gd name="connsiteX144" fmla="*/ 316958 w 883315"/>
              <a:gd name="connsiteY144" fmla="*/ 191120 h 854612"/>
              <a:gd name="connsiteX145" fmla="*/ 348694 w 883315"/>
              <a:gd name="connsiteY145" fmla="*/ 205705 h 854612"/>
              <a:gd name="connsiteX146" fmla="*/ 351786 w 883315"/>
              <a:gd name="connsiteY146" fmla="*/ 230382 h 854612"/>
              <a:gd name="connsiteX147" fmla="*/ 371913 w 883315"/>
              <a:gd name="connsiteY147" fmla="*/ 246484 h 854612"/>
              <a:gd name="connsiteX148" fmla="*/ 394140 w 883315"/>
              <a:gd name="connsiteY148" fmla="*/ 245784 h 854612"/>
              <a:gd name="connsiteX149" fmla="*/ 377980 w 883315"/>
              <a:gd name="connsiteY149" fmla="*/ 234991 h 854612"/>
              <a:gd name="connsiteX150" fmla="*/ 369521 w 883315"/>
              <a:gd name="connsiteY150" fmla="*/ 219706 h 854612"/>
              <a:gd name="connsiteX151" fmla="*/ 372613 w 883315"/>
              <a:gd name="connsiteY151" fmla="*/ 205763 h 854612"/>
              <a:gd name="connsiteX152" fmla="*/ 393440 w 883315"/>
              <a:gd name="connsiteY152" fmla="*/ 212763 h 854612"/>
              <a:gd name="connsiteX153" fmla="*/ 409601 w 883315"/>
              <a:gd name="connsiteY153" fmla="*/ 234991 h 854612"/>
              <a:gd name="connsiteX154" fmla="*/ 423543 w 883315"/>
              <a:gd name="connsiteY154" fmla="*/ 240417 h 854612"/>
              <a:gd name="connsiteX155" fmla="*/ 431244 w 883315"/>
              <a:gd name="connsiteY155" fmla="*/ 227232 h 854612"/>
              <a:gd name="connsiteX156" fmla="*/ 415726 w 883315"/>
              <a:gd name="connsiteY156" fmla="*/ 215680 h 854612"/>
              <a:gd name="connsiteX157" fmla="*/ 401900 w 883315"/>
              <a:gd name="connsiteY157" fmla="*/ 210255 h 854612"/>
              <a:gd name="connsiteX158" fmla="*/ 402658 w 883315"/>
              <a:gd name="connsiteY158" fmla="*/ 198704 h 854612"/>
              <a:gd name="connsiteX159" fmla="*/ 440520 w 883315"/>
              <a:gd name="connsiteY159" fmla="*/ 200279 h 854612"/>
              <a:gd name="connsiteX160" fmla="*/ 454230 w 883315"/>
              <a:gd name="connsiteY160" fmla="*/ 214105 h 854612"/>
              <a:gd name="connsiteX161" fmla="*/ 460414 w 883315"/>
              <a:gd name="connsiteY161" fmla="*/ 207163 h 854612"/>
              <a:gd name="connsiteX162" fmla="*/ 438828 w 883315"/>
              <a:gd name="connsiteY162" fmla="*/ 187211 h 854612"/>
              <a:gd name="connsiteX163" fmla="*/ 416543 w 883315"/>
              <a:gd name="connsiteY163" fmla="*/ 184177 h 854612"/>
              <a:gd name="connsiteX164" fmla="*/ 397991 w 883315"/>
              <a:gd name="connsiteY164" fmla="*/ 162417 h 854612"/>
              <a:gd name="connsiteX165" fmla="*/ 408842 w 883315"/>
              <a:gd name="connsiteY165" fmla="*/ 150165 h 854612"/>
              <a:gd name="connsiteX166" fmla="*/ 428911 w 883315"/>
              <a:gd name="connsiteY166" fmla="*/ 156349 h 854612"/>
              <a:gd name="connsiteX167" fmla="*/ 445013 w 883315"/>
              <a:gd name="connsiteY167" fmla="*/ 147074 h 854612"/>
              <a:gd name="connsiteX168" fmla="*/ 452888 w 883315"/>
              <a:gd name="connsiteY168" fmla="*/ 120120 h 854612"/>
              <a:gd name="connsiteX169" fmla="*/ 467473 w 883315"/>
              <a:gd name="connsiteY169" fmla="*/ 114695 h 854612"/>
              <a:gd name="connsiteX170" fmla="*/ 489817 w 883315"/>
              <a:gd name="connsiteY170" fmla="*/ 131614 h 854612"/>
              <a:gd name="connsiteX171" fmla="*/ 506852 w 883315"/>
              <a:gd name="connsiteY171" fmla="*/ 133189 h 854612"/>
              <a:gd name="connsiteX172" fmla="*/ 525346 w 883315"/>
              <a:gd name="connsiteY172" fmla="*/ 113878 h 854612"/>
              <a:gd name="connsiteX173" fmla="*/ 526046 w 883315"/>
              <a:gd name="connsiteY173" fmla="*/ 103844 h 854612"/>
              <a:gd name="connsiteX174" fmla="*/ 534505 w 883315"/>
              <a:gd name="connsiteY174" fmla="*/ 103844 h 854612"/>
              <a:gd name="connsiteX175" fmla="*/ 548506 w 883315"/>
              <a:gd name="connsiteY175" fmla="*/ 120179 h 854612"/>
              <a:gd name="connsiteX176" fmla="*/ 590160 w 883315"/>
              <a:gd name="connsiteY176" fmla="*/ 120179 h 854612"/>
              <a:gd name="connsiteX177" fmla="*/ 621372 w 883315"/>
              <a:gd name="connsiteY177" fmla="*/ 128347 h 854612"/>
              <a:gd name="connsiteX178" fmla="*/ 643424 w 883315"/>
              <a:gd name="connsiteY178" fmla="*/ 122746 h 854612"/>
              <a:gd name="connsiteX179" fmla="*/ 655326 w 883315"/>
              <a:gd name="connsiteY179" fmla="*/ 99294 h 854612"/>
              <a:gd name="connsiteX180" fmla="*/ 650892 w 883315"/>
              <a:gd name="connsiteY180" fmla="*/ 77124 h 854612"/>
              <a:gd name="connsiteX181" fmla="*/ 677436 w 883315"/>
              <a:gd name="connsiteY181" fmla="*/ 60906 h 854612"/>
              <a:gd name="connsiteX182" fmla="*/ 678895 w 883315"/>
              <a:gd name="connsiteY182" fmla="*/ 35937 h 854612"/>
              <a:gd name="connsiteX183" fmla="*/ 658184 w 883315"/>
              <a:gd name="connsiteY183" fmla="*/ 27128 h 854612"/>
              <a:gd name="connsiteX184" fmla="*/ 662443 w 883315"/>
              <a:gd name="connsiteY184" fmla="*/ 350 h 854612"/>
              <a:gd name="connsiteX185" fmla="*/ 435153 w 883315"/>
              <a:gd name="connsiteY185" fmla="*/ 791140 h 854612"/>
              <a:gd name="connsiteX186" fmla="*/ 428444 w 883315"/>
              <a:gd name="connsiteY186" fmla="*/ 778597 h 854612"/>
              <a:gd name="connsiteX187" fmla="*/ 427627 w 883315"/>
              <a:gd name="connsiteY187" fmla="*/ 793182 h 854612"/>
              <a:gd name="connsiteX188" fmla="*/ 421210 w 883315"/>
              <a:gd name="connsiteY188" fmla="*/ 806074 h 854612"/>
              <a:gd name="connsiteX189" fmla="*/ 422902 w 883315"/>
              <a:gd name="connsiteY189" fmla="*/ 821359 h 854612"/>
              <a:gd name="connsiteX190" fmla="*/ 437778 w 883315"/>
              <a:gd name="connsiteY190" fmla="*/ 827893 h 854612"/>
              <a:gd name="connsiteX191" fmla="*/ 471673 w 883315"/>
              <a:gd name="connsiteY191" fmla="*/ 823459 h 854612"/>
              <a:gd name="connsiteX192" fmla="*/ 485733 w 883315"/>
              <a:gd name="connsiteY192" fmla="*/ 827193 h 854612"/>
              <a:gd name="connsiteX193" fmla="*/ 499384 w 883315"/>
              <a:gd name="connsiteY193" fmla="*/ 822468 h 854612"/>
              <a:gd name="connsiteX194" fmla="*/ 519628 w 883315"/>
              <a:gd name="connsiteY194" fmla="*/ 828360 h 854612"/>
              <a:gd name="connsiteX195" fmla="*/ 541681 w 883315"/>
              <a:gd name="connsiteY195" fmla="*/ 841253 h 854612"/>
              <a:gd name="connsiteX196" fmla="*/ 544306 w 883315"/>
              <a:gd name="connsiteY196" fmla="*/ 854613 h 854612"/>
              <a:gd name="connsiteX197" fmla="*/ 569684 w 883315"/>
              <a:gd name="connsiteY197" fmla="*/ 853504 h 854612"/>
              <a:gd name="connsiteX198" fmla="*/ 590627 w 883315"/>
              <a:gd name="connsiteY198" fmla="*/ 840203 h 854612"/>
              <a:gd name="connsiteX199" fmla="*/ 614371 w 883315"/>
              <a:gd name="connsiteY199" fmla="*/ 842362 h 854612"/>
              <a:gd name="connsiteX200" fmla="*/ 651767 w 883315"/>
              <a:gd name="connsiteY200" fmla="*/ 841253 h 854612"/>
              <a:gd name="connsiteX201" fmla="*/ 677553 w 883315"/>
              <a:gd name="connsiteY201" fmla="*/ 842012 h 854612"/>
              <a:gd name="connsiteX202" fmla="*/ 692488 w 883315"/>
              <a:gd name="connsiteY202" fmla="*/ 832852 h 854612"/>
              <a:gd name="connsiteX203" fmla="*/ 698613 w 883315"/>
              <a:gd name="connsiteY203" fmla="*/ 818442 h 854612"/>
              <a:gd name="connsiteX204" fmla="*/ 695230 w 883315"/>
              <a:gd name="connsiteY204" fmla="*/ 804324 h 854612"/>
              <a:gd name="connsiteX205" fmla="*/ 695230 w 883315"/>
              <a:gd name="connsiteY205" fmla="*/ 795573 h 854612"/>
              <a:gd name="connsiteX206" fmla="*/ 689746 w 883315"/>
              <a:gd name="connsiteY206" fmla="*/ 803741 h 854612"/>
              <a:gd name="connsiteX207" fmla="*/ 688987 w 883315"/>
              <a:gd name="connsiteY207" fmla="*/ 814067 h 854612"/>
              <a:gd name="connsiteX208" fmla="*/ 676503 w 883315"/>
              <a:gd name="connsiteY208" fmla="*/ 824276 h 854612"/>
              <a:gd name="connsiteX209" fmla="*/ 667577 w 883315"/>
              <a:gd name="connsiteY209" fmla="*/ 816575 h 854612"/>
              <a:gd name="connsiteX210" fmla="*/ 656901 w 883315"/>
              <a:gd name="connsiteY210" fmla="*/ 820601 h 854612"/>
              <a:gd name="connsiteX211" fmla="*/ 646225 w 883315"/>
              <a:gd name="connsiteY211" fmla="*/ 819201 h 854612"/>
              <a:gd name="connsiteX212" fmla="*/ 648442 w 883315"/>
              <a:gd name="connsiteY212" fmla="*/ 809517 h 854612"/>
              <a:gd name="connsiteX213" fmla="*/ 643308 w 883315"/>
              <a:gd name="connsiteY213" fmla="*/ 796215 h 854612"/>
              <a:gd name="connsiteX214" fmla="*/ 633332 w 883315"/>
              <a:gd name="connsiteY214" fmla="*/ 796682 h 854612"/>
              <a:gd name="connsiteX215" fmla="*/ 605796 w 883315"/>
              <a:gd name="connsiteY215" fmla="*/ 792948 h 854612"/>
              <a:gd name="connsiteX216" fmla="*/ 584093 w 883315"/>
              <a:gd name="connsiteY216" fmla="*/ 783380 h 854612"/>
              <a:gd name="connsiteX217" fmla="*/ 555332 w 883315"/>
              <a:gd name="connsiteY217" fmla="*/ 784489 h 854612"/>
              <a:gd name="connsiteX218" fmla="*/ 531355 w 883315"/>
              <a:gd name="connsiteY218" fmla="*/ 799657 h 854612"/>
              <a:gd name="connsiteX219" fmla="*/ 512978 w 883315"/>
              <a:gd name="connsiteY219" fmla="*/ 804324 h 854612"/>
              <a:gd name="connsiteX220" fmla="*/ 497460 w 883315"/>
              <a:gd name="connsiteY220" fmla="*/ 796157 h 854612"/>
              <a:gd name="connsiteX221" fmla="*/ 490167 w 883315"/>
              <a:gd name="connsiteY221" fmla="*/ 788164 h 854612"/>
              <a:gd name="connsiteX222" fmla="*/ 477974 w 883315"/>
              <a:gd name="connsiteY222" fmla="*/ 790090 h 854612"/>
              <a:gd name="connsiteX223" fmla="*/ 486375 w 883315"/>
              <a:gd name="connsiteY223" fmla="*/ 782272 h 854612"/>
              <a:gd name="connsiteX224" fmla="*/ 479024 w 883315"/>
              <a:gd name="connsiteY224" fmla="*/ 770021 h 854612"/>
              <a:gd name="connsiteX225" fmla="*/ 463156 w 883315"/>
              <a:gd name="connsiteY225" fmla="*/ 771188 h 854612"/>
              <a:gd name="connsiteX226" fmla="*/ 466073 w 883315"/>
              <a:gd name="connsiteY226" fmla="*/ 778947 h 854612"/>
              <a:gd name="connsiteX227" fmla="*/ 471207 w 883315"/>
              <a:gd name="connsiteY227" fmla="*/ 780405 h 854612"/>
              <a:gd name="connsiteX228" fmla="*/ 465489 w 883315"/>
              <a:gd name="connsiteY228" fmla="*/ 785481 h 854612"/>
              <a:gd name="connsiteX229" fmla="*/ 450263 w 883315"/>
              <a:gd name="connsiteY229" fmla="*/ 786356 h 854612"/>
              <a:gd name="connsiteX230" fmla="*/ 446587 w 883315"/>
              <a:gd name="connsiteY230" fmla="*/ 771246 h 854612"/>
              <a:gd name="connsiteX231" fmla="*/ 441804 w 883315"/>
              <a:gd name="connsiteY231" fmla="*/ 769729 h 854612"/>
              <a:gd name="connsiteX232" fmla="*/ 439937 w 883315"/>
              <a:gd name="connsiteY232" fmla="*/ 778363 h 854612"/>
              <a:gd name="connsiteX233" fmla="*/ 442446 w 883315"/>
              <a:gd name="connsiteY233" fmla="*/ 788631 h 854612"/>
              <a:gd name="connsiteX234" fmla="*/ 434978 w 883315"/>
              <a:gd name="connsiteY234" fmla="*/ 791198 h 854612"/>
              <a:gd name="connsiteX235" fmla="*/ 26836 w 883315"/>
              <a:gd name="connsiteY235" fmla="*/ 276587 h 854612"/>
              <a:gd name="connsiteX236" fmla="*/ 26136 w 883315"/>
              <a:gd name="connsiteY236" fmla="*/ 296422 h 854612"/>
              <a:gd name="connsiteX237" fmla="*/ 37629 w 883315"/>
              <a:gd name="connsiteY237" fmla="*/ 309373 h 854612"/>
              <a:gd name="connsiteX238" fmla="*/ 50755 w 883315"/>
              <a:gd name="connsiteY238" fmla="*/ 314216 h 854612"/>
              <a:gd name="connsiteX239" fmla="*/ 52972 w 883315"/>
              <a:gd name="connsiteY239" fmla="*/ 321216 h 854612"/>
              <a:gd name="connsiteX240" fmla="*/ 48072 w 883315"/>
              <a:gd name="connsiteY240" fmla="*/ 324950 h 854612"/>
              <a:gd name="connsiteX241" fmla="*/ 31620 w 883315"/>
              <a:gd name="connsiteY241" fmla="*/ 317249 h 854612"/>
              <a:gd name="connsiteX242" fmla="*/ 13768 w 883315"/>
              <a:gd name="connsiteY242" fmla="*/ 298055 h 854612"/>
              <a:gd name="connsiteX243" fmla="*/ 12018 w 883315"/>
              <a:gd name="connsiteY243" fmla="*/ 292047 h 854612"/>
              <a:gd name="connsiteX244" fmla="*/ 1342 w 883315"/>
              <a:gd name="connsiteY244" fmla="*/ 287846 h 854612"/>
              <a:gd name="connsiteX245" fmla="*/ 0 w 883315"/>
              <a:gd name="connsiteY245" fmla="*/ 277403 h 854612"/>
              <a:gd name="connsiteX246" fmla="*/ 17677 w 883315"/>
              <a:gd name="connsiteY246" fmla="*/ 270753 h 854612"/>
              <a:gd name="connsiteX247" fmla="*/ 26778 w 883315"/>
              <a:gd name="connsiteY247" fmla="*/ 276587 h 854612"/>
              <a:gd name="connsiteX248" fmla="*/ 106003 w 883315"/>
              <a:gd name="connsiteY248" fmla="*/ 421560 h 854612"/>
              <a:gd name="connsiteX249" fmla="*/ 105011 w 883315"/>
              <a:gd name="connsiteY249" fmla="*/ 414676 h 854612"/>
              <a:gd name="connsiteX250" fmla="*/ 113878 w 883315"/>
              <a:gd name="connsiteY250" fmla="*/ 398224 h 854612"/>
              <a:gd name="connsiteX251" fmla="*/ 120879 w 883315"/>
              <a:gd name="connsiteY251" fmla="*/ 397116 h 854612"/>
              <a:gd name="connsiteX252" fmla="*/ 123796 w 883315"/>
              <a:gd name="connsiteY252" fmla="*/ 414384 h 854612"/>
              <a:gd name="connsiteX253" fmla="*/ 117612 w 883315"/>
              <a:gd name="connsiteY253" fmla="*/ 422143 h 854612"/>
              <a:gd name="connsiteX254" fmla="*/ 111311 w 883315"/>
              <a:gd name="connsiteY254" fmla="*/ 423543 h 854612"/>
              <a:gd name="connsiteX255" fmla="*/ 106061 w 883315"/>
              <a:gd name="connsiteY255" fmla="*/ 421502 h 854612"/>
              <a:gd name="connsiteX256" fmla="*/ 107636 w 883315"/>
              <a:gd name="connsiteY256" fmla="*/ 454755 h 854612"/>
              <a:gd name="connsiteX257" fmla="*/ 107928 w 883315"/>
              <a:gd name="connsiteY257" fmla="*/ 430019 h 854612"/>
              <a:gd name="connsiteX258" fmla="*/ 119362 w 883315"/>
              <a:gd name="connsiteY258" fmla="*/ 439762 h 854612"/>
              <a:gd name="connsiteX259" fmla="*/ 125663 w 883315"/>
              <a:gd name="connsiteY259" fmla="*/ 453938 h 854612"/>
              <a:gd name="connsiteX260" fmla="*/ 123038 w 883315"/>
              <a:gd name="connsiteY260" fmla="*/ 462631 h 854612"/>
              <a:gd name="connsiteX261" fmla="*/ 131789 w 883315"/>
              <a:gd name="connsiteY261" fmla="*/ 471790 h 854612"/>
              <a:gd name="connsiteX262" fmla="*/ 134414 w 883315"/>
              <a:gd name="connsiteY262" fmla="*/ 481299 h 854612"/>
              <a:gd name="connsiteX263" fmla="*/ 138556 w 883315"/>
              <a:gd name="connsiteY263" fmla="*/ 486725 h 854612"/>
              <a:gd name="connsiteX264" fmla="*/ 132139 w 883315"/>
              <a:gd name="connsiteY264" fmla="*/ 496701 h 854612"/>
              <a:gd name="connsiteX265" fmla="*/ 120179 w 883315"/>
              <a:gd name="connsiteY265" fmla="*/ 490167 h 854612"/>
              <a:gd name="connsiteX266" fmla="*/ 106003 w 883315"/>
              <a:gd name="connsiteY266" fmla="*/ 488183 h 854612"/>
              <a:gd name="connsiteX267" fmla="*/ 106003 w 883315"/>
              <a:gd name="connsiteY267" fmla="*/ 476807 h 854612"/>
              <a:gd name="connsiteX268" fmla="*/ 101277 w 883315"/>
              <a:gd name="connsiteY268" fmla="*/ 471732 h 854612"/>
              <a:gd name="connsiteX269" fmla="*/ 100927 w 883315"/>
              <a:gd name="connsiteY269" fmla="*/ 482058 h 854612"/>
              <a:gd name="connsiteX270" fmla="*/ 95735 w 883315"/>
              <a:gd name="connsiteY270" fmla="*/ 487483 h 854612"/>
              <a:gd name="connsiteX271" fmla="*/ 86576 w 883315"/>
              <a:gd name="connsiteY271" fmla="*/ 477974 h 854612"/>
              <a:gd name="connsiteX272" fmla="*/ 86576 w 883315"/>
              <a:gd name="connsiteY272" fmla="*/ 456564 h 854612"/>
              <a:gd name="connsiteX273" fmla="*/ 98593 w 883315"/>
              <a:gd name="connsiteY273" fmla="*/ 453180 h 854612"/>
              <a:gd name="connsiteX274" fmla="*/ 107578 w 883315"/>
              <a:gd name="connsiteY274" fmla="*/ 454638 h 854612"/>
              <a:gd name="connsiteX275" fmla="*/ 145148 w 883315"/>
              <a:gd name="connsiteY275" fmla="*/ 527446 h 854612"/>
              <a:gd name="connsiteX276" fmla="*/ 152791 w 883315"/>
              <a:gd name="connsiteY276" fmla="*/ 536313 h 854612"/>
              <a:gd name="connsiteX277" fmla="*/ 140423 w 883315"/>
              <a:gd name="connsiteY277" fmla="*/ 534447 h 854612"/>
              <a:gd name="connsiteX278" fmla="*/ 137681 w 883315"/>
              <a:gd name="connsiteY278" fmla="*/ 541097 h 854612"/>
              <a:gd name="connsiteX279" fmla="*/ 126363 w 883315"/>
              <a:gd name="connsiteY279" fmla="*/ 538122 h 854612"/>
              <a:gd name="connsiteX280" fmla="*/ 112303 w 883315"/>
              <a:gd name="connsiteY280" fmla="*/ 524004 h 854612"/>
              <a:gd name="connsiteX281" fmla="*/ 115220 w 883315"/>
              <a:gd name="connsiteY281" fmla="*/ 512978 h 854612"/>
              <a:gd name="connsiteX282" fmla="*/ 123329 w 883315"/>
              <a:gd name="connsiteY282" fmla="*/ 509185 h 854612"/>
              <a:gd name="connsiteX283" fmla="*/ 135872 w 883315"/>
              <a:gd name="connsiteY283" fmla="*/ 514903 h 854612"/>
              <a:gd name="connsiteX284" fmla="*/ 145090 w 883315"/>
              <a:gd name="connsiteY284" fmla="*/ 527446 h 854612"/>
              <a:gd name="connsiteX285" fmla="*/ 779122 w 883315"/>
              <a:gd name="connsiteY285" fmla="*/ 751002 h 854612"/>
              <a:gd name="connsiteX286" fmla="*/ 776321 w 883315"/>
              <a:gd name="connsiteY286" fmla="*/ 746568 h 854612"/>
              <a:gd name="connsiteX287" fmla="*/ 781805 w 883315"/>
              <a:gd name="connsiteY287" fmla="*/ 737234 h 854612"/>
              <a:gd name="connsiteX288" fmla="*/ 781805 w 883315"/>
              <a:gd name="connsiteY288" fmla="*/ 747210 h 854612"/>
              <a:gd name="connsiteX289" fmla="*/ 779122 w 883315"/>
              <a:gd name="connsiteY289" fmla="*/ 751002 h 854612"/>
              <a:gd name="connsiteX290" fmla="*/ 774688 w 883315"/>
              <a:gd name="connsiteY290" fmla="*/ 802866 h 854612"/>
              <a:gd name="connsiteX291" fmla="*/ 771538 w 883315"/>
              <a:gd name="connsiteY291" fmla="*/ 782272 h 854612"/>
              <a:gd name="connsiteX292" fmla="*/ 765295 w 883315"/>
              <a:gd name="connsiteY292" fmla="*/ 769671 h 854612"/>
              <a:gd name="connsiteX293" fmla="*/ 776321 w 883315"/>
              <a:gd name="connsiteY293" fmla="*/ 756194 h 854612"/>
              <a:gd name="connsiteX294" fmla="*/ 778772 w 883315"/>
              <a:gd name="connsiteY294" fmla="*/ 768329 h 854612"/>
              <a:gd name="connsiteX295" fmla="*/ 788398 w 883315"/>
              <a:gd name="connsiteY295" fmla="*/ 780697 h 854612"/>
              <a:gd name="connsiteX296" fmla="*/ 781047 w 883315"/>
              <a:gd name="connsiteY296" fmla="*/ 800066 h 854612"/>
              <a:gd name="connsiteX297" fmla="*/ 774688 w 883315"/>
              <a:gd name="connsiteY297" fmla="*/ 802866 h 854612"/>
              <a:gd name="connsiteX298" fmla="*/ 828185 w 883315"/>
              <a:gd name="connsiteY298" fmla="*/ 742018 h 854612"/>
              <a:gd name="connsiteX299" fmla="*/ 821884 w 883315"/>
              <a:gd name="connsiteY299" fmla="*/ 735426 h 854612"/>
              <a:gd name="connsiteX300" fmla="*/ 826960 w 883315"/>
              <a:gd name="connsiteY300" fmla="*/ 724458 h 854612"/>
              <a:gd name="connsiteX301" fmla="*/ 823693 w 883315"/>
              <a:gd name="connsiteY301" fmla="*/ 720432 h 854612"/>
              <a:gd name="connsiteX302" fmla="*/ 825151 w 883315"/>
              <a:gd name="connsiteY302" fmla="*/ 709640 h 854612"/>
              <a:gd name="connsiteX303" fmla="*/ 847204 w 883315"/>
              <a:gd name="connsiteY303" fmla="*/ 691204 h 854612"/>
              <a:gd name="connsiteX304" fmla="*/ 870481 w 883315"/>
              <a:gd name="connsiteY304" fmla="*/ 681637 h 854612"/>
              <a:gd name="connsiteX305" fmla="*/ 883316 w 883315"/>
              <a:gd name="connsiteY305" fmla="*/ 676036 h 854612"/>
              <a:gd name="connsiteX306" fmla="*/ 882149 w 883315"/>
              <a:gd name="connsiteY306" fmla="*/ 686362 h 854612"/>
              <a:gd name="connsiteX307" fmla="*/ 875265 w 883315"/>
              <a:gd name="connsiteY307" fmla="*/ 691904 h 854612"/>
              <a:gd name="connsiteX308" fmla="*/ 871473 w 883315"/>
              <a:gd name="connsiteY308" fmla="*/ 703047 h 854612"/>
              <a:gd name="connsiteX309" fmla="*/ 866222 w 883315"/>
              <a:gd name="connsiteY309" fmla="*/ 711798 h 854612"/>
              <a:gd name="connsiteX310" fmla="*/ 866514 w 883315"/>
              <a:gd name="connsiteY310" fmla="*/ 718507 h 854612"/>
              <a:gd name="connsiteX311" fmla="*/ 856771 w 883315"/>
              <a:gd name="connsiteY311" fmla="*/ 718857 h 854612"/>
              <a:gd name="connsiteX312" fmla="*/ 845745 w 883315"/>
              <a:gd name="connsiteY312" fmla="*/ 729592 h 854612"/>
              <a:gd name="connsiteX313" fmla="*/ 836586 w 883315"/>
              <a:gd name="connsiteY313" fmla="*/ 740559 h 854612"/>
              <a:gd name="connsiteX314" fmla="*/ 828127 w 883315"/>
              <a:gd name="connsiteY314" fmla="*/ 742076 h 854612"/>
              <a:gd name="connsiteX315" fmla="*/ 691204 w 883315"/>
              <a:gd name="connsiteY315" fmla="*/ 675336 h 854612"/>
              <a:gd name="connsiteX316" fmla="*/ 681928 w 883315"/>
              <a:gd name="connsiteY316" fmla="*/ 668277 h 854612"/>
              <a:gd name="connsiteX317" fmla="*/ 686829 w 883315"/>
              <a:gd name="connsiteY317" fmla="*/ 660985 h 854612"/>
              <a:gd name="connsiteX318" fmla="*/ 702580 w 883315"/>
              <a:gd name="connsiteY318" fmla="*/ 655092 h 854612"/>
              <a:gd name="connsiteX319" fmla="*/ 710865 w 883315"/>
              <a:gd name="connsiteY319" fmla="*/ 658826 h 854612"/>
              <a:gd name="connsiteX320" fmla="*/ 704097 w 883315"/>
              <a:gd name="connsiteY320" fmla="*/ 669561 h 854612"/>
              <a:gd name="connsiteX321" fmla="*/ 691146 w 883315"/>
              <a:gd name="connsiteY321" fmla="*/ 675395 h 854612"/>
              <a:gd name="connsiteX322" fmla="*/ 689396 w 883315"/>
              <a:gd name="connsiteY322" fmla="*/ 530304 h 854612"/>
              <a:gd name="connsiteX323" fmla="*/ 706314 w 883315"/>
              <a:gd name="connsiteY323" fmla="*/ 516770 h 854612"/>
              <a:gd name="connsiteX324" fmla="*/ 718099 w 883315"/>
              <a:gd name="connsiteY324" fmla="*/ 517878 h 854612"/>
              <a:gd name="connsiteX325" fmla="*/ 730233 w 883315"/>
              <a:gd name="connsiteY325" fmla="*/ 527679 h 854612"/>
              <a:gd name="connsiteX326" fmla="*/ 733559 w 883315"/>
              <a:gd name="connsiteY326" fmla="*/ 523654 h 854612"/>
              <a:gd name="connsiteX327" fmla="*/ 739101 w 883315"/>
              <a:gd name="connsiteY327" fmla="*/ 524879 h 854612"/>
              <a:gd name="connsiteX328" fmla="*/ 741085 w 883315"/>
              <a:gd name="connsiteY328" fmla="*/ 532638 h 854612"/>
              <a:gd name="connsiteX329" fmla="*/ 729883 w 883315"/>
              <a:gd name="connsiteY329" fmla="*/ 538122 h 854612"/>
              <a:gd name="connsiteX330" fmla="*/ 724983 w 883315"/>
              <a:gd name="connsiteY330" fmla="*/ 543956 h 854612"/>
              <a:gd name="connsiteX331" fmla="*/ 715240 w 883315"/>
              <a:gd name="connsiteY331" fmla="*/ 543606 h 854612"/>
              <a:gd name="connsiteX332" fmla="*/ 706723 w 883315"/>
              <a:gd name="connsiteY332" fmla="*/ 534097 h 854612"/>
              <a:gd name="connsiteX333" fmla="*/ 695521 w 883315"/>
              <a:gd name="connsiteY333" fmla="*/ 534738 h 854612"/>
              <a:gd name="connsiteX334" fmla="*/ 684962 w 883315"/>
              <a:gd name="connsiteY334" fmla="*/ 537830 h 854612"/>
              <a:gd name="connsiteX335" fmla="*/ 689396 w 883315"/>
              <a:gd name="connsiteY335" fmla="*/ 530304 h 854612"/>
              <a:gd name="connsiteX336" fmla="*/ 655209 w 883315"/>
              <a:gd name="connsiteY336" fmla="*/ 422727 h 854612"/>
              <a:gd name="connsiteX337" fmla="*/ 659410 w 883315"/>
              <a:gd name="connsiteY337" fmla="*/ 447754 h 854612"/>
              <a:gd name="connsiteX338" fmla="*/ 655851 w 883315"/>
              <a:gd name="connsiteY338" fmla="*/ 464323 h 854612"/>
              <a:gd name="connsiteX339" fmla="*/ 641908 w 883315"/>
              <a:gd name="connsiteY339" fmla="*/ 471032 h 854612"/>
              <a:gd name="connsiteX340" fmla="*/ 630882 w 883315"/>
              <a:gd name="connsiteY340" fmla="*/ 462689 h 854612"/>
              <a:gd name="connsiteX341" fmla="*/ 630532 w 883315"/>
              <a:gd name="connsiteY341" fmla="*/ 454580 h 854612"/>
              <a:gd name="connsiteX342" fmla="*/ 639749 w 883315"/>
              <a:gd name="connsiteY342" fmla="*/ 450905 h 854612"/>
              <a:gd name="connsiteX343" fmla="*/ 639341 w 883315"/>
              <a:gd name="connsiteY343" fmla="*/ 435678 h 854612"/>
              <a:gd name="connsiteX344" fmla="*/ 626039 w 883315"/>
              <a:gd name="connsiteY344" fmla="*/ 425702 h 854612"/>
              <a:gd name="connsiteX345" fmla="*/ 626039 w 883315"/>
              <a:gd name="connsiteY345" fmla="*/ 419110 h 854612"/>
              <a:gd name="connsiteX346" fmla="*/ 637882 w 883315"/>
              <a:gd name="connsiteY346" fmla="*/ 412809 h 854612"/>
              <a:gd name="connsiteX347" fmla="*/ 650367 w 883315"/>
              <a:gd name="connsiteY347" fmla="*/ 418001 h 854612"/>
              <a:gd name="connsiteX348" fmla="*/ 655267 w 883315"/>
              <a:gd name="connsiteY348" fmla="*/ 422727 h 854612"/>
              <a:gd name="connsiteX349" fmla="*/ 627498 w 883315"/>
              <a:gd name="connsiteY349" fmla="*/ 363687 h 854612"/>
              <a:gd name="connsiteX350" fmla="*/ 612446 w 883315"/>
              <a:gd name="connsiteY350" fmla="*/ 351144 h 854612"/>
              <a:gd name="connsiteX351" fmla="*/ 621489 w 883315"/>
              <a:gd name="connsiteY351" fmla="*/ 335568 h 854612"/>
              <a:gd name="connsiteX352" fmla="*/ 644358 w 883315"/>
              <a:gd name="connsiteY352" fmla="*/ 327575 h 854612"/>
              <a:gd name="connsiteX353" fmla="*/ 655442 w 883315"/>
              <a:gd name="connsiteY353" fmla="*/ 320516 h 854612"/>
              <a:gd name="connsiteX354" fmla="*/ 676853 w 883315"/>
              <a:gd name="connsiteY354" fmla="*/ 317308 h 854612"/>
              <a:gd name="connsiteX355" fmla="*/ 680120 w 883315"/>
              <a:gd name="connsiteY355" fmla="*/ 322500 h 854612"/>
              <a:gd name="connsiteX356" fmla="*/ 676095 w 883315"/>
              <a:gd name="connsiteY356" fmla="*/ 333934 h 854612"/>
              <a:gd name="connsiteX357" fmla="*/ 680878 w 883315"/>
              <a:gd name="connsiteY357" fmla="*/ 334576 h 854612"/>
              <a:gd name="connsiteX358" fmla="*/ 684204 w 883315"/>
              <a:gd name="connsiteY358" fmla="*/ 349394 h 854612"/>
              <a:gd name="connsiteX359" fmla="*/ 683795 w 883315"/>
              <a:gd name="connsiteY359" fmla="*/ 370572 h 854612"/>
              <a:gd name="connsiteX360" fmla="*/ 663551 w 883315"/>
              <a:gd name="connsiteY360" fmla="*/ 372205 h 854612"/>
              <a:gd name="connsiteX361" fmla="*/ 649550 w 883315"/>
              <a:gd name="connsiteY361" fmla="*/ 365612 h 854612"/>
              <a:gd name="connsiteX362" fmla="*/ 655209 w 883315"/>
              <a:gd name="connsiteY362" fmla="*/ 357562 h 854612"/>
              <a:gd name="connsiteX363" fmla="*/ 663610 w 883315"/>
              <a:gd name="connsiteY363" fmla="*/ 350503 h 854612"/>
              <a:gd name="connsiteX364" fmla="*/ 665244 w 883315"/>
              <a:gd name="connsiteY364" fmla="*/ 337960 h 854612"/>
              <a:gd name="connsiteX365" fmla="*/ 650367 w 883315"/>
              <a:gd name="connsiteY365" fmla="*/ 338310 h 854612"/>
              <a:gd name="connsiteX366" fmla="*/ 645466 w 883315"/>
              <a:gd name="connsiteY366" fmla="*/ 350094 h 854612"/>
              <a:gd name="connsiteX367" fmla="*/ 643366 w 883315"/>
              <a:gd name="connsiteY367" fmla="*/ 362287 h 854612"/>
              <a:gd name="connsiteX368" fmla="*/ 633799 w 883315"/>
              <a:gd name="connsiteY368" fmla="*/ 364562 h 854612"/>
              <a:gd name="connsiteX369" fmla="*/ 627556 w 883315"/>
              <a:gd name="connsiteY369" fmla="*/ 363746 h 854612"/>
              <a:gd name="connsiteX370" fmla="*/ 576276 w 883315"/>
              <a:gd name="connsiteY370" fmla="*/ 177410 h 854612"/>
              <a:gd name="connsiteX371" fmla="*/ 579951 w 883315"/>
              <a:gd name="connsiteY371" fmla="*/ 170467 h 854612"/>
              <a:gd name="connsiteX372" fmla="*/ 593603 w 883315"/>
              <a:gd name="connsiteY372" fmla="*/ 168659 h 854612"/>
              <a:gd name="connsiteX373" fmla="*/ 606146 w 883315"/>
              <a:gd name="connsiteY373" fmla="*/ 171809 h 854612"/>
              <a:gd name="connsiteX374" fmla="*/ 606437 w 883315"/>
              <a:gd name="connsiteY374" fmla="*/ 180969 h 854612"/>
              <a:gd name="connsiteX375" fmla="*/ 595470 w 883315"/>
              <a:gd name="connsiteY375" fmla="*/ 185169 h 854612"/>
              <a:gd name="connsiteX376" fmla="*/ 576276 w 883315"/>
              <a:gd name="connsiteY376" fmla="*/ 177468 h 854612"/>
              <a:gd name="connsiteX377" fmla="*/ 532171 w 883315"/>
              <a:gd name="connsiteY377" fmla="*/ 230499 h 854612"/>
              <a:gd name="connsiteX378" fmla="*/ 548273 w 883315"/>
              <a:gd name="connsiteY378" fmla="*/ 230149 h 854612"/>
              <a:gd name="connsiteX379" fmla="*/ 555332 w 883315"/>
              <a:gd name="connsiteY379" fmla="*/ 236099 h 854612"/>
              <a:gd name="connsiteX380" fmla="*/ 565541 w 883315"/>
              <a:gd name="connsiteY380" fmla="*/ 226532 h 854612"/>
              <a:gd name="connsiteX381" fmla="*/ 575868 w 883315"/>
              <a:gd name="connsiteY381" fmla="*/ 232132 h 854612"/>
              <a:gd name="connsiteX382" fmla="*/ 563441 w 883315"/>
              <a:gd name="connsiteY382" fmla="*/ 245667 h 854612"/>
              <a:gd name="connsiteX383" fmla="*/ 560874 w 883315"/>
              <a:gd name="connsiteY383" fmla="*/ 265269 h 854612"/>
              <a:gd name="connsiteX384" fmla="*/ 548973 w 883315"/>
              <a:gd name="connsiteY384" fmla="*/ 260193 h 854612"/>
              <a:gd name="connsiteX385" fmla="*/ 540980 w 883315"/>
              <a:gd name="connsiteY385" fmla="*/ 261593 h 854612"/>
              <a:gd name="connsiteX386" fmla="*/ 531763 w 883315"/>
              <a:gd name="connsiteY386" fmla="*/ 253893 h 854612"/>
              <a:gd name="connsiteX387" fmla="*/ 527038 w 883315"/>
              <a:gd name="connsiteY387" fmla="*/ 238258 h 854612"/>
              <a:gd name="connsiteX388" fmla="*/ 532230 w 883315"/>
              <a:gd name="connsiteY388" fmla="*/ 230557 h 854612"/>
              <a:gd name="connsiteX389" fmla="*/ 482875 w 883315"/>
              <a:gd name="connsiteY389" fmla="*/ 142756 h 854612"/>
              <a:gd name="connsiteX390" fmla="*/ 490926 w 883315"/>
              <a:gd name="connsiteY390" fmla="*/ 139839 h 854612"/>
              <a:gd name="connsiteX391" fmla="*/ 504927 w 883315"/>
              <a:gd name="connsiteY391" fmla="*/ 146898 h 854612"/>
              <a:gd name="connsiteX392" fmla="*/ 506735 w 883315"/>
              <a:gd name="connsiteY392" fmla="*/ 158099 h 854612"/>
              <a:gd name="connsiteX393" fmla="*/ 493843 w 883315"/>
              <a:gd name="connsiteY393" fmla="*/ 164167 h 854612"/>
              <a:gd name="connsiteX394" fmla="*/ 488242 w 883315"/>
              <a:gd name="connsiteY394" fmla="*/ 160900 h 854612"/>
              <a:gd name="connsiteX395" fmla="*/ 476924 w 883315"/>
              <a:gd name="connsiteY395" fmla="*/ 161250 h 854612"/>
              <a:gd name="connsiteX396" fmla="*/ 482875 w 883315"/>
              <a:gd name="connsiteY396" fmla="*/ 142873 h 854612"/>
              <a:gd name="connsiteX397" fmla="*/ 390757 w 883315"/>
              <a:gd name="connsiteY397" fmla="*/ 348578 h 854612"/>
              <a:gd name="connsiteX398" fmla="*/ 396883 w 883315"/>
              <a:gd name="connsiteY398" fmla="*/ 346711 h 854612"/>
              <a:gd name="connsiteX399" fmla="*/ 407734 w 883315"/>
              <a:gd name="connsiteY399" fmla="*/ 350386 h 854612"/>
              <a:gd name="connsiteX400" fmla="*/ 411001 w 883315"/>
              <a:gd name="connsiteY400" fmla="*/ 363221 h 854612"/>
              <a:gd name="connsiteX401" fmla="*/ 407734 w 883315"/>
              <a:gd name="connsiteY401" fmla="*/ 370280 h 854612"/>
              <a:gd name="connsiteX402" fmla="*/ 390757 w 883315"/>
              <a:gd name="connsiteY402" fmla="*/ 348578 h 854612"/>
              <a:gd name="connsiteX403" fmla="*/ 371972 w 883315"/>
              <a:gd name="connsiteY403" fmla="*/ 348986 h 854612"/>
              <a:gd name="connsiteX404" fmla="*/ 379789 w 883315"/>
              <a:gd name="connsiteY404" fmla="*/ 343444 h 854612"/>
              <a:gd name="connsiteX405" fmla="*/ 383989 w 883315"/>
              <a:gd name="connsiteY405" fmla="*/ 347819 h 854612"/>
              <a:gd name="connsiteX406" fmla="*/ 378914 w 883315"/>
              <a:gd name="connsiteY406" fmla="*/ 357970 h 854612"/>
              <a:gd name="connsiteX407" fmla="*/ 371972 w 883315"/>
              <a:gd name="connsiteY407" fmla="*/ 349044 h 854612"/>
              <a:gd name="connsiteX408" fmla="*/ 487892 w 883315"/>
              <a:gd name="connsiteY408" fmla="*/ 371796 h 854612"/>
              <a:gd name="connsiteX409" fmla="*/ 494951 w 883315"/>
              <a:gd name="connsiteY409" fmla="*/ 369230 h 854612"/>
              <a:gd name="connsiteX410" fmla="*/ 503293 w 883315"/>
              <a:gd name="connsiteY410" fmla="*/ 378330 h 854612"/>
              <a:gd name="connsiteX411" fmla="*/ 513736 w 883315"/>
              <a:gd name="connsiteY411" fmla="*/ 382064 h 854612"/>
              <a:gd name="connsiteX412" fmla="*/ 515661 w 883315"/>
              <a:gd name="connsiteY412" fmla="*/ 399158 h 854612"/>
              <a:gd name="connsiteX413" fmla="*/ 508894 w 883315"/>
              <a:gd name="connsiteY413" fmla="*/ 401666 h 854612"/>
              <a:gd name="connsiteX414" fmla="*/ 503293 w 883315"/>
              <a:gd name="connsiteY414" fmla="*/ 390115 h 854612"/>
              <a:gd name="connsiteX415" fmla="*/ 498101 w 883315"/>
              <a:gd name="connsiteY415" fmla="*/ 388540 h 854612"/>
              <a:gd name="connsiteX416" fmla="*/ 487892 w 883315"/>
              <a:gd name="connsiteY416" fmla="*/ 371738 h 854612"/>
              <a:gd name="connsiteX417" fmla="*/ 653692 w 883315"/>
              <a:gd name="connsiteY417" fmla="*/ 566066 h 854612"/>
              <a:gd name="connsiteX418" fmla="*/ 647041 w 883315"/>
              <a:gd name="connsiteY418" fmla="*/ 557724 h 854612"/>
              <a:gd name="connsiteX419" fmla="*/ 649842 w 883315"/>
              <a:gd name="connsiteY419" fmla="*/ 546464 h 854612"/>
              <a:gd name="connsiteX420" fmla="*/ 671194 w 883315"/>
              <a:gd name="connsiteY420" fmla="*/ 542497 h 854612"/>
              <a:gd name="connsiteX421" fmla="*/ 667868 w 883315"/>
              <a:gd name="connsiteY421" fmla="*/ 552824 h 854612"/>
              <a:gd name="connsiteX422" fmla="*/ 653634 w 883315"/>
              <a:gd name="connsiteY422" fmla="*/ 566066 h 854612"/>
              <a:gd name="connsiteX423" fmla="*/ 485675 w 883315"/>
              <a:gd name="connsiteY423" fmla="*/ 668802 h 854612"/>
              <a:gd name="connsiteX424" fmla="*/ 495184 w 883315"/>
              <a:gd name="connsiteY424" fmla="*/ 654684 h 854612"/>
              <a:gd name="connsiteX425" fmla="*/ 508602 w 883315"/>
              <a:gd name="connsiteY425" fmla="*/ 655092 h 854612"/>
              <a:gd name="connsiteX426" fmla="*/ 505685 w 883315"/>
              <a:gd name="connsiteY426" fmla="*/ 665827 h 854612"/>
              <a:gd name="connsiteX427" fmla="*/ 494426 w 883315"/>
              <a:gd name="connsiteY427" fmla="*/ 669911 h 854612"/>
              <a:gd name="connsiteX428" fmla="*/ 485675 w 883315"/>
              <a:gd name="connsiteY428" fmla="*/ 668802 h 854612"/>
              <a:gd name="connsiteX429" fmla="*/ 493843 w 883315"/>
              <a:gd name="connsiteY429" fmla="*/ 605737 h 854612"/>
              <a:gd name="connsiteX430" fmla="*/ 503060 w 883315"/>
              <a:gd name="connsiteY430" fmla="*/ 599028 h 854612"/>
              <a:gd name="connsiteX431" fmla="*/ 503060 w 883315"/>
              <a:gd name="connsiteY431" fmla="*/ 612271 h 854612"/>
              <a:gd name="connsiteX432" fmla="*/ 493843 w 883315"/>
              <a:gd name="connsiteY432" fmla="*/ 605679 h 854612"/>
              <a:gd name="connsiteX433" fmla="*/ 490226 w 883315"/>
              <a:gd name="connsiteY433" fmla="*/ 586894 h 854612"/>
              <a:gd name="connsiteX434" fmla="*/ 490226 w 883315"/>
              <a:gd name="connsiteY434" fmla="*/ 569800 h 854612"/>
              <a:gd name="connsiteX435" fmla="*/ 499326 w 883315"/>
              <a:gd name="connsiteY435" fmla="*/ 572484 h 854612"/>
              <a:gd name="connsiteX436" fmla="*/ 498976 w 883315"/>
              <a:gd name="connsiteY436" fmla="*/ 581643 h 854612"/>
              <a:gd name="connsiteX437" fmla="*/ 490226 w 883315"/>
              <a:gd name="connsiteY437" fmla="*/ 586835 h 854612"/>
              <a:gd name="connsiteX438" fmla="*/ 480191 w 883315"/>
              <a:gd name="connsiteY438" fmla="*/ 563266 h 854612"/>
              <a:gd name="connsiteX439" fmla="*/ 476924 w 883315"/>
              <a:gd name="connsiteY439" fmla="*/ 556499 h 854612"/>
              <a:gd name="connsiteX440" fmla="*/ 483108 w 883315"/>
              <a:gd name="connsiteY440" fmla="*/ 548857 h 854612"/>
              <a:gd name="connsiteX441" fmla="*/ 490576 w 883315"/>
              <a:gd name="connsiteY441" fmla="*/ 558774 h 854612"/>
              <a:gd name="connsiteX442" fmla="*/ 480191 w 883315"/>
              <a:gd name="connsiteY442" fmla="*/ 563266 h 854612"/>
              <a:gd name="connsiteX443" fmla="*/ 572309 w 883315"/>
              <a:gd name="connsiteY443" fmla="*/ 623764 h 854612"/>
              <a:gd name="connsiteX444" fmla="*/ 563441 w 883315"/>
              <a:gd name="connsiteY444" fmla="*/ 616005 h 854612"/>
              <a:gd name="connsiteX445" fmla="*/ 567583 w 883315"/>
              <a:gd name="connsiteY445" fmla="*/ 599845 h 854612"/>
              <a:gd name="connsiteX446" fmla="*/ 577384 w 883315"/>
              <a:gd name="connsiteY446" fmla="*/ 599845 h 854612"/>
              <a:gd name="connsiteX447" fmla="*/ 581818 w 883315"/>
              <a:gd name="connsiteY447" fmla="*/ 610054 h 854612"/>
              <a:gd name="connsiteX448" fmla="*/ 572309 w 883315"/>
              <a:gd name="connsiteY448" fmla="*/ 623822 h 854612"/>
              <a:gd name="connsiteX449" fmla="*/ 596928 w 883315"/>
              <a:gd name="connsiteY449" fmla="*/ 619680 h 854612"/>
              <a:gd name="connsiteX450" fmla="*/ 589927 w 883315"/>
              <a:gd name="connsiteY450" fmla="*/ 608129 h 854612"/>
              <a:gd name="connsiteX451" fmla="*/ 604395 w 883315"/>
              <a:gd name="connsiteY451" fmla="*/ 595703 h 854612"/>
              <a:gd name="connsiteX452" fmla="*/ 613496 w 883315"/>
              <a:gd name="connsiteY452" fmla="*/ 597453 h 854612"/>
              <a:gd name="connsiteX453" fmla="*/ 615713 w 883315"/>
              <a:gd name="connsiteY453" fmla="*/ 608129 h 854612"/>
              <a:gd name="connsiteX454" fmla="*/ 606496 w 883315"/>
              <a:gd name="connsiteY454" fmla="*/ 619972 h 854612"/>
              <a:gd name="connsiteX455" fmla="*/ 596986 w 883315"/>
              <a:gd name="connsiteY455" fmla="*/ 619680 h 854612"/>
              <a:gd name="connsiteX456" fmla="*/ 591503 w 883315"/>
              <a:gd name="connsiteY456" fmla="*/ 574584 h 854612"/>
              <a:gd name="connsiteX457" fmla="*/ 591736 w 883315"/>
              <a:gd name="connsiteY457" fmla="*/ 566416 h 854612"/>
              <a:gd name="connsiteX458" fmla="*/ 600545 w 883315"/>
              <a:gd name="connsiteY458" fmla="*/ 569100 h 854612"/>
              <a:gd name="connsiteX459" fmla="*/ 591503 w 883315"/>
              <a:gd name="connsiteY459" fmla="*/ 574584 h 854612"/>
              <a:gd name="connsiteX460" fmla="*/ 562041 w 883315"/>
              <a:gd name="connsiteY460" fmla="*/ 549090 h 854612"/>
              <a:gd name="connsiteX461" fmla="*/ 571550 w 883315"/>
              <a:gd name="connsiteY461" fmla="*/ 545940 h 854612"/>
              <a:gd name="connsiteX462" fmla="*/ 580418 w 883315"/>
              <a:gd name="connsiteY462" fmla="*/ 554282 h 854612"/>
              <a:gd name="connsiteX463" fmla="*/ 581818 w 883315"/>
              <a:gd name="connsiteY463" fmla="*/ 563966 h 854612"/>
              <a:gd name="connsiteX464" fmla="*/ 570500 w 883315"/>
              <a:gd name="connsiteY464" fmla="*/ 558774 h 854612"/>
              <a:gd name="connsiteX465" fmla="*/ 562099 w 883315"/>
              <a:gd name="connsiteY465" fmla="*/ 549090 h 854612"/>
              <a:gd name="connsiteX466" fmla="*/ 516945 w 883315"/>
              <a:gd name="connsiteY466" fmla="*/ 509185 h 854612"/>
              <a:gd name="connsiteX467" fmla="*/ 526104 w 883315"/>
              <a:gd name="connsiteY467" fmla="*/ 508194 h 854612"/>
              <a:gd name="connsiteX468" fmla="*/ 534213 w 883315"/>
              <a:gd name="connsiteY468" fmla="*/ 520795 h 854612"/>
              <a:gd name="connsiteX469" fmla="*/ 551598 w 883315"/>
              <a:gd name="connsiteY469" fmla="*/ 536313 h 854612"/>
              <a:gd name="connsiteX470" fmla="*/ 551190 w 883315"/>
              <a:gd name="connsiteY470" fmla="*/ 547456 h 854612"/>
              <a:gd name="connsiteX471" fmla="*/ 542731 w 883315"/>
              <a:gd name="connsiteY471" fmla="*/ 547048 h 854612"/>
              <a:gd name="connsiteX472" fmla="*/ 521028 w 883315"/>
              <a:gd name="connsiteY472" fmla="*/ 525696 h 854612"/>
              <a:gd name="connsiteX473" fmla="*/ 511869 w 883315"/>
              <a:gd name="connsiteY473" fmla="*/ 517936 h 854612"/>
              <a:gd name="connsiteX474" fmla="*/ 516945 w 883315"/>
              <a:gd name="connsiteY474" fmla="*/ 509244 h 854612"/>
              <a:gd name="connsiteX475" fmla="*/ 326642 w 883315"/>
              <a:gd name="connsiteY475" fmla="*/ 385098 h 854612"/>
              <a:gd name="connsiteX476" fmla="*/ 340935 w 883315"/>
              <a:gd name="connsiteY476" fmla="*/ 372672 h 854612"/>
              <a:gd name="connsiteX477" fmla="*/ 366663 w 883315"/>
              <a:gd name="connsiteY477" fmla="*/ 368471 h 854612"/>
              <a:gd name="connsiteX478" fmla="*/ 382064 w 883315"/>
              <a:gd name="connsiteY478" fmla="*/ 385448 h 854612"/>
              <a:gd name="connsiteX479" fmla="*/ 399858 w 883315"/>
              <a:gd name="connsiteY479" fmla="*/ 392040 h 854612"/>
              <a:gd name="connsiteX480" fmla="*/ 417185 w 883315"/>
              <a:gd name="connsiteY480" fmla="*/ 401200 h 854612"/>
              <a:gd name="connsiteX481" fmla="*/ 419285 w 883315"/>
              <a:gd name="connsiteY481" fmla="*/ 405400 h 854612"/>
              <a:gd name="connsiteX482" fmla="*/ 432469 w 883315"/>
              <a:gd name="connsiteY482" fmla="*/ 406100 h 854612"/>
              <a:gd name="connsiteX483" fmla="*/ 434803 w 883315"/>
              <a:gd name="connsiteY483" fmla="*/ 402891 h 854612"/>
              <a:gd name="connsiteX484" fmla="*/ 459014 w 883315"/>
              <a:gd name="connsiteY484" fmla="*/ 427160 h 854612"/>
              <a:gd name="connsiteX485" fmla="*/ 467531 w 883315"/>
              <a:gd name="connsiteY485" fmla="*/ 442737 h 854612"/>
              <a:gd name="connsiteX486" fmla="*/ 467940 w 883315"/>
              <a:gd name="connsiteY486" fmla="*/ 451196 h 854612"/>
              <a:gd name="connsiteX487" fmla="*/ 470857 w 883315"/>
              <a:gd name="connsiteY487" fmla="*/ 461522 h 854612"/>
              <a:gd name="connsiteX488" fmla="*/ 469048 w 883315"/>
              <a:gd name="connsiteY488" fmla="*/ 476574 h 854612"/>
              <a:gd name="connsiteX489" fmla="*/ 482758 w 883315"/>
              <a:gd name="connsiteY489" fmla="*/ 489875 h 854612"/>
              <a:gd name="connsiteX490" fmla="*/ 488475 w 883315"/>
              <a:gd name="connsiteY490" fmla="*/ 485442 h 854612"/>
              <a:gd name="connsiteX491" fmla="*/ 506619 w 883315"/>
              <a:gd name="connsiteY491" fmla="*/ 487367 h 854612"/>
              <a:gd name="connsiteX492" fmla="*/ 499210 w 883315"/>
              <a:gd name="connsiteY492" fmla="*/ 507844 h 854612"/>
              <a:gd name="connsiteX493" fmla="*/ 489584 w 883315"/>
              <a:gd name="connsiteY493" fmla="*/ 502827 h 854612"/>
              <a:gd name="connsiteX494" fmla="*/ 481241 w 883315"/>
              <a:gd name="connsiteY494" fmla="*/ 507611 h 854612"/>
              <a:gd name="connsiteX495" fmla="*/ 466015 w 883315"/>
              <a:gd name="connsiteY495" fmla="*/ 497634 h 854612"/>
              <a:gd name="connsiteX496" fmla="*/ 460472 w 883315"/>
              <a:gd name="connsiteY496" fmla="*/ 487425 h 854612"/>
              <a:gd name="connsiteX497" fmla="*/ 462398 w 883315"/>
              <a:gd name="connsiteY497" fmla="*/ 476399 h 854612"/>
              <a:gd name="connsiteX498" fmla="*/ 454288 w 883315"/>
              <a:gd name="connsiteY498" fmla="*/ 468582 h 854612"/>
              <a:gd name="connsiteX499" fmla="*/ 441454 w 883315"/>
              <a:gd name="connsiteY499" fmla="*/ 448980 h 854612"/>
              <a:gd name="connsiteX500" fmla="*/ 436262 w 883315"/>
              <a:gd name="connsiteY500" fmla="*/ 440520 h 854612"/>
              <a:gd name="connsiteX501" fmla="*/ 423135 w 883315"/>
              <a:gd name="connsiteY501" fmla="*/ 441629 h 854612"/>
              <a:gd name="connsiteX502" fmla="*/ 404583 w 883315"/>
              <a:gd name="connsiteY502" fmla="*/ 431769 h 854612"/>
              <a:gd name="connsiteX503" fmla="*/ 396474 w 883315"/>
              <a:gd name="connsiteY503" fmla="*/ 419226 h 854612"/>
              <a:gd name="connsiteX504" fmla="*/ 383931 w 883315"/>
              <a:gd name="connsiteY504" fmla="*/ 416309 h 854612"/>
              <a:gd name="connsiteX505" fmla="*/ 375939 w 883315"/>
              <a:gd name="connsiteY505" fmla="*/ 405108 h 854612"/>
              <a:gd name="connsiteX506" fmla="*/ 366663 w 883315"/>
              <a:gd name="connsiteY506" fmla="*/ 401025 h 854612"/>
              <a:gd name="connsiteX507" fmla="*/ 362637 w 883315"/>
              <a:gd name="connsiteY507" fmla="*/ 394374 h 854612"/>
              <a:gd name="connsiteX508" fmla="*/ 353011 w 883315"/>
              <a:gd name="connsiteY508" fmla="*/ 386323 h 854612"/>
              <a:gd name="connsiteX509" fmla="*/ 335334 w 883315"/>
              <a:gd name="connsiteY509" fmla="*/ 387081 h 854612"/>
              <a:gd name="connsiteX510" fmla="*/ 326583 w 883315"/>
              <a:gd name="connsiteY510" fmla="*/ 385214 h 854612"/>
              <a:gd name="connsiteX511" fmla="*/ 355461 w 883315"/>
              <a:gd name="connsiteY511" fmla="*/ 687120 h 854612"/>
              <a:gd name="connsiteX512" fmla="*/ 359020 w 883315"/>
              <a:gd name="connsiteY512" fmla="*/ 682920 h 854612"/>
              <a:gd name="connsiteX513" fmla="*/ 362171 w 883315"/>
              <a:gd name="connsiteY513" fmla="*/ 696455 h 854612"/>
              <a:gd name="connsiteX514" fmla="*/ 372555 w 883315"/>
              <a:gd name="connsiteY514" fmla="*/ 710340 h 854612"/>
              <a:gd name="connsiteX515" fmla="*/ 365321 w 883315"/>
              <a:gd name="connsiteY515" fmla="*/ 724983 h 854612"/>
              <a:gd name="connsiteX516" fmla="*/ 355403 w 883315"/>
              <a:gd name="connsiteY516" fmla="*/ 720024 h 854612"/>
              <a:gd name="connsiteX517" fmla="*/ 356045 w 883315"/>
              <a:gd name="connsiteY517" fmla="*/ 709173 h 854612"/>
              <a:gd name="connsiteX518" fmla="*/ 350153 w 883315"/>
              <a:gd name="connsiteY518" fmla="*/ 699547 h 854612"/>
              <a:gd name="connsiteX519" fmla="*/ 355461 w 883315"/>
              <a:gd name="connsiteY519" fmla="*/ 687179 h 854612"/>
              <a:gd name="connsiteX520" fmla="*/ 354528 w 883315"/>
              <a:gd name="connsiteY520" fmla="*/ 668160 h 854612"/>
              <a:gd name="connsiteX521" fmla="*/ 360012 w 883315"/>
              <a:gd name="connsiteY521" fmla="*/ 676853 h 854612"/>
              <a:gd name="connsiteX522" fmla="*/ 352661 w 883315"/>
              <a:gd name="connsiteY522" fmla="*/ 676503 h 854612"/>
              <a:gd name="connsiteX523" fmla="*/ 354528 w 883315"/>
              <a:gd name="connsiteY523" fmla="*/ 668102 h 8546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</a:cxnLst>
            <a:rect l="l" t="t" r="r" b="b"/>
            <a:pathLst>
              <a:path w="883315" h="854612">
                <a:moveTo>
                  <a:pt x="662910" y="0"/>
                </a:moveTo>
                <a:lnTo>
                  <a:pt x="650659" y="0"/>
                </a:lnTo>
                <a:lnTo>
                  <a:pt x="626389" y="18377"/>
                </a:lnTo>
                <a:lnTo>
                  <a:pt x="624989" y="41829"/>
                </a:lnTo>
                <a:lnTo>
                  <a:pt x="632982" y="59448"/>
                </a:lnTo>
                <a:lnTo>
                  <a:pt x="619797" y="70474"/>
                </a:lnTo>
                <a:lnTo>
                  <a:pt x="576334" y="67615"/>
                </a:lnTo>
                <a:lnTo>
                  <a:pt x="556674" y="77066"/>
                </a:lnTo>
                <a:lnTo>
                  <a:pt x="538939" y="66857"/>
                </a:lnTo>
                <a:lnTo>
                  <a:pt x="519103" y="66857"/>
                </a:lnTo>
                <a:lnTo>
                  <a:pt x="505102" y="77824"/>
                </a:lnTo>
                <a:lnTo>
                  <a:pt x="486083" y="76424"/>
                </a:lnTo>
                <a:lnTo>
                  <a:pt x="483166" y="59506"/>
                </a:lnTo>
                <a:lnTo>
                  <a:pt x="456564" y="60323"/>
                </a:lnTo>
                <a:lnTo>
                  <a:pt x="431653" y="55831"/>
                </a:lnTo>
                <a:lnTo>
                  <a:pt x="413859" y="72807"/>
                </a:lnTo>
                <a:lnTo>
                  <a:pt x="388190" y="79458"/>
                </a:lnTo>
                <a:lnTo>
                  <a:pt x="354470" y="78758"/>
                </a:lnTo>
                <a:lnTo>
                  <a:pt x="344085" y="73624"/>
                </a:lnTo>
                <a:lnTo>
                  <a:pt x="330784" y="85350"/>
                </a:lnTo>
                <a:lnTo>
                  <a:pt x="312407" y="85992"/>
                </a:lnTo>
                <a:lnTo>
                  <a:pt x="288955" y="100635"/>
                </a:lnTo>
                <a:lnTo>
                  <a:pt x="238258" y="98477"/>
                </a:lnTo>
                <a:lnTo>
                  <a:pt x="216906" y="110261"/>
                </a:lnTo>
                <a:lnTo>
                  <a:pt x="215389" y="119070"/>
                </a:lnTo>
                <a:lnTo>
                  <a:pt x="186686" y="129280"/>
                </a:lnTo>
                <a:lnTo>
                  <a:pt x="146374" y="154249"/>
                </a:lnTo>
                <a:lnTo>
                  <a:pt x="141940" y="183069"/>
                </a:lnTo>
                <a:lnTo>
                  <a:pt x="125721" y="212530"/>
                </a:lnTo>
                <a:lnTo>
                  <a:pt x="85292" y="225656"/>
                </a:lnTo>
                <a:lnTo>
                  <a:pt x="83717" y="249109"/>
                </a:lnTo>
                <a:lnTo>
                  <a:pt x="69832" y="279387"/>
                </a:lnTo>
                <a:lnTo>
                  <a:pt x="56531" y="286213"/>
                </a:lnTo>
                <a:lnTo>
                  <a:pt x="58689" y="287846"/>
                </a:lnTo>
                <a:lnTo>
                  <a:pt x="60323" y="317133"/>
                </a:lnTo>
                <a:lnTo>
                  <a:pt x="97310" y="344960"/>
                </a:lnTo>
                <a:lnTo>
                  <a:pt x="118371" y="375180"/>
                </a:lnTo>
                <a:lnTo>
                  <a:pt x="128405" y="377514"/>
                </a:lnTo>
                <a:lnTo>
                  <a:pt x="125896" y="386731"/>
                </a:lnTo>
                <a:lnTo>
                  <a:pt x="154541" y="426869"/>
                </a:lnTo>
                <a:lnTo>
                  <a:pt x="161483" y="454638"/>
                </a:lnTo>
                <a:lnTo>
                  <a:pt x="174610" y="460122"/>
                </a:lnTo>
                <a:lnTo>
                  <a:pt x="191703" y="439412"/>
                </a:lnTo>
                <a:lnTo>
                  <a:pt x="206988" y="458605"/>
                </a:lnTo>
                <a:lnTo>
                  <a:pt x="230966" y="461639"/>
                </a:lnTo>
                <a:lnTo>
                  <a:pt x="240941" y="446237"/>
                </a:lnTo>
                <a:lnTo>
                  <a:pt x="257918" y="447754"/>
                </a:lnTo>
                <a:lnTo>
                  <a:pt x="284813" y="464031"/>
                </a:lnTo>
                <a:lnTo>
                  <a:pt x="301148" y="456272"/>
                </a:lnTo>
                <a:lnTo>
                  <a:pt x="304123" y="470273"/>
                </a:lnTo>
                <a:lnTo>
                  <a:pt x="317191" y="469456"/>
                </a:lnTo>
                <a:lnTo>
                  <a:pt x="328042" y="477916"/>
                </a:lnTo>
                <a:lnTo>
                  <a:pt x="349686" y="481708"/>
                </a:lnTo>
                <a:lnTo>
                  <a:pt x="334401" y="490984"/>
                </a:lnTo>
                <a:lnTo>
                  <a:pt x="320399" y="504810"/>
                </a:lnTo>
                <a:lnTo>
                  <a:pt x="306515" y="493259"/>
                </a:lnTo>
                <a:lnTo>
                  <a:pt x="287963" y="488650"/>
                </a:lnTo>
                <a:lnTo>
                  <a:pt x="247884" y="462398"/>
                </a:lnTo>
                <a:lnTo>
                  <a:pt x="230090" y="468640"/>
                </a:lnTo>
                <a:lnTo>
                  <a:pt x="213114" y="478616"/>
                </a:lnTo>
                <a:lnTo>
                  <a:pt x="195320" y="470215"/>
                </a:lnTo>
                <a:lnTo>
                  <a:pt x="180560" y="488650"/>
                </a:lnTo>
                <a:lnTo>
                  <a:pt x="170001" y="491684"/>
                </a:lnTo>
                <a:lnTo>
                  <a:pt x="162942" y="509536"/>
                </a:lnTo>
                <a:lnTo>
                  <a:pt x="184586" y="534155"/>
                </a:lnTo>
                <a:lnTo>
                  <a:pt x="206813" y="545064"/>
                </a:lnTo>
                <a:lnTo>
                  <a:pt x="228399" y="565133"/>
                </a:lnTo>
                <a:lnTo>
                  <a:pt x="230790" y="579660"/>
                </a:lnTo>
                <a:lnTo>
                  <a:pt x="222273" y="589869"/>
                </a:lnTo>
                <a:lnTo>
                  <a:pt x="223731" y="609179"/>
                </a:lnTo>
                <a:lnTo>
                  <a:pt x="242341" y="633099"/>
                </a:lnTo>
                <a:lnTo>
                  <a:pt x="254651" y="647100"/>
                </a:lnTo>
                <a:lnTo>
                  <a:pt x="260018" y="633740"/>
                </a:lnTo>
                <a:lnTo>
                  <a:pt x="255410" y="623822"/>
                </a:lnTo>
                <a:lnTo>
                  <a:pt x="263110" y="605971"/>
                </a:lnTo>
                <a:lnTo>
                  <a:pt x="270169" y="628373"/>
                </a:lnTo>
                <a:lnTo>
                  <a:pt x="297064" y="639983"/>
                </a:lnTo>
                <a:lnTo>
                  <a:pt x="303306" y="654684"/>
                </a:lnTo>
                <a:lnTo>
                  <a:pt x="299397" y="671544"/>
                </a:lnTo>
                <a:lnTo>
                  <a:pt x="311007" y="685604"/>
                </a:lnTo>
                <a:lnTo>
                  <a:pt x="311007" y="657076"/>
                </a:lnTo>
                <a:lnTo>
                  <a:pt x="321100" y="633740"/>
                </a:lnTo>
                <a:lnTo>
                  <a:pt x="338018" y="633740"/>
                </a:lnTo>
                <a:lnTo>
                  <a:pt x="345719" y="652292"/>
                </a:lnTo>
                <a:lnTo>
                  <a:pt x="375880" y="672478"/>
                </a:lnTo>
                <a:lnTo>
                  <a:pt x="363454" y="651650"/>
                </a:lnTo>
                <a:lnTo>
                  <a:pt x="366429" y="637766"/>
                </a:lnTo>
                <a:lnTo>
                  <a:pt x="355637" y="617638"/>
                </a:lnTo>
                <a:lnTo>
                  <a:pt x="341752" y="584443"/>
                </a:lnTo>
                <a:lnTo>
                  <a:pt x="329500" y="565191"/>
                </a:lnTo>
                <a:lnTo>
                  <a:pt x="330317" y="557549"/>
                </a:lnTo>
                <a:lnTo>
                  <a:pt x="342568" y="555857"/>
                </a:lnTo>
                <a:lnTo>
                  <a:pt x="364912" y="567408"/>
                </a:lnTo>
                <a:lnTo>
                  <a:pt x="358145" y="576101"/>
                </a:lnTo>
                <a:lnTo>
                  <a:pt x="364912" y="583685"/>
                </a:lnTo>
                <a:lnTo>
                  <a:pt x="376522" y="571317"/>
                </a:lnTo>
                <a:lnTo>
                  <a:pt x="399741" y="579135"/>
                </a:lnTo>
                <a:lnTo>
                  <a:pt x="400500" y="571317"/>
                </a:lnTo>
                <a:lnTo>
                  <a:pt x="391107" y="564375"/>
                </a:lnTo>
                <a:lnTo>
                  <a:pt x="389240" y="555857"/>
                </a:lnTo>
                <a:lnTo>
                  <a:pt x="381189" y="553524"/>
                </a:lnTo>
                <a:lnTo>
                  <a:pt x="364271" y="542731"/>
                </a:lnTo>
                <a:lnTo>
                  <a:pt x="365729" y="532755"/>
                </a:lnTo>
                <a:lnTo>
                  <a:pt x="345661" y="517412"/>
                </a:lnTo>
                <a:lnTo>
                  <a:pt x="364854" y="508835"/>
                </a:lnTo>
                <a:lnTo>
                  <a:pt x="382706" y="509652"/>
                </a:lnTo>
                <a:lnTo>
                  <a:pt x="393499" y="500377"/>
                </a:lnTo>
                <a:lnTo>
                  <a:pt x="421268" y="519687"/>
                </a:lnTo>
                <a:lnTo>
                  <a:pt x="424243" y="528088"/>
                </a:lnTo>
                <a:lnTo>
                  <a:pt x="443729" y="530480"/>
                </a:lnTo>
                <a:lnTo>
                  <a:pt x="449096" y="518987"/>
                </a:lnTo>
                <a:lnTo>
                  <a:pt x="432178" y="494193"/>
                </a:lnTo>
                <a:lnTo>
                  <a:pt x="436670" y="471207"/>
                </a:lnTo>
                <a:lnTo>
                  <a:pt x="429611" y="457964"/>
                </a:lnTo>
                <a:lnTo>
                  <a:pt x="382648" y="428736"/>
                </a:lnTo>
                <a:lnTo>
                  <a:pt x="368005" y="424827"/>
                </a:lnTo>
                <a:lnTo>
                  <a:pt x="361062" y="413334"/>
                </a:lnTo>
                <a:lnTo>
                  <a:pt x="347994" y="413976"/>
                </a:lnTo>
                <a:lnTo>
                  <a:pt x="339477" y="403241"/>
                </a:lnTo>
                <a:lnTo>
                  <a:pt x="319466" y="401025"/>
                </a:lnTo>
                <a:lnTo>
                  <a:pt x="299281" y="383231"/>
                </a:lnTo>
                <a:lnTo>
                  <a:pt x="320983" y="380022"/>
                </a:lnTo>
                <a:lnTo>
                  <a:pt x="333351" y="365379"/>
                </a:lnTo>
                <a:lnTo>
                  <a:pt x="332593" y="354645"/>
                </a:lnTo>
                <a:lnTo>
                  <a:pt x="312465" y="349219"/>
                </a:lnTo>
                <a:lnTo>
                  <a:pt x="323433" y="335334"/>
                </a:lnTo>
                <a:lnTo>
                  <a:pt x="322442" y="323900"/>
                </a:lnTo>
                <a:lnTo>
                  <a:pt x="338018" y="329559"/>
                </a:lnTo>
                <a:lnTo>
                  <a:pt x="350794" y="340060"/>
                </a:lnTo>
                <a:lnTo>
                  <a:pt x="345719" y="351086"/>
                </a:lnTo>
                <a:lnTo>
                  <a:pt x="347294" y="361821"/>
                </a:lnTo>
                <a:lnTo>
                  <a:pt x="358437" y="359195"/>
                </a:lnTo>
                <a:lnTo>
                  <a:pt x="365379" y="335218"/>
                </a:lnTo>
                <a:lnTo>
                  <a:pt x="351844" y="319058"/>
                </a:lnTo>
                <a:lnTo>
                  <a:pt x="320983" y="281429"/>
                </a:lnTo>
                <a:lnTo>
                  <a:pt x="307740" y="271278"/>
                </a:lnTo>
                <a:lnTo>
                  <a:pt x="304765" y="257451"/>
                </a:lnTo>
                <a:lnTo>
                  <a:pt x="280904" y="237149"/>
                </a:lnTo>
                <a:lnTo>
                  <a:pt x="289363" y="226590"/>
                </a:lnTo>
                <a:lnTo>
                  <a:pt x="285396" y="186394"/>
                </a:lnTo>
                <a:lnTo>
                  <a:pt x="298581" y="165567"/>
                </a:lnTo>
                <a:lnTo>
                  <a:pt x="323375" y="160200"/>
                </a:lnTo>
                <a:lnTo>
                  <a:pt x="326292" y="180152"/>
                </a:lnTo>
                <a:lnTo>
                  <a:pt x="314682" y="180152"/>
                </a:lnTo>
                <a:lnTo>
                  <a:pt x="316958" y="191120"/>
                </a:lnTo>
                <a:lnTo>
                  <a:pt x="348694" y="205705"/>
                </a:lnTo>
                <a:lnTo>
                  <a:pt x="351786" y="230382"/>
                </a:lnTo>
                <a:lnTo>
                  <a:pt x="371913" y="246484"/>
                </a:lnTo>
                <a:lnTo>
                  <a:pt x="394140" y="245784"/>
                </a:lnTo>
                <a:lnTo>
                  <a:pt x="377980" y="234991"/>
                </a:lnTo>
                <a:lnTo>
                  <a:pt x="369521" y="219706"/>
                </a:lnTo>
                <a:lnTo>
                  <a:pt x="372613" y="205763"/>
                </a:lnTo>
                <a:lnTo>
                  <a:pt x="393440" y="212763"/>
                </a:lnTo>
                <a:lnTo>
                  <a:pt x="409601" y="234991"/>
                </a:lnTo>
                <a:lnTo>
                  <a:pt x="423543" y="240417"/>
                </a:lnTo>
                <a:lnTo>
                  <a:pt x="431244" y="227232"/>
                </a:lnTo>
                <a:lnTo>
                  <a:pt x="415726" y="215680"/>
                </a:lnTo>
                <a:lnTo>
                  <a:pt x="401900" y="210255"/>
                </a:lnTo>
                <a:lnTo>
                  <a:pt x="402658" y="198704"/>
                </a:lnTo>
                <a:lnTo>
                  <a:pt x="440520" y="200279"/>
                </a:lnTo>
                <a:lnTo>
                  <a:pt x="454230" y="214105"/>
                </a:lnTo>
                <a:lnTo>
                  <a:pt x="460414" y="207163"/>
                </a:lnTo>
                <a:lnTo>
                  <a:pt x="438828" y="187211"/>
                </a:lnTo>
                <a:lnTo>
                  <a:pt x="416543" y="184177"/>
                </a:lnTo>
                <a:lnTo>
                  <a:pt x="397991" y="162417"/>
                </a:lnTo>
                <a:lnTo>
                  <a:pt x="408842" y="150165"/>
                </a:lnTo>
                <a:lnTo>
                  <a:pt x="428911" y="156349"/>
                </a:lnTo>
                <a:lnTo>
                  <a:pt x="445013" y="147074"/>
                </a:lnTo>
                <a:lnTo>
                  <a:pt x="452888" y="120120"/>
                </a:lnTo>
                <a:lnTo>
                  <a:pt x="467473" y="114695"/>
                </a:lnTo>
                <a:lnTo>
                  <a:pt x="489817" y="131614"/>
                </a:lnTo>
                <a:lnTo>
                  <a:pt x="506852" y="133189"/>
                </a:lnTo>
                <a:lnTo>
                  <a:pt x="525346" y="113878"/>
                </a:lnTo>
                <a:lnTo>
                  <a:pt x="526046" y="103844"/>
                </a:lnTo>
                <a:lnTo>
                  <a:pt x="534505" y="103844"/>
                </a:lnTo>
                <a:lnTo>
                  <a:pt x="548506" y="120179"/>
                </a:lnTo>
                <a:lnTo>
                  <a:pt x="590160" y="120179"/>
                </a:lnTo>
                <a:lnTo>
                  <a:pt x="621372" y="128347"/>
                </a:lnTo>
                <a:lnTo>
                  <a:pt x="643424" y="122746"/>
                </a:lnTo>
                <a:lnTo>
                  <a:pt x="655326" y="99294"/>
                </a:lnTo>
                <a:lnTo>
                  <a:pt x="650892" y="77124"/>
                </a:lnTo>
                <a:lnTo>
                  <a:pt x="677436" y="60906"/>
                </a:lnTo>
                <a:lnTo>
                  <a:pt x="678895" y="35937"/>
                </a:lnTo>
                <a:lnTo>
                  <a:pt x="658184" y="27128"/>
                </a:lnTo>
                <a:lnTo>
                  <a:pt x="662443" y="350"/>
                </a:lnTo>
                <a:close/>
                <a:moveTo>
                  <a:pt x="435153" y="791140"/>
                </a:moveTo>
                <a:lnTo>
                  <a:pt x="428444" y="778597"/>
                </a:lnTo>
                <a:lnTo>
                  <a:pt x="427627" y="793182"/>
                </a:lnTo>
                <a:lnTo>
                  <a:pt x="421210" y="806074"/>
                </a:lnTo>
                <a:lnTo>
                  <a:pt x="422902" y="821359"/>
                </a:lnTo>
                <a:lnTo>
                  <a:pt x="437778" y="827893"/>
                </a:lnTo>
                <a:lnTo>
                  <a:pt x="471673" y="823459"/>
                </a:lnTo>
                <a:lnTo>
                  <a:pt x="485733" y="827193"/>
                </a:lnTo>
                <a:lnTo>
                  <a:pt x="499384" y="822468"/>
                </a:lnTo>
                <a:lnTo>
                  <a:pt x="519628" y="828360"/>
                </a:lnTo>
                <a:lnTo>
                  <a:pt x="541681" y="841253"/>
                </a:lnTo>
                <a:lnTo>
                  <a:pt x="544306" y="854613"/>
                </a:lnTo>
                <a:lnTo>
                  <a:pt x="569684" y="853504"/>
                </a:lnTo>
                <a:lnTo>
                  <a:pt x="590627" y="840203"/>
                </a:lnTo>
                <a:lnTo>
                  <a:pt x="614371" y="842362"/>
                </a:lnTo>
                <a:lnTo>
                  <a:pt x="651767" y="841253"/>
                </a:lnTo>
                <a:lnTo>
                  <a:pt x="677553" y="842012"/>
                </a:lnTo>
                <a:lnTo>
                  <a:pt x="692488" y="832852"/>
                </a:lnTo>
                <a:lnTo>
                  <a:pt x="698613" y="818442"/>
                </a:lnTo>
                <a:lnTo>
                  <a:pt x="695230" y="804324"/>
                </a:lnTo>
                <a:lnTo>
                  <a:pt x="695230" y="795573"/>
                </a:lnTo>
                <a:lnTo>
                  <a:pt x="689746" y="803741"/>
                </a:lnTo>
                <a:lnTo>
                  <a:pt x="688987" y="814067"/>
                </a:lnTo>
                <a:lnTo>
                  <a:pt x="676503" y="824276"/>
                </a:lnTo>
                <a:lnTo>
                  <a:pt x="667577" y="816575"/>
                </a:lnTo>
                <a:lnTo>
                  <a:pt x="656901" y="820601"/>
                </a:lnTo>
                <a:lnTo>
                  <a:pt x="646225" y="819201"/>
                </a:lnTo>
                <a:lnTo>
                  <a:pt x="648442" y="809517"/>
                </a:lnTo>
                <a:lnTo>
                  <a:pt x="643308" y="796215"/>
                </a:lnTo>
                <a:lnTo>
                  <a:pt x="633332" y="796682"/>
                </a:lnTo>
                <a:lnTo>
                  <a:pt x="605796" y="792948"/>
                </a:lnTo>
                <a:lnTo>
                  <a:pt x="584093" y="783380"/>
                </a:lnTo>
                <a:lnTo>
                  <a:pt x="555332" y="784489"/>
                </a:lnTo>
                <a:lnTo>
                  <a:pt x="531355" y="799657"/>
                </a:lnTo>
                <a:lnTo>
                  <a:pt x="512978" y="804324"/>
                </a:lnTo>
                <a:lnTo>
                  <a:pt x="497460" y="796157"/>
                </a:lnTo>
                <a:lnTo>
                  <a:pt x="490167" y="788164"/>
                </a:lnTo>
                <a:lnTo>
                  <a:pt x="477974" y="790090"/>
                </a:lnTo>
                <a:lnTo>
                  <a:pt x="486375" y="782272"/>
                </a:lnTo>
                <a:lnTo>
                  <a:pt x="479024" y="770021"/>
                </a:lnTo>
                <a:lnTo>
                  <a:pt x="463156" y="771188"/>
                </a:lnTo>
                <a:lnTo>
                  <a:pt x="466073" y="778947"/>
                </a:lnTo>
                <a:lnTo>
                  <a:pt x="471207" y="780405"/>
                </a:lnTo>
                <a:lnTo>
                  <a:pt x="465489" y="785481"/>
                </a:lnTo>
                <a:lnTo>
                  <a:pt x="450263" y="786356"/>
                </a:lnTo>
                <a:lnTo>
                  <a:pt x="446587" y="771246"/>
                </a:lnTo>
                <a:lnTo>
                  <a:pt x="441804" y="769729"/>
                </a:lnTo>
                <a:lnTo>
                  <a:pt x="439937" y="778363"/>
                </a:lnTo>
                <a:lnTo>
                  <a:pt x="442446" y="788631"/>
                </a:lnTo>
                <a:lnTo>
                  <a:pt x="434978" y="791198"/>
                </a:lnTo>
                <a:close/>
                <a:moveTo>
                  <a:pt x="26836" y="276587"/>
                </a:moveTo>
                <a:lnTo>
                  <a:pt x="26136" y="296422"/>
                </a:lnTo>
                <a:lnTo>
                  <a:pt x="37629" y="309373"/>
                </a:lnTo>
                <a:lnTo>
                  <a:pt x="50755" y="314216"/>
                </a:lnTo>
                <a:lnTo>
                  <a:pt x="52972" y="321216"/>
                </a:lnTo>
                <a:lnTo>
                  <a:pt x="48072" y="324950"/>
                </a:lnTo>
                <a:lnTo>
                  <a:pt x="31620" y="317249"/>
                </a:lnTo>
                <a:lnTo>
                  <a:pt x="13768" y="298055"/>
                </a:lnTo>
                <a:lnTo>
                  <a:pt x="12018" y="292047"/>
                </a:lnTo>
                <a:lnTo>
                  <a:pt x="1342" y="287846"/>
                </a:lnTo>
                <a:lnTo>
                  <a:pt x="0" y="277403"/>
                </a:lnTo>
                <a:lnTo>
                  <a:pt x="17677" y="270753"/>
                </a:lnTo>
                <a:lnTo>
                  <a:pt x="26778" y="276587"/>
                </a:lnTo>
                <a:close/>
                <a:moveTo>
                  <a:pt x="106003" y="421560"/>
                </a:moveTo>
                <a:lnTo>
                  <a:pt x="105011" y="414676"/>
                </a:lnTo>
                <a:lnTo>
                  <a:pt x="113878" y="398224"/>
                </a:lnTo>
                <a:lnTo>
                  <a:pt x="120879" y="397116"/>
                </a:lnTo>
                <a:lnTo>
                  <a:pt x="123796" y="414384"/>
                </a:lnTo>
                <a:lnTo>
                  <a:pt x="117612" y="422143"/>
                </a:lnTo>
                <a:lnTo>
                  <a:pt x="111311" y="423543"/>
                </a:lnTo>
                <a:lnTo>
                  <a:pt x="106061" y="421502"/>
                </a:lnTo>
                <a:close/>
                <a:moveTo>
                  <a:pt x="107636" y="454755"/>
                </a:moveTo>
                <a:lnTo>
                  <a:pt x="107928" y="430019"/>
                </a:lnTo>
                <a:lnTo>
                  <a:pt x="119362" y="439762"/>
                </a:lnTo>
                <a:lnTo>
                  <a:pt x="125663" y="453938"/>
                </a:lnTo>
                <a:lnTo>
                  <a:pt x="123038" y="462631"/>
                </a:lnTo>
                <a:lnTo>
                  <a:pt x="131789" y="471790"/>
                </a:lnTo>
                <a:lnTo>
                  <a:pt x="134414" y="481299"/>
                </a:lnTo>
                <a:lnTo>
                  <a:pt x="138556" y="486725"/>
                </a:lnTo>
                <a:lnTo>
                  <a:pt x="132139" y="496701"/>
                </a:lnTo>
                <a:lnTo>
                  <a:pt x="120179" y="490167"/>
                </a:lnTo>
                <a:lnTo>
                  <a:pt x="106003" y="488183"/>
                </a:lnTo>
                <a:lnTo>
                  <a:pt x="106003" y="476807"/>
                </a:lnTo>
                <a:lnTo>
                  <a:pt x="101277" y="471732"/>
                </a:lnTo>
                <a:lnTo>
                  <a:pt x="100927" y="482058"/>
                </a:lnTo>
                <a:lnTo>
                  <a:pt x="95735" y="487483"/>
                </a:lnTo>
                <a:lnTo>
                  <a:pt x="86576" y="477974"/>
                </a:lnTo>
                <a:lnTo>
                  <a:pt x="86576" y="456564"/>
                </a:lnTo>
                <a:lnTo>
                  <a:pt x="98593" y="453180"/>
                </a:lnTo>
                <a:lnTo>
                  <a:pt x="107578" y="454638"/>
                </a:lnTo>
                <a:close/>
                <a:moveTo>
                  <a:pt x="145148" y="527446"/>
                </a:moveTo>
                <a:lnTo>
                  <a:pt x="152791" y="536313"/>
                </a:lnTo>
                <a:lnTo>
                  <a:pt x="140423" y="534447"/>
                </a:lnTo>
                <a:lnTo>
                  <a:pt x="137681" y="541097"/>
                </a:lnTo>
                <a:lnTo>
                  <a:pt x="126363" y="538122"/>
                </a:lnTo>
                <a:lnTo>
                  <a:pt x="112303" y="524004"/>
                </a:lnTo>
                <a:lnTo>
                  <a:pt x="115220" y="512978"/>
                </a:lnTo>
                <a:lnTo>
                  <a:pt x="123329" y="509185"/>
                </a:lnTo>
                <a:lnTo>
                  <a:pt x="135872" y="514903"/>
                </a:lnTo>
                <a:lnTo>
                  <a:pt x="145090" y="527446"/>
                </a:lnTo>
                <a:close/>
                <a:moveTo>
                  <a:pt x="779122" y="751002"/>
                </a:moveTo>
                <a:lnTo>
                  <a:pt x="776321" y="746568"/>
                </a:lnTo>
                <a:lnTo>
                  <a:pt x="781805" y="737234"/>
                </a:lnTo>
                <a:lnTo>
                  <a:pt x="781805" y="747210"/>
                </a:lnTo>
                <a:lnTo>
                  <a:pt x="779122" y="751002"/>
                </a:lnTo>
                <a:close/>
                <a:moveTo>
                  <a:pt x="774688" y="802866"/>
                </a:moveTo>
                <a:lnTo>
                  <a:pt x="771538" y="782272"/>
                </a:lnTo>
                <a:lnTo>
                  <a:pt x="765295" y="769671"/>
                </a:lnTo>
                <a:lnTo>
                  <a:pt x="776321" y="756194"/>
                </a:lnTo>
                <a:lnTo>
                  <a:pt x="778772" y="768329"/>
                </a:lnTo>
                <a:lnTo>
                  <a:pt x="788398" y="780697"/>
                </a:lnTo>
                <a:lnTo>
                  <a:pt x="781047" y="800066"/>
                </a:lnTo>
                <a:lnTo>
                  <a:pt x="774688" y="802866"/>
                </a:lnTo>
                <a:close/>
                <a:moveTo>
                  <a:pt x="828185" y="742018"/>
                </a:moveTo>
                <a:lnTo>
                  <a:pt x="821884" y="735426"/>
                </a:lnTo>
                <a:lnTo>
                  <a:pt x="826960" y="724458"/>
                </a:lnTo>
                <a:lnTo>
                  <a:pt x="823693" y="720432"/>
                </a:lnTo>
                <a:lnTo>
                  <a:pt x="825151" y="709640"/>
                </a:lnTo>
                <a:lnTo>
                  <a:pt x="847204" y="691204"/>
                </a:lnTo>
                <a:lnTo>
                  <a:pt x="870481" y="681637"/>
                </a:lnTo>
                <a:lnTo>
                  <a:pt x="883316" y="676036"/>
                </a:lnTo>
                <a:lnTo>
                  <a:pt x="882149" y="686362"/>
                </a:lnTo>
                <a:lnTo>
                  <a:pt x="875265" y="691904"/>
                </a:lnTo>
                <a:lnTo>
                  <a:pt x="871473" y="703047"/>
                </a:lnTo>
                <a:lnTo>
                  <a:pt x="866222" y="711798"/>
                </a:lnTo>
                <a:lnTo>
                  <a:pt x="866514" y="718507"/>
                </a:lnTo>
                <a:lnTo>
                  <a:pt x="856771" y="718857"/>
                </a:lnTo>
                <a:lnTo>
                  <a:pt x="845745" y="729592"/>
                </a:lnTo>
                <a:lnTo>
                  <a:pt x="836586" y="740559"/>
                </a:lnTo>
                <a:lnTo>
                  <a:pt x="828127" y="742076"/>
                </a:lnTo>
                <a:close/>
                <a:moveTo>
                  <a:pt x="691204" y="675336"/>
                </a:moveTo>
                <a:lnTo>
                  <a:pt x="681928" y="668277"/>
                </a:lnTo>
                <a:lnTo>
                  <a:pt x="686829" y="660985"/>
                </a:lnTo>
                <a:lnTo>
                  <a:pt x="702580" y="655092"/>
                </a:lnTo>
                <a:lnTo>
                  <a:pt x="710865" y="658826"/>
                </a:lnTo>
                <a:lnTo>
                  <a:pt x="704097" y="669561"/>
                </a:lnTo>
                <a:lnTo>
                  <a:pt x="691146" y="675395"/>
                </a:lnTo>
                <a:close/>
                <a:moveTo>
                  <a:pt x="689396" y="530304"/>
                </a:moveTo>
                <a:lnTo>
                  <a:pt x="706314" y="516770"/>
                </a:lnTo>
                <a:lnTo>
                  <a:pt x="718099" y="517878"/>
                </a:lnTo>
                <a:lnTo>
                  <a:pt x="730233" y="527679"/>
                </a:lnTo>
                <a:lnTo>
                  <a:pt x="733559" y="523654"/>
                </a:lnTo>
                <a:lnTo>
                  <a:pt x="739101" y="524879"/>
                </a:lnTo>
                <a:lnTo>
                  <a:pt x="741085" y="532638"/>
                </a:lnTo>
                <a:lnTo>
                  <a:pt x="729883" y="538122"/>
                </a:lnTo>
                <a:lnTo>
                  <a:pt x="724983" y="543956"/>
                </a:lnTo>
                <a:lnTo>
                  <a:pt x="715240" y="543606"/>
                </a:lnTo>
                <a:lnTo>
                  <a:pt x="706723" y="534097"/>
                </a:lnTo>
                <a:lnTo>
                  <a:pt x="695521" y="534738"/>
                </a:lnTo>
                <a:lnTo>
                  <a:pt x="684962" y="537830"/>
                </a:lnTo>
                <a:lnTo>
                  <a:pt x="689396" y="530304"/>
                </a:lnTo>
                <a:close/>
                <a:moveTo>
                  <a:pt x="655209" y="422727"/>
                </a:moveTo>
                <a:lnTo>
                  <a:pt x="659410" y="447754"/>
                </a:lnTo>
                <a:lnTo>
                  <a:pt x="655851" y="464323"/>
                </a:lnTo>
                <a:lnTo>
                  <a:pt x="641908" y="471032"/>
                </a:lnTo>
                <a:lnTo>
                  <a:pt x="630882" y="462689"/>
                </a:lnTo>
                <a:lnTo>
                  <a:pt x="630532" y="454580"/>
                </a:lnTo>
                <a:lnTo>
                  <a:pt x="639749" y="450905"/>
                </a:lnTo>
                <a:lnTo>
                  <a:pt x="639341" y="435678"/>
                </a:lnTo>
                <a:lnTo>
                  <a:pt x="626039" y="425702"/>
                </a:lnTo>
                <a:lnTo>
                  <a:pt x="626039" y="419110"/>
                </a:lnTo>
                <a:lnTo>
                  <a:pt x="637882" y="412809"/>
                </a:lnTo>
                <a:lnTo>
                  <a:pt x="650367" y="418001"/>
                </a:lnTo>
                <a:lnTo>
                  <a:pt x="655267" y="422727"/>
                </a:lnTo>
                <a:close/>
                <a:moveTo>
                  <a:pt x="627498" y="363687"/>
                </a:moveTo>
                <a:lnTo>
                  <a:pt x="612446" y="351144"/>
                </a:lnTo>
                <a:lnTo>
                  <a:pt x="621489" y="335568"/>
                </a:lnTo>
                <a:lnTo>
                  <a:pt x="644358" y="327575"/>
                </a:lnTo>
                <a:lnTo>
                  <a:pt x="655442" y="320516"/>
                </a:lnTo>
                <a:lnTo>
                  <a:pt x="676853" y="317308"/>
                </a:lnTo>
                <a:lnTo>
                  <a:pt x="680120" y="322500"/>
                </a:lnTo>
                <a:lnTo>
                  <a:pt x="676095" y="333934"/>
                </a:lnTo>
                <a:lnTo>
                  <a:pt x="680878" y="334576"/>
                </a:lnTo>
                <a:lnTo>
                  <a:pt x="684204" y="349394"/>
                </a:lnTo>
                <a:lnTo>
                  <a:pt x="683795" y="370572"/>
                </a:lnTo>
                <a:lnTo>
                  <a:pt x="663551" y="372205"/>
                </a:lnTo>
                <a:lnTo>
                  <a:pt x="649550" y="365612"/>
                </a:lnTo>
                <a:lnTo>
                  <a:pt x="655209" y="357562"/>
                </a:lnTo>
                <a:lnTo>
                  <a:pt x="663610" y="350503"/>
                </a:lnTo>
                <a:lnTo>
                  <a:pt x="665244" y="337960"/>
                </a:lnTo>
                <a:lnTo>
                  <a:pt x="650367" y="338310"/>
                </a:lnTo>
                <a:lnTo>
                  <a:pt x="645466" y="350094"/>
                </a:lnTo>
                <a:lnTo>
                  <a:pt x="643366" y="362287"/>
                </a:lnTo>
                <a:lnTo>
                  <a:pt x="633799" y="364562"/>
                </a:lnTo>
                <a:lnTo>
                  <a:pt x="627556" y="363746"/>
                </a:lnTo>
                <a:close/>
                <a:moveTo>
                  <a:pt x="576276" y="177410"/>
                </a:moveTo>
                <a:lnTo>
                  <a:pt x="579951" y="170467"/>
                </a:lnTo>
                <a:lnTo>
                  <a:pt x="593603" y="168659"/>
                </a:lnTo>
                <a:lnTo>
                  <a:pt x="606146" y="171809"/>
                </a:lnTo>
                <a:lnTo>
                  <a:pt x="606437" y="180969"/>
                </a:lnTo>
                <a:lnTo>
                  <a:pt x="595470" y="185169"/>
                </a:lnTo>
                <a:lnTo>
                  <a:pt x="576276" y="177468"/>
                </a:lnTo>
                <a:close/>
                <a:moveTo>
                  <a:pt x="532171" y="230499"/>
                </a:moveTo>
                <a:lnTo>
                  <a:pt x="548273" y="230149"/>
                </a:lnTo>
                <a:lnTo>
                  <a:pt x="555332" y="236099"/>
                </a:lnTo>
                <a:lnTo>
                  <a:pt x="565541" y="226532"/>
                </a:lnTo>
                <a:lnTo>
                  <a:pt x="575868" y="232132"/>
                </a:lnTo>
                <a:lnTo>
                  <a:pt x="563441" y="245667"/>
                </a:lnTo>
                <a:lnTo>
                  <a:pt x="560874" y="265269"/>
                </a:lnTo>
                <a:lnTo>
                  <a:pt x="548973" y="260193"/>
                </a:lnTo>
                <a:lnTo>
                  <a:pt x="540980" y="261593"/>
                </a:lnTo>
                <a:lnTo>
                  <a:pt x="531763" y="253893"/>
                </a:lnTo>
                <a:lnTo>
                  <a:pt x="527038" y="238258"/>
                </a:lnTo>
                <a:lnTo>
                  <a:pt x="532230" y="230557"/>
                </a:lnTo>
                <a:close/>
                <a:moveTo>
                  <a:pt x="482875" y="142756"/>
                </a:moveTo>
                <a:lnTo>
                  <a:pt x="490926" y="139839"/>
                </a:lnTo>
                <a:lnTo>
                  <a:pt x="504927" y="146898"/>
                </a:lnTo>
                <a:lnTo>
                  <a:pt x="506735" y="158099"/>
                </a:lnTo>
                <a:lnTo>
                  <a:pt x="493843" y="164167"/>
                </a:lnTo>
                <a:lnTo>
                  <a:pt x="488242" y="160900"/>
                </a:lnTo>
                <a:lnTo>
                  <a:pt x="476924" y="161250"/>
                </a:lnTo>
                <a:lnTo>
                  <a:pt x="482875" y="142873"/>
                </a:lnTo>
                <a:close/>
                <a:moveTo>
                  <a:pt x="390757" y="348578"/>
                </a:moveTo>
                <a:lnTo>
                  <a:pt x="396883" y="346711"/>
                </a:lnTo>
                <a:lnTo>
                  <a:pt x="407734" y="350386"/>
                </a:lnTo>
                <a:lnTo>
                  <a:pt x="411001" y="363221"/>
                </a:lnTo>
                <a:lnTo>
                  <a:pt x="407734" y="370280"/>
                </a:lnTo>
                <a:lnTo>
                  <a:pt x="390757" y="348578"/>
                </a:lnTo>
                <a:close/>
                <a:moveTo>
                  <a:pt x="371972" y="348986"/>
                </a:moveTo>
                <a:lnTo>
                  <a:pt x="379789" y="343444"/>
                </a:lnTo>
                <a:lnTo>
                  <a:pt x="383989" y="347819"/>
                </a:lnTo>
                <a:lnTo>
                  <a:pt x="378914" y="357970"/>
                </a:lnTo>
                <a:lnTo>
                  <a:pt x="371972" y="349044"/>
                </a:lnTo>
                <a:close/>
                <a:moveTo>
                  <a:pt x="487892" y="371796"/>
                </a:moveTo>
                <a:lnTo>
                  <a:pt x="494951" y="369230"/>
                </a:lnTo>
                <a:lnTo>
                  <a:pt x="503293" y="378330"/>
                </a:lnTo>
                <a:lnTo>
                  <a:pt x="513736" y="382064"/>
                </a:lnTo>
                <a:lnTo>
                  <a:pt x="515661" y="399158"/>
                </a:lnTo>
                <a:lnTo>
                  <a:pt x="508894" y="401666"/>
                </a:lnTo>
                <a:lnTo>
                  <a:pt x="503293" y="390115"/>
                </a:lnTo>
                <a:lnTo>
                  <a:pt x="498101" y="388540"/>
                </a:lnTo>
                <a:lnTo>
                  <a:pt x="487892" y="371738"/>
                </a:lnTo>
                <a:close/>
                <a:moveTo>
                  <a:pt x="653692" y="566066"/>
                </a:moveTo>
                <a:lnTo>
                  <a:pt x="647041" y="557724"/>
                </a:lnTo>
                <a:lnTo>
                  <a:pt x="649842" y="546464"/>
                </a:lnTo>
                <a:lnTo>
                  <a:pt x="671194" y="542497"/>
                </a:lnTo>
                <a:lnTo>
                  <a:pt x="667868" y="552824"/>
                </a:lnTo>
                <a:lnTo>
                  <a:pt x="653634" y="566066"/>
                </a:lnTo>
                <a:close/>
                <a:moveTo>
                  <a:pt x="485675" y="668802"/>
                </a:moveTo>
                <a:lnTo>
                  <a:pt x="495184" y="654684"/>
                </a:lnTo>
                <a:lnTo>
                  <a:pt x="508602" y="655092"/>
                </a:lnTo>
                <a:lnTo>
                  <a:pt x="505685" y="665827"/>
                </a:lnTo>
                <a:lnTo>
                  <a:pt x="494426" y="669911"/>
                </a:lnTo>
                <a:lnTo>
                  <a:pt x="485675" y="668802"/>
                </a:lnTo>
                <a:close/>
                <a:moveTo>
                  <a:pt x="493843" y="605737"/>
                </a:moveTo>
                <a:lnTo>
                  <a:pt x="503060" y="599028"/>
                </a:lnTo>
                <a:lnTo>
                  <a:pt x="503060" y="612271"/>
                </a:lnTo>
                <a:lnTo>
                  <a:pt x="493843" y="605679"/>
                </a:lnTo>
                <a:close/>
                <a:moveTo>
                  <a:pt x="490226" y="586894"/>
                </a:moveTo>
                <a:lnTo>
                  <a:pt x="490226" y="569800"/>
                </a:lnTo>
                <a:lnTo>
                  <a:pt x="499326" y="572484"/>
                </a:lnTo>
                <a:lnTo>
                  <a:pt x="498976" y="581643"/>
                </a:lnTo>
                <a:lnTo>
                  <a:pt x="490226" y="586835"/>
                </a:lnTo>
                <a:close/>
                <a:moveTo>
                  <a:pt x="480191" y="563266"/>
                </a:moveTo>
                <a:lnTo>
                  <a:pt x="476924" y="556499"/>
                </a:lnTo>
                <a:lnTo>
                  <a:pt x="483108" y="548857"/>
                </a:lnTo>
                <a:lnTo>
                  <a:pt x="490576" y="558774"/>
                </a:lnTo>
                <a:lnTo>
                  <a:pt x="480191" y="563266"/>
                </a:lnTo>
                <a:close/>
                <a:moveTo>
                  <a:pt x="572309" y="623764"/>
                </a:moveTo>
                <a:lnTo>
                  <a:pt x="563441" y="616005"/>
                </a:lnTo>
                <a:lnTo>
                  <a:pt x="567583" y="599845"/>
                </a:lnTo>
                <a:lnTo>
                  <a:pt x="577384" y="599845"/>
                </a:lnTo>
                <a:lnTo>
                  <a:pt x="581818" y="610054"/>
                </a:lnTo>
                <a:lnTo>
                  <a:pt x="572309" y="623822"/>
                </a:lnTo>
                <a:close/>
                <a:moveTo>
                  <a:pt x="596928" y="619680"/>
                </a:moveTo>
                <a:lnTo>
                  <a:pt x="589927" y="608129"/>
                </a:lnTo>
                <a:lnTo>
                  <a:pt x="604395" y="595703"/>
                </a:lnTo>
                <a:lnTo>
                  <a:pt x="613496" y="597453"/>
                </a:lnTo>
                <a:lnTo>
                  <a:pt x="615713" y="608129"/>
                </a:lnTo>
                <a:lnTo>
                  <a:pt x="606496" y="619972"/>
                </a:lnTo>
                <a:lnTo>
                  <a:pt x="596986" y="619680"/>
                </a:lnTo>
                <a:close/>
                <a:moveTo>
                  <a:pt x="591503" y="574584"/>
                </a:moveTo>
                <a:lnTo>
                  <a:pt x="591736" y="566416"/>
                </a:lnTo>
                <a:lnTo>
                  <a:pt x="600545" y="569100"/>
                </a:lnTo>
                <a:lnTo>
                  <a:pt x="591503" y="574584"/>
                </a:lnTo>
                <a:close/>
                <a:moveTo>
                  <a:pt x="562041" y="549090"/>
                </a:moveTo>
                <a:lnTo>
                  <a:pt x="571550" y="545940"/>
                </a:lnTo>
                <a:lnTo>
                  <a:pt x="580418" y="554282"/>
                </a:lnTo>
                <a:lnTo>
                  <a:pt x="581818" y="563966"/>
                </a:lnTo>
                <a:lnTo>
                  <a:pt x="570500" y="558774"/>
                </a:lnTo>
                <a:lnTo>
                  <a:pt x="562099" y="549090"/>
                </a:lnTo>
                <a:close/>
                <a:moveTo>
                  <a:pt x="516945" y="509185"/>
                </a:moveTo>
                <a:lnTo>
                  <a:pt x="526104" y="508194"/>
                </a:lnTo>
                <a:lnTo>
                  <a:pt x="534213" y="520795"/>
                </a:lnTo>
                <a:lnTo>
                  <a:pt x="551598" y="536313"/>
                </a:lnTo>
                <a:lnTo>
                  <a:pt x="551190" y="547456"/>
                </a:lnTo>
                <a:lnTo>
                  <a:pt x="542731" y="547048"/>
                </a:lnTo>
                <a:lnTo>
                  <a:pt x="521028" y="525696"/>
                </a:lnTo>
                <a:lnTo>
                  <a:pt x="511869" y="517936"/>
                </a:lnTo>
                <a:lnTo>
                  <a:pt x="516945" y="509244"/>
                </a:lnTo>
                <a:close/>
                <a:moveTo>
                  <a:pt x="326642" y="385098"/>
                </a:moveTo>
                <a:lnTo>
                  <a:pt x="340935" y="372672"/>
                </a:lnTo>
                <a:lnTo>
                  <a:pt x="366663" y="368471"/>
                </a:lnTo>
                <a:lnTo>
                  <a:pt x="382064" y="385448"/>
                </a:lnTo>
                <a:lnTo>
                  <a:pt x="399858" y="392040"/>
                </a:lnTo>
                <a:lnTo>
                  <a:pt x="417185" y="401200"/>
                </a:lnTo>
                <a:lnTo>
                  <a:pt x="419285" y="405400"/>
                </a:lnTo>
                <a:lnTo>
                  <a:pt x="432469" y="406100"/>
                </a:lnTo>
                <a:lnTo>
                  <a:pt x="434803" y="402891"/>
                </a:lnTo>
                <a:lnTo>
                  <a:pt x="459014" y="427160"/>
                </a:lnTo>
                <a:lnTo>
                  <a:pt x="467531" y="442737"/>
                </a:lnTo>
                <a:lnTo>
                  <a:pt x="467940" y="451196"/>
                </a:lnTo>
                <a:lnTo>
                  <a:pt x="470857" y="461522"/>
                </a:lnTo>
                <a:lnTo>
                  <a:pt x="469048" y="476574"/>
                </a:lnTo>
                <a:lnTo>
                  <a:pt x="482758" y="489875"/>
                </a:lnTo>
                <a:lnTo>
                  <a:pt x="488475" y="485442"/>
                </a:lnTo>
                <a:lnTo>
                  <a:pt x="506619" y="487367"/>
                </a:lnTo>
                <a:lnTo>
                  <a:pt x="499210" y="507844"/>
                </a:lnTo>
                <a:lnTo>
                  <a:pt x="489584" y="502827"/>
                </a:lnTo>
                <a:lnTo>
                  <a:pt x="481241" y="507611"/>
                </a:lnTo>
                <a:lnTo>
                  <a:pt x="466015" y="497634"/>
                </a:lnTo>
                <a:lnTo>
                  <a:pt x="460472" y="487425"/>
                </a:lnTo>
                <a:lnTo>
                  <a:pt x="462398" y="476399"/>
                </a:lnTo>
                <a:lnTo>
                  <a:pt x="454288" y="468582"/>
                </a:lnTo>
                <a:lnTo>
                  <a:pt x="441454" y="448980"/>
                </a:lnTo>
                <a:lnTo>
                  <a:pt x="436262" y="440520"/>
                </a:lnTo>
                <a:lnTo>
                  <a:pt x="423135" y="441629"/>
                </a:lnTo>
                <a:lnTo>
                  <a:pt x="404583" y="431769"/>
                </a:lnTo>
                <a:lnTo>
                  <a:pt x="396474" y="419226"/>
                </a:lnTo>
                <a:lnTo>
                  <a:pt x="383931" y="416309"/>
                </a:lnTo>
                <a:lnTo>
                  <a:pt x="375939" y="405108"/>
                </a:lnTo>
                <a:lnTo>
                  <a:pt x="366663" y="401025"/>
                </a:lnTo>
                <a:lnTo>
                  <a:pt x="362637" y="394374"/>
                </a:lnTo>
                <a:lnTo>
                  <a:pt x="353011" y="386323"/>
                </a:lnTo>
                <a:lnTo>
                  <a:pt x="335334" y="387081"/>
                </a:lnTo>
                <a:lnTo>
                  <a:pt x="326583" y="385214"/>
                </a:lnTo>
                <a:close/>
                <a:moveTo>
                  <a:pt x="355461" y="687120"/>
                </a:moveTo>
                <a:lnTo>
                  <a:pt x="359020" y="682920"/>
                </a:lnTo>
                <a:lnTo>
                  <a:pt x="362171" y="696455"/>
                </a:lnTo>
                <a:lnTo>
                  <a:pt x="372555" y="710340"/>
                </a:lnTo>
                <a:lnTo>
                  <a:pt x="365321" y="724983"/>
                </a:lnTo>
                <a:lnTo>
                  <a:pt x="355403" y="720024"/>
                </a:lnTo>
                <a:lnTo>
                  <a:pt x="356045" y="709173"/>
                </a:lnTo>
                <a:lnTo>
                  <a:pt x="350153" y="699547"/>
                </a:lnTo>
                <a:lnTo>
                  <a:pt x="355461" y="687179"/>
                </a:lnTo>
                <a:close/>
                <a:moveTo>
                  <a:pt x="354528" y="668160"/>
                </a:moveTo>
                <a:lnTo>
                  <a:pt x="360012" y="676853"/>
                </a:lnTo>
                <a:lnTo>
                  <a:pt x="352661" y="676503"/>
                </a:lnTo>
                <a:lnTo>
                  <a:pt x="354528" y="668102"/>
                </a:lnTo>
                <a:close/>
              </a:path>
            </a:pathLst>
          </a:custGeom>
          <a:solidFill>
            <a:srgbClr val="E4E6EC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2" name="Freeform: Shape 19040">
            <a:extLst>
              <a:ext uri="{FF2B5EF4-FFF2-40B4-BE49-F238E27FC236}">
                <a16:creationId xmlns:a16="http://schemas.microsoft.com/office/drawing/2014/main" id="{DCBA6261-A595-36C4-61A2-6B1F0E5B9881}"/>
              </a:ext>
            </a:extLst>
          </p:cNvPr>
          <p:cNvSpPr/>
          <p:nvPr/>
        </p:nvSpPr>
        <p:spPr>
          <a:xfrm>
            <a:off x="6062495" y="5139394"/>
            <a:ext cx="1261121" cy="951397"/>
          </a:xfrm>
          <a:custGeom>
            <a:avLst/>
            <a:gdLst>
              <a:gd name="connsiteX0" fmla="*/ 714540 w 1261121"/>
              <a:gd name="connsiteY0" fmla="*/ 47255 h 951397"/>
              <a:gd name="connsiteX1" fmla="*/ 732159 w 1261121"/>
              <a:gd name="connsiteY1" fmla="*/ 56939 h 951397"/>
              <a:gd name="connsiteX2" fmla="*/ 734375 w 1261121"/>
              <a:gd name="connsiteY2" fmla="*/ 62131 h 951397"/>
              <a:gd name="connsiteX3" fmla="*/ 746860 w 1261121"/>
              <a:gd name="connsiteY3" fmla="*/ 64290 h 951397"/>
              <a:gd name="connsiteX4" fmla="*/ 750477 w 1261121"/>
              <a:gd name="connsiteY4" fmla="*/ 85409 h 951397"/>
              <a:gd name="connsiteX5" fmla="*/ 747560 w 1261121"/>
              <a:gd name="connsiteY5" fmla="*/ 101627 h 951397"/>
              <a:gd name="connsiteX6" fmla="*/ 777722 w 1261121"/>
              <a:gd name="connsiteY6" fmla="*/ 97952 h 951397"/>
              <a:gd name="connsiteX7" fmla="*/ 817976 w 1261121"/>
              <a:gd name="connsiteY7" fmla="*/ 114345 h 951397"/>
              <a:gd name="connsiteX8" fmla="*/ 837228 w 1261121"/>
              <a:gd name="connsiteY8" fmla="*/ 134881 h 951397"/>
              <a:gd name="connsiteX9" fmla="*/ 857821 w 1261121"/>
              <a:gd name="connsiteY9" fmla="*/ 125313 h 951397"/>
              <a:gd name="connsiteX10" fmla="*/ 880632 w 1261121"/>
              <a:gd name="connsiteY10" fmla="*/ 148707 h 951397"/>
              <a:gd name="connsiteX11" fmla="*/ 908518 w 1261121"/>
              <a:gd name="connsiteY11" fmla="*/ 148065 h 951397"/>
              <a:gd name="connsiteX12" fmla="*/ 922520 w 1261121"/>
              <a:gd name="connsiteY12" fmla="*/ 155358 h 951397"/>
              <a:gd name="connsiteX13" fmla="*/ 940197 w 1261121"/>
              <a:gd name="connsiteY13" fmla="*/ 136864 h 951397"/>
              <a:gd name="connsiteX14" fmla="*/ 986576 w 1261121"/>
              <a:gd name="connsiteY14" fmla="*/ 135522 h 951397"/>
              <a:gd name="connsiteX15" fmla="*/ 1004195 w 1261121"/>
              <a:gd name="connsiteY15" fmla="*/ 145031 h 951397"/>
              <a:gd name="connsiteX16" fmla="*/ 1032198 w 1261121"/>
              <a:gd name="connsiteY16" fmla="*/ 142173 h 951397"/>
              <a:gd name="connsiteX17" fmla="*/ 1061484 w 1261121"/>
              <a:gd name="connsiteY17" fmla="*/ 158275 h 951397"/>
              <a:gd name="connsiteX18" fmla="*/ 1109264 w 1261121"/>
              <a:gd name="connsiteY18" fmla="*/ 153841 h 951397"/>
              <a:gd name="connsiteX19" fmla="*/ 1143159 w 1261121"/>
              <a:gd name="connsiteY19" fmla="*/ 174434 h 951397"/>
              <a:gd name="connsiteX20" fmla="*/ 1155935 w 1261121"/>
              <a:gd name="connsiteY20" fmla="*/ 178751 h 951397"/>
              <a:gd name="connsiteX21" fmla="*/ 1157219 w 1261121"/>
              <a:gd name="connsiteY21" fmla="*/ 189719 h 951397"/>
              <a:gd name="connsiteX22" fmla="*/ 1141001 w 1261121"/>
              <a:gd name="connsiteY22" fmla="*/ 200629 h 951397"/>
              <a:gd name="connsiteX23" fmla="*/ 1146368 w 1261121"/>
              <a:gd name="connsiteY23" fmla="*/ 233007 h 951397"/>
              <a:gd name="connsiteX24" fmla="*/ 1143742 w 1261121"/>
              <a:gd name="connsiteY24" fmla="*/ 258152 h 951397"/>
              <a:gd name="connsiteX25" fmla="*/ 1133416 w 1261121"/>
              <a:gd name="connsiteY25" fmla="*/ 277403 h 951397"/>
              <a:gd name="connsiteX26" fmla="*/ 1094854 w 1261121"/>
              <a:gd name="connsiteY26" fmla="*/ 300506 h 951397"/>
              <a:gd name="connsiteX27" fmla="*/ 1077586 w 1261121"/>
              <a:gd name="connsiteY27" fmla="*/ 322383 h 951397"/>
              <a:gd name="connsiteX28" fmla="*/ 1045266 w 1261121"/>
              <a:gd name="connsiteY28" fmla="*/ 335568 h 951397"/>
              <a:gd name="connsiteX29" fmla="*/ 1006062 w 1261121"/>
              <a:gd name="connsiteY29" fmla="*/ 333584 h 951397"/>
              <a:gd name="connsiteX30" fmla="*/ 980684 w 1261121"/>
              <a:gd name="connsiteY30" fmla="*/ 351728 h 951397"/>
              <a:gd name="connsiteX31" fmla="*/ 957582 w 1261121"/>
              <a:gd name="connsiteY31" fmla="*/ 363921 h 951397"/>
              <a:gd name="connsiteX32" fmla="*/ 968316 w 1261121"/>
              <a:gd name="connsiteY32" fmla="*/ 373138 h 951397"/>
              <a:gd name="connsiteX33" fmla="*/ 963357 w 1261121"/>
              <a:gd name="connsiteY33" fmla="*/ 397057 h 951397"/>
              <a:gd name="connsiteX34" fmla="*/ 949122 w 1261121"/>
              <a:gd name="connsiteY34" fmla="*/ 405983 h 951397"/>
              <a:gd name="connsiteX35" fmla="*/ 946847 w 1261121"/>
              <a:gd name="connsiteY35" fmla="*/ 403708 h 951397"/>
              <a:gd name="connsiteX36" fmla="*/ 950289 w 1261121"/>
              <a:gd name="connsiteY36" fmla="*/ 400499 h 951397"/>
              <a:gd name="connsiteX37" fmla="*/ 939555 w 1261121"/>
              <a:gd name="connsiteY37" fmla="*/ 396591 h 951397"/>
              <a:gd name="connsiteX38" fmla="*/ 910268 w 1261121"/>
              <a:gd name="connsiteY38" fmla="*/ 446762 h 951397"/>
              <a:gd name="connsiteX39" fmla="*/ 889441 w 1261121"/>
              <a:gd name="connsiteY39" fmla="*/ 456797 h 951397"/>
              <a:gd name="connsiteX40" fmla="*/ 850004 w 1261121"/>
              <a:gd name="connsiteY40" fmla="*/ 522429 h 951397"/>
              <a:gd name="connsiteX41" fmla="*/ 838511 w 1261121"/>
              <a:gd name="connsiteY41" fmla="*/ 537072 h 951397"/>
              <a:gd name="connsiteX42" fmla="*/ 855430 w 1261121"/>
              <a:gd name="connsiteY42" fmla="*/ 566416 h 951397"/>
              <a:gd name="connsiteX43" fmla="*/ 860097 w 1261121"/>
              <a:gd name="connsiteY43" fmla="*/ 586544 h 951397"/>
              <a:gd name="connsiteX44" fmla="*/ 875557 w 1261121"/>
              <a:gd name="connsiteY44" fmla="*/ 595003 h 951397"/>
              <a:gd name="connsiteX45" fmla="*/ 901051 w 1261121"/>
              <a:gd name="connsiteY45" fmla="*/ 629773 h 951397"/>
              <a:gd name="connsiteX46" fmla="*/ 878707 w 1261121"/>
              <a:gd name="connsiteY46" fmla="*/ 651242 h 951397"/>
              <a:gd name="connsiteX47" fmla="*/ 844695 w 1261121"/>
              <a:gd name="connsiteY47" fmla="*/ 659876 h 951397"/>
              <a:gd name="connsiteX48" fmla="*/ 845512 w 1261121"/>
              <a:gd name="connsiteY48" fmla="*/ 683620 h 951397"/>
              <a:gd name="connsiteX49" fmla="*/ 813192 w 1261121"/>
              <a:gd name="connsiteY49" fmla="*/ 729242 h 951397"/>
              <a:gd name="connsiteX50" fmla="*/ 809225 w 1261121"/>
              <a:gd name="connsiteY50" fmla="*/ 759286 h 951397"/>
              <a:gd name="connsiteX51" fmla="*/ 817684 w 1261121"/>
              <a:gd name="connsiteY51" fmla="*/ 767921 h 951397"/>
              <a:gd name="connsiteX52" fmla="*/ 809225 w 1261121"/>
              <a:gd name="connsiteY52" fmla="*/ 780930 h 951397"/>
              <a:gd name="connsiteX53" fmla="*/ 774455 w 1261121"/>
              <a:gd name="connsiteY53" fmla="*/ 782389 h 951397"/>
              <a:gd name="connsiteX54" fmla="*/ 712848 w 1261121"/>
              <a:gd name="connsiteY54" fmla="*/ 811850 h 951397"/>
              <a:gd name="connsiteX55" fmla="*/ 712848 w 1261121"/>
              <a:gd name="connsiteY55" fmla="*/ 832677 h 951397"/>
              <a:gd name="connsiteX56" fmla="*/ 688812 w 1261121"/>
              <a:gd name="connsiteY56" fmla="*/ 871181 h 951397"/>
              <a:gd name="connsiteX57" fmla="*/ 667285 w 1261121"/>
              <a:gd name="connsiteY57" fmla="*/ 861205 h 951397"/>
              <a:gd name="connsiteX58" fmla="*/ 648033 w 1261121"/>
              <a:gd name="connsiteY58" fmla="*/ 844170 h 951397"/>
              <a:gd name="connsiteX59" fmla="*/ 638057 w 1261121"/>
              <a:gd name="connsiteY59" fmla="*/ 861964 h 951397"/>
              <a:gd name="connsiteX60" fmla="*/ 621839 w 1261121"/>
              <a:gd name="connsiteY60" fmla="*/ 875965 h 951397"/>
              <a:gd name="connsiteX61" fmla="*/ 604920 w 1261121"/>
              <a:gd name="connsiteY61" fmla="*/ 862605 h 951397"/>
              <a:gd name="connsiteX62" fmla="*/ 587244 w 1261121"/>
              <a:gd name="connsiteY62" fmla="*/ 861964 h 951397"/>
              <a:gd name="connsiteX63" fmla="*/ 580126 w 1261121"/>
              <a:gd name="connsiteY63" fmla="*/ 870248 h 951397"/>
              <a:gd name="connsiteX64" fmla="*/ 552357 w 1261121"/>
              <a:gd name="connsiteY64" fmla="*/ 867156 h 951397"/>
              <a:gd name="connsiteX65" fmla="*/ 510702 w 1261121"/>
              <a:gd name="connsiteY65" fmla="*/ 855721 h 951397"/>
              <a:gd name="connsiteX66" fmla="*/ 493784 w 1261121"/>
              <a:gd name="connsiteY66" fmla="*/ 864822 h 951397"/>
              <a:gd name="connsiteX67" fmla="*/ 457205 w 1261121"/>
              <a:gd name="connsiteY67" fmla="*/ 869489 h 951397"/>
              <a:gd name="connsiteX68" fmla="*/ 425235 w 1261121"/>
              <a:gd name="connsiteY68" fmla="*/ 901401 h 951397"/>
              <a:gd name="connsiteX69" fmla="*/ 387548 w 1261121"/>
              <a:gd name="connsiteY69" fmla="*/ 906010 h 951397"/>
              <a:gd name="connsiteX70" fmla="*/ 373255 w 1261121"/>
              <a:gd name="connsiteY70" fmla="*/ 918728 h 951397"/>
              <a:gd name="connsiteX71" fmla="*/ 372555 w 1261121"/>
              <a:gd name="connsiteY71" fmla="*/ 935238 h 951397"/>
              <a:gd name="connsiteX72" fmla="*/ 342627 w 1261121"/>
              <a:gd name="connsiteY72" fmla="*/ 951398 h 951397"/>
              <a:gd name="connsiteX73" fmla="*/ 309432 w 1261121"/>
              <a:gd name="connsiteY73" fmla="*/ 946030 h 951397"/>
              <a:gd name="connsiteX74" fmla="*/ 275653 w 1261121"/>
              <a:gd name="connsiteY74" fmla="*/ 912544 h 951397"/>
              <a:gd name="connsiteX75" fmla="*/ 256051 w 1261121"/>
              <a:gd name="connsiteY75" fmla="*/ 865697 h 951397"/>
              <a:gd name="connsiteX76" fmla="*/ 260193 w 1261121"/>
              <a:gd name="connsiteY76" fmla="*/ 859163 h 951397"/>
              <a:gd name="connsiteX77" fmla="*/ 218772 w 1261121"/>
              <a:gd name="connsiteY77" fmla="*/ 819201 h 951397"/>
              <a:gd name="connsiteX78" fmla="*/ 188669 w 1261121"/>
              <a:gd name="connsiteY78" fmla="*/ 815642 h 951397"/>
              <a:gd name="connsiteX79" fmla="*/ 172043 w 1261121"/>
              <a:gd name="connsiteY79" fmla="*/ 811150 h 951397"/>
              <a:gd name="connsiteX80" fmla="*/ 171226 w 1261121"/>
              <a:gd name="connsiteY80" fmla="*/ 787289 h 951397"/>
              <a:gd name="connsiteX81" fmla="*/ 156408 w 1261121"/>
              <a:gd name="connsiteY81" fmla="*/ 763662 h 951397"/>
              <a:gd name="connsiteX82" fmla="*/ 179977 w 1261121"/>
              <a:gd name="connsiteY82" fmla="*/ 719441 h 951397"/>
              <a:gd name="connsiteX83" fmla="*/ 205121 w 1261121"/>
              <a:gd name="connsiteY83" fmla="*/ 698847 h 951397"/>
              <a:gd name="connsiteX84" fmla="*/ 207980 w 1261121"/>
              <a:gd name="connsiteY84" fmla="*/ 679770 h 951397"/>
              <a:gd name="connsiteX85" fmla="*/ 185869 w 1261121"/>
              <a:gd name="connsiteY85" fmla="*/ 678195 h 951397"/>
              <a:gd name="connsiteX86" fmla="*/ 171284 w 1261121"/>
              <a:gd name="connsiteY86" fmla="*/ 648791 h 951397"/>
              <a:gd name="connsiteX87" fmla="*/ 203604 w 1261121"/>
              <a:gd name="connsiteY87" fmla="*/ 616413 h 951397"/>
              <a:gd name="connsiteX88" fmla="*/ 202204 w 1261121"/>
              <a:gd name="connsiteY88" fmla="*/ 575167 h 951397"/>
              <a:gd name="connsiteX89" fmla="*/ 178518 w 1261121"/>
              <a:gd name="connsiteY89" fmla="*/ 560349 h 951397"/>
              <a:gd name="connsiteX90" fmla="*/ 152032 w 1261121"/>
              <a:gd name="connsiteY90" fmla="*/ 510294 h 951397"/>
              <a:gd name="connsiteX91" fmla="*/ 177118 w 1261121"/>
              <a:gd name="connsiteY91" fmla="*/ 504518 h 951397"/>
              <a:gd name="connsiteX92" fmla="*/ 194737 w 1261121"/>
              <a:gd name="connsiteY92" fmla="*/ 507435 h 951397"/>
              <a:gd name="connsiteX93" fmla="*/ 221164 w 1261121"/>
              <a:gd name="connsiteY93" fmla="*/ 470623 h 951397"/>
              <a:gd name="connsiteX94" fmla="*/ 203546 w 1261121"/>
              <a:gd name="connsiteY94" fmla="*/ 452771 h 951397"/>
              <a:gd name="connsiteX95" fmla="*/ 225657 w 1261121"/>
              <a:gd name="connsiteY95" fmla="*/ 430777 h 951397"/>
              <a:gd name="connsiteX96" fmla="*/ 228515 w 1261121"/>
              <a:gd name="connsiteY96" fmla="*/ 365904 h 951397"/>
              <a:gd name="connsiteX97" fmla="*/ 224140 w 1261121"/>
              <a:gd name="connsiteY97" fmla="*/ 339477 h 951397"/>
              <a:gd name="connsiteX98" fmla="*/ 262352 w 1261121"/>
              <a:gd name="connsiteY98" fmla="*/ 302664 h 951397"/>
              <a:gd name="connsiteX99" fmla="*/ 277053 w 1261121"/>
              <a:gd name="connsiteY99" fmla="*/ 302664 h 951397"/>
              <a:gd name="connsiteX100" fmla="*/ 283004 w 1261121"/>
              <a:gd name="connsiteY100" fmla="*/ 282071 h 951397"/>
              <a:gd name="connsiteX101" fmla="*/ 262352 w 1261121"/>
              <a:gd name="connsiteY101" fmla="*/ 252609 h 951397"/>
              <a:gd name="connsiteX102" fmla="*/ 259493 w 1261121"/>
              <a:gd name="connsiteY102" fmla="*/ 227582 h 951397"/>
              <a:gd name="connsiteX103" fmla="*/ 210838 w 1261121"/>
              <a:gd name="connsiteY103" fmla="*/ 221573 h 951397"/>
              <a:gd name="connsiteX104" fmla="*/ 191645 w 1261121"/>
              <a:gd name="connsiteY104" fmla="*/ 240825 h 951397"/>
              <a:gd name="connsiteX105" fmla="*/ 135756 w 1261121"/>
              <a:gd name="connsiteY105" fmla="*/ 229098 h 951397"/>
              <a:gd name="connsiteX106" fmla="*/ 101860 w 1261121"/>
              <a:gd name="connsiteY106" fmla="*/ 246659 h 951397"/>
              <a:gd name="connsiteX107" fmla="*/ 93110 w 1261121"/>
              <a:gd name="connsiteY107" fmla="*/ 232074 h 951397"/>
              <a:gd name="connsiteX108" fmla="*/ 96027 w 1261121"/>
              <a:gd name="connsiteY108" fmla="*/ 209963 h 951397"/>
              <a:gd name="connsiteX109" fmla="*/ 78933 w 1261121"/>
              <a:gd name="connsiteY109" fmla="*/ 205238 h 951397"/>
              <a:gd name="connsiteX110" fmla="*/ 33603 w 1261121"/>
              <a:gd name="connsiteY110" fmla="*/ 212355 h 951397"/>
              <a:gd name="connsiteX111" fmla="*/ 33195 w 1261121"/>
              <a:gd name="connsiteY111" fmla="*/ 206638 h 951397"/>
              <a:gd name="connsiteX112" fmla="*/ 57056 w 1261121"/>
              <a:gd name="connsiteY112" fmla="*/ 185869 h 951397"/>
              <a:gd name="connsiteX113" fmla="*/ 40021 w 1261121"/>
              <a:gd name="connsiteY113" fmla="*/ 182719 h 951397"/>
              <a:gd name="connsiteX114" fmla="*/ 51630 w 1261121"/>
              <a:gd name="connsiteY114" fmla="*/ 170409 h 951397"/>
              <a:gd name="connsiteX115" fmla="*/ 43871 w 1261121"/>
              <a:gd name="connsiteY115" fmla="*/ 162767 h 951397"/>
              <a:gd name="connsiteX116" fmla="*/ 48480 w 1261121"/>
              <a:gd name="connsiteY116" fmla="*/ 141123 h 951397"/>
              <a:gd name="connsiteX117" fmla="*/ 32378 w 1261121"/>
              <a:gd name="connsiteY117" fmla="*/ 156641 h 951397"/>
              <a:gd name="connsiteX118" fmla="*/ 24619 w 1261121"/>
              <a:gd name="connsiteY118" fmla="*/ 153374 h 951397"/>
              <a:gd name="connsiteX119" fmla="*/ 30045 w 1261121"/>
              <a:gd name="connsiteY119" fmla="*/ 124963 h 951397"/>
              <a:gd name="connsiteX120" fmla="*/ 21586 w 1261121"/>
              <a:gd name="connsiteY120" fmla="*/ 120996 h 951397"/>
              <a:gd name="connsiteX121" fmla="*/ 22227 w 1261121"/>
              <a:gd name="connsiteY121" fmla="*/ 109503 h 951397"/>
              <a:gd name="connsiteX122" fmla="*/ 9218 w 1261121"/>
              <a:gd name="connsiteY122" fmla="*/ 114170 h 951397"/>
              <a:gd name="connsiteX123" fmla="*/ 0 w 1261121"/>
              <a:gd name="connsiteY123" fmla="*/ 92468 h 951397"/>
              <a:gd name="connsiteX124" fmla="*/ 10793 w 1261121"/>
              <a:gd name="connsiteY124" fmla="*/ 70066 h 951397"/>
              <a:gd name="connsiteX125" fmla="*/ 49297 w 1261121"/>
              <a:gd name="connsiteY125" fmla="*/ 56239 h 951397"/>
              <a:gd name="connsiteX126" fmla="*/ 62481 w 1261121"/>
              <a:gd name="connsiteY126" fmla="*/ 62306 h 951397"/>
              <a:gd name="connsiteX127" fmla="*/ 94801 w 1261121"/>
              <a:gd name="connsiteY127" fmla="*/ 58514 h 951397"/>
              <a:gd name="connsiteX128" fmla="*/ 110261 w 1261121"/>
              <a:gd name="connsiteY128" fmla="*/ 46963 h 951397"/>
              <a:gd name="connsiteX129" fmla="*/ 97952 w 1261121"/>
              <a:gd name="connsiteY129" fmla="*/ 38387 h 951397"/>
              <a:gd name="connsiteX130" fmla="*/ 95676 w 1261121"/>
              <a:gd name="connsiteY130" fmla="*/ 24503 h 951397"/>
              <a:gd name="connsiteX131" fmla="*/ 132664 w 1261121"/>
              <a:gd name="connsiteY131" fmla="*/ 3733 h 951397"/>
              <a:gd name="connsiteX132" fmla="*/ 138089 w 1261121"/>
              <a:gd name="connsiteY132" fmla="*/ 10676 h 951397"/>
              <a:gd name="connsiteX133" fmla="*/ 153607 w 1261121"/>
              <a:gd name="connsiteY133" fmla="*/ 0 h 951397"/>
              <a:gd name="connsiteX134" fmla="*/ 179043 w 1261121"/>
              <a:gd name="connsiteY134" fmla="*/ 5367 h 951397"/>
              <a:gd name="connsiteX135" fmla="*/ 200687 w 1261121"/>
              <a:gd name="connsiteY135" fmla="*/ 32320 h 951397"/>
              <a:gd name="connsiteX136" fmla="*/ 219181 w 1261121"/>
              <a:gd name="connsiteY136" fmla="*/ 16918 h 951397"/>
              <a:gd name="connsiteX137" fmla="*/ 239891 w 1261121"/>
              <a:gd name="connsiteY137" fmla="*/ 16918 h 951397"/>
              <a:gd name="connsiteX138" fmla="*/ 263869 w 1261121"/>
              <a:gd name="connsiteY138" fmla="*/ 26836 h 951397"/>
              <a:gd name="connsiteX139" fmla="*/ 290121 w 1261121"/>
              <a:gd name="connsiteY139" fmla="*/ 16160 h 951397"/>
              <a:gd name="connsiteX140" fmla="*/ 322558 w 1261121"/>
              <a:gd name="connsiteY140" fmla="*/ 6942 h 951397"/>
              <a:gd name="connsiteX141" fmla="*/ 329442 w 1261121"/>
              <a:gd name="connsiteY141" fmla="*/ 16160 h 951397"/>
              <a:gd name="connsiteX142" fmla="*/ 355637 w 1261121"/>
              <a:gd name="connsiteY142" fmla="*/ 30687 h 951397"/>
              <a:gd name="connsiteX143" fmla="*/ 428211 w 1261121"/>
              <a:gd name="connsiteY143" fmla="*/ 42238 h 951397"/>
              <a:gd name="connsiteX144" fmla="*/ 461406 w 1261121"/>
              <a:gd name="connsiteY144" fmla="*/ 49997 h 951397"/>
              <a:gd name="connsiteX145" fmla="*/ 510761 w 1261121"/>
              <a:gd name="connsiteY145" fmla="*/ 29111 h 951397"/>
              <a:gd name="connsiteX146" fmla="*/ 547865 w 1261121"/>
              <a:gd name="connsiteY146" fmla="*/ 32261 h 951397"/>
              <a:gd name="connsiteX147" fmla="*/ 554807 w 1261121"/>
              <a:gd name="connsiteY147" fmla="*/ 48480 h 951397"/>
              <a:gd name="connsiteX148" fmla="*/ 590977 w 1261121"/>
              <a:gd name="connsiteY148" fmla="*/ 55364 h 951397"/>
              <a:gd name="connsiteX149" fmla="*/ 609529 w 1261121"/>
              <a:gd name="connsiteY149" fmla="*/ 36871 h 951397"/>
              <a:gd name="connsiteX150" fmla="*/ 627206 w 1261121"/>
              <a:gd name="connsiteY150" fmla="*/ 36871 h 951397"/>
              <a:gd name="connsiteX151" fmla="*/ 681287 w 1261121"/>
              <a:gd name="connsiteY151" fmla="*/ 68490 h 951397"/>
              <a:gd name="connsiteX152" fmla="*/ 691321 w 1261121"/>
              <a:gd name="connsiteY152" fmla="*/ 53847 h 951397"/>
              <a:gd name="connsiteX153" fmla="*/ 706023 w 1261121"/>
              <a:gd name="connsiteY153" fmla="*/ 52272 h 951397"/>
              <a:gd name="connsiteX154" fmla="*/ 714832 w 1261121"/>
              <a:gd name="connsiteY154" fmla="*/ 47021 h 951397"/>
              <a:gd name="connsiteX155" fmla="*/ 1206749 w 1261121"/>
              <a:gd name="connsiteY155" fmla="*/ 493842 h 951397"/>
              <a:gd name="connsiteX156" fmla="*/ 1239886 w 1261121"/>
              <a:gd name="connsiteY156" fmla="*/ 496934 h 951397"/>
              <a:gd name="connsiteX157" fmla="*/ 1256046 w 1261121"/>
              <a:gd name="connsiteY157" fmla="*/ 505685 h 951397"/>
              <a:gd name="connsiteX158" fmla="*/ 1261121 w 1261121"/>
              <a:gd name="connsiteY158" fmla="*/ 495418 h 951397"/>
              <a:gd name="connsiteX159" fmla="*/ 1240644 w 1261121"/>
              <a:gd name="connsiteY159" fmla="*/ 474065 h 951397"/>
              <a:gd name="connsiteX160" fmla="*/ 1211124 w 1261121"/>
              <a:gd name="connsiteY160" fmla="*/ 479724 h 951397"/>
              <a:gd name="connsiteX161" fmla="*/ 1206691 w 1261121"/>
              <a:gd name="connsiteY161" fmla="*/ 493784 h 951397"/>
              <a:gd name="connsiteX162" fmla="*/ 1148001 w 1261121"/>
              <a:gd name="connsiteY162" fmla="*/ 562275 h 951397"/>
              <a:gd name="connsiteX163" fmla="*/ 1156927 w 1261121"/>
              <a:gd name="connsiteY163" fmla="*/ 535730 h 951397"/>
              <a:gd name="connsiteX164" fmla="*/ 1179680 w 1261121"/>
              <a:gd name="connsiteY164" fmla="*/ 515136 h 951397"/>
              <a:gd name="connsiteX165" fmla="*/ 1159202 w 1261121"/>
              <a:gd name="connsiteY165" fmla="*/ 513678 h 951397"/>
              <a:gd name="connsiteX166" fmla="*/ 1135575 w 1261121"/>
              <a:gd name="connsiteY166" fmla="*/ 510178 h 951397"/>
              <a:gd name="connsiteX167" fmla="*/ 1115681 w 1261121"/>
              <a:gd name="connsiteY167" fmla="*/ 523245 h 951397"/>
              <a:gd name="connsiteX168" fmla="*/ 1111306 w 1261121"/>
              <a:gd name="connsiteY168" fmla="*/ 540981 h 951397"/>
              <a:gd name="connsiteX169" fmla="*/ 1131841 w 1261121"/>
              <a:gd name="connsiteY169" fmla="*/ 547573 h 951397"/>
              <a:gd name="connsiteX170" fmla="*/ 1147943 w 1261121"/>
              <a:gd name="connsiteY170" fmla="*/ 562275 h 951397"/>
              <a:gd name="connsiteX171" fmla="*/ 1023914 w 1261121"/>
              <a:gd name="connsiteY171" fmla="*/ 629831 h 951397"/>
              <a:gd name="connsiteX172" fmla="*/ 1035581 w 1261121"/>
              <a:gd name="connsiteY172" fmla="*/ 613671 h 951397"/>
              <a:gd name="connsiteX173" fmla="*/ 1046666 w 1261121"/>
              <a:gd name="connsiteY173" fmla="*/ 602587 h 951397"/>
              <a:gd name="connsiteX174" fmla="*/ 1038615 w 1261121"/>
              <a:gd name="connsiteY174" fmla="*/ 589286 h 951397"/>
              <a:gd name="connsiteX175" fmla="*/ 1012129 w 1261121"/>
              <a:gd name="connsiteY175" fmla="*/ 597395 h 951397"/>
              <a:gd name="connsiteX176" fmla="*/ 1009095 w 1261121"/>
              <a:gd name="connsiteY176" fmla="*/ 615946 h 951397"/>
              <a:gd name="connsiteX177" fmla="*/ 1023972 w 1261121"/>
              <a:gd name="connsiteY177" fmla="*/ 629831 h 95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</a:cxnLst>
            <a:rect l="l" t="t" r="r" b="b"/>
            <a:pathLst>
              <a:path w="1261121" h="951397">
                <a:moveTo>
                  <a:pt x="714540" y="47255"/>
                </a:moveTo>
                <a:lnTo>
                  <a:pt x="732159" y="56939"/>
                </a:lnTo>
                <a:lnTo>
                  <a:pt x="734375" y="62131"/>
                </a:lnTo>
                <a:lnTo>
                  <a:pt x="746860" y="64290"/>
                </a:lnTo>
                <a:lnTo>
                  <a:pt x="750477" y="85409"/>
                </a:lnTo>
                <a:lnTo>
                  <a:pt x="747560" y="101627"/>
                </a:lnTo>
                <a:lnTo>
                  <a:pt x="777722" y="97952"/>
                </a:lnTo>
                <a:lnTo>
                  <a:pt x="817976" y="114345"/>
                </a:lnTo>
                <a:lnTo>
                  <a:pt x="837228" y="134881"/>
                </a:lnTo>
                <a:lnTo>
                  <a:pt x="857821" y="125313"/>
                </a:lnTo>
                <a:lnTo>
                  <a:pt x="880632" y="148707"/>
                </a:lnTo>
                <a:lnTo>
                  <a:pt x="908518" y="148065"/>
                </a:lnTo>
                <a:lnTo>
                  <a:pt x="922520" y="155358"/>
                </a:lnTo>
                <a:lnTo>
                  <a:pt x="940197" y="136864"/>
                </a:lnTo>
                <a:lnTo>
                  <a:pt x="986576" y="135522"/>
                </a:lnTo>
                <a:lnTo>
                  <a:pt x="1004195" y="145031"/>
                </a:lnTo>
                <a:lnTo>
                  <a:pt x="1032198" y="142173"/>
                </a:lnTo>
                <a:lnTo>
                  <a:pt x="1061484" y="158275"/>
                </a:lnTo>
                <a:lnTo>
                  <a:pt x="1109264" y="153841"/>
                </a:lnTo>
                <a:lnTo>
                  <a:pt x="1143159" y="174434"/>
                </a:lnTo>
                <a:lnTo>
                  <a:pt x="1155935" y="178751"/>
                </a:lnTo>
                <a:lnTo>
                  <a:pt x="1157219" y="189719"/>
                </a:lnTo>
                <a:lnTo>
                  <a:pt x="1141001" y="200629"/>
                </a:lnTo>
                <a:lnTo>
                  <a:pt x="1146368" y="233007"/>
                </a:lnTo>
                <a:lnTo>
                  <a:pt x="1143742" y="258152"/>
                </a:lnTo>
                <a:lnTo>
                  <a:pt x="1133416" y="277403"/>
                </a:lnTo>
                <a:lnTo>
                  <a:pt x="1094854" y="300506"/>
                </a:lnTo>
                <a:lnTo>
                  <a:pt x="1077586" y="322383"/>
                </a:lnTo>
                <a:lnTo>
                  <a:pt x="1045266" y="335568"/>
                </a:lnTo>
                <a:lnTo>
                  <a:pt x="1006062" y="333584"/>
                </a:lnTo>
                <a:lnTo>
                  <a:pt x="980684" y="351728"/>
                </a:lnTo>
                <a:lnTo>
                  <a:pt x="957582" y="363921"/>
                </a:lnTo>
                <a:lnTo>
                  <a:pt x="968316" y="373138"/>
                </a:lnTo>
                <a:lnTo>
                  <a:pt x="963357" y="397057"/>
                </a:lnTo>
                <a:lnTo>
                  <a:pt x="949122" y="405983"/>
                </a:lnTo>
                <a:lnTo>
                  <a:pt x="946847" y="403708"/>
                </a:lnTo>
                <a:lnTo>
                  <a:pt x="950289" y="400499"/>
                </a:lnTo>
                <a:lnTo>
                  <a:pt x="939555" y="396591"/>
                </a:lnTo>
                <a:lnTo>
                  <a:pt x="910268" y="446762"/>
                </a:lnTo>
                <a:lnTo>
                  <a:pt x="889441" y="456797"/>
                </a:lnTo>
                <a:lnTo>
                  <a:pt x="850004" y="522429"/>
                </a:lnTo>
                <a:lnTo>
                  <a:pt x="838511" y="537072"/>
                </a:lnTo>
                <a:lnTo>
                  <a:pt x="855430" y="566416"/>
                </a:lnTo>
                <a:lnTo>
                  <a:pt x="860097" y="586544"/>
                </a:lnTo>
                <a:lnTo>
                  <a:pt x="875557" y="595003"/>
                </a:lnTo>
                <a:lnTo>
                  <a:pt x="901051" y="629773"/>
                </a:lnTo>
                <a:lnTo>
                  <a:pt x="878707" y="651242"/>
                </a:lnTo>
                <a:lnTo>
                  <a:pt x="844695" y="659876"/>
                </a:lnTo>
                <a:lnTo>
                  <a:pt x="845512" y="683620"/>
                </a:lnTo>
                <a:lnTo>
                  <a:pt x="813192" y="729242"/>
                </a:lnTo>
                <a:lnTo>
                  <a:pt x="809225" y="759286"/>
                </a:lnTo>
                <a:lnTo>
                  <a:pt x="817684" y="767921"/>
                </a:lnTo>
                <a:lnTo>
                  <a:pt x="809225" y="780930"/>
                </a:lnTo>
                <a:lnTo>
                  <a:pt x="774455" y="782389"/>
                </a:lnTo>
                <a:lnTo>
                  <a:pt x="712848" y="811850"/>
                </a:lnTo>
                <a:lnTo>
                  <a:pt x="712848" y="832677"/>
                </a:lnTo>
                <a:lnTo>
                  <a:pt x="688812" y="871181"/>
                </a:lnTo>
                <a:lnTo>
                  <a:pt x="667285" y="861205"/>
                </a:lnTo>
                <a:lnTo>
                  <a:pt x="648033" y="844170"/>
                </a:lnTo>
                <a:lnTo>
                  <a:pt x="638057" y="861964"/>
                </a:lnTo>
                <a:lnTo>
                  <a:pt x="621839" y="875965"/>
                </a:lnTo>
                <a:lnTo>
                  <a:pt x="604920" y="862605"/>
                </a:lnTo>
                <a:lnTo>
                  <a:pt x="587244" y="861964"/>
                </a:lnTo>
                <a:lnTo>
                  <a:pt x="580126" y="870248"/>
                </a:lnTo>
                <a:lnTo>
                  <a:pt x="552357" y="867156"/>
                </a:lnTo>
                <a:lnTo>
                  <a:pt x="510702" y="855721"/>
                </a:lnTo>
                <a:lnTo>
                  <a:pt x="493784" y="864822"/>
                </a:lnTo>
                <a:lnTo>
                  <a:pt x="457205" y="869489"/>
                </a:lnTo>
                <a:lnTo>
                  <a:pt x="425235" y="901401"/>
                </a:lnTo>
                <a:lnTo>
                  <a:pt x="387548" y="906010"/>
                </a:lnTo>
                <a:lnTo>
                  <a:pt x="373255" y="918728"/>
                </a:lnTo>
                <a:lnTo>
                  <a:pt x="372555" y="935238"/>
                </a:lnTo>
                <a:lnTo>
                  <a:pt x="342627" y="951398"/>
                </a:lnTo>
                <a:lnTo>
                  <a:pt x="309432" y="946030"/>
                </a:lnTo>
                <a:lnTo>
                  <a:pt x="275653" y="912544"/>
                </a:lnTo>
                <a:lnTo>
                  <a:pt x="256051" y="865697"/>
                </a:lnTo>
                <a:lnTo>
                  <a:pt x="260193" y="859163"/>
                </a:lnTo>
                <a:lnTo>
                  <a:pt x="218772" y="819201"/>
                </a:lnTo>
                <a:lnTo>
                  <a:pt x="188669" y="815642"/>
                </a:lnTo>
                <a:lnTo>
                  <a:pt x="172043" y="811150"/>
                </a:lnTo>
                <a:lnTo>
                  <a:pt x="171226" y="787289"/>
                </a:lnTo>
                <a:lnTo>
                  <a:pt x="156408" y="763662"/>
                </a:lnTo>
                <a:lnTo>
                  <a:pt x="179977" y="719441"/>
                </a:lnTo>
                <a:lnTo>
                  <a:pt x="205121" y="698847"/>
                </a:lnTo>
                <a:lnTo>
                  <a:pt x="207980" y="679770"/>
                </a:lnTo>
                <a:lnTo>
                  <a:pt x="185869" y="678195"/>
                </a:lnTo>
                <a:lnTo>
                  <a:pt x="171284" y="648791"/>
                </a:lnTo>
                <a:lnTo>
                  <a:pt x="203604" y="616413"/>
                </a:lnTo>
                <a:lnTo>
                  <a:pt x="202204" y="575167"/>
                </a:lnTo>
                <a:lnTo>
                  <a:pt x="178518" y="560349"/>
                </a:lnTo>
                <a:lnTo>
                  <a:pt x="152032" y="510294"/>
                </a:lnTo>
                <a:lnTo>
                  <a:pt x="177118" y="504518"/>
                </a:lnTo>
                <a:lnTo>
                  <a:pt x="194737" y="507435"/>
                </a:lnTo>
                <a:lnTo>
                  <a:pt x="221164" y="470623"/>
                </a:lnTo>
                <a:lnTo>
                  <a:pt x="203546" y="452771"/>
                </a:lnTo>
                <a:lnTo>
                  <a:pt x="225657" y="430777"/>
                </a:lnTo>
                <a:lnTo>
                  <a:pt x="228515" y="365904"/>
                </a:lnTo>
                <a:lnTo>
                  <a:pt x="224140" y="339477"/>
                </a:lnTo>
                <a:lnTo>
                  <a:pt x="262352" y="302664"/>
                </a:lnTo>
                <a:lnTo>
                  <a:pt x="277053" y="302664"/>
                </a:lnTo>
                <a:lnTo>
                  <a:pt x="283004" y="282071"/>
                </a:lnTo>
                <a:lnTo>
                  <a:pt x="262352" y="252609"/>
                </a:lnTo>
                <a:lnTo>
                  <a:pt x="259493" y="227582"/>
                </a:lnTo>
                <a:lnTo>
                  <a:pt x="210838" y="221573"/>
                </a:lnTo>
                <a:lnTo>
                  <a:pt x="191645" y="240825"/>
                </a:lnTo>
                <a:lnTo>
                  <a:pt x="135756" y="229098"/>
                </a:lnTo>
                <a:lnTo>
                  <a:pt x="101860" y="246659"/>
                </a:lnTo>
                <a:lnTo>
                  <a:pt x="93110" y="232074"/>
                </a:lnTo>
                <a:lnTo>
                  <a:pt x="96027" y="209963"/>
                </a:lnTo>
                <a:lnTo>
                  <a:pt x="78933" y="205238"/>
                </a:lnTo>
                <a:lnTo>
                  <a:pt x="33603" y="212355"/>
                </a:lnTo>
                <a:lnTo>
                  <a:pt x="33195" y="206638"/>
                </a:lnTo>
                <a:lnTo>
                  <a:pt x="57056" y="185869"/>
                </a:lnTo>
                <a:lnTo>
                  <a:pt x="40021" y="182719"/>
                </a:lnTo>
                <a:lnTo>
                  <a:pt x="51630" y="170409"/>
                </a:lnTo>
                <a:lnTo>
                  <a:pt x="43871" y="162767"/>
                </a:lnTo>
                <a:lnTo>
                  <a:pt x="48480" y="141123"/>
                </a:lnTo>
                <a:lnTo>
                  <a:pt x="32378" y="156641"/>
                </a:lnTo>
                <a:lnTo>
                  <a:pt x="24619" y="153374"/>
                </a:lnTo>
                <a:lnTo>
                  <a:pt x="30045" y="124963"/>
                </a:lnTo>
                <a:lnTo>
                  <a:pt x="21586" y="120996"/>
                </a:lnTo>
                <a:lnTo>
                  <a:pt x="22227" y="109503"/>
                </a:lnTo>
                <a:lnTo>
                  <a:pt x="9218" y="114170"/>
                </a:lnTo>
                <a:lnTo>
                  <a:pt x="0" y="92468"/>
                </a:lnTo>
                <a:lnTo>
                  <a:pt x="10793" y="70066"/>
                </a:lnTo>
                <a:lnTo>
                  <a:pt x="49297" y="56239"/>
                </a:lnTo>
                <a:lnTo>
                  <a:pt x="62481" y="62306"/>
                </a:lnTo>
                <a:lnTo>
                  <a:pt x="94801" y="58514"/>
                </a:lnTo>
                <a:lnTo>
                  <a:pt x="110261" y="46963"/>
                </a:lnTo>
                <a:lnTo>
                  <a:pt x="97952" y="38387"/>
                </a:lnTo>
                <a:lnTo>
                  <a:pt x="95676" y="24503"/>
                </a:lnTo>
                <a:lnTo>
                  <a:pt x="132664" y="3733"/>
                </a:lnTo>
                <a:lnTo>
                  <a:pt x="138089" y="10676"/>
                </a:lnTo>
                <a:lnTo>
                  <a:pt x="153607" y="0"/>
                </a:lnTo>
                <a:lnTo>
                  <a:pt x="179043" y="5367"/>
                </a:lnTo>
                <a:lnTo>
                  <a:pt x="200687" y="32320"/>
                </a:lnTo>
                <a:lnTo>
                  <a:pt x="219181" y="16918"/>
                </a:lnTo>
                <a:lnTo>
                  <a:pt x="239891" y="16918"/>
                </a:lnTo>
                <a:lnTo>
                  <a:pt x="263869" y="26836"/>
                </a:lnTo>
                <a:lnTo>
                  <a:pt x="290121" y="16160"/>
                </a:lnTo>
                <a:lnTo>
                  <a:pt x="322558" y="6942"/>
                </a:lnTo>
                <a:lnTo>
                  <a:pt x="329442" y="16160"/>
                </a:lnTo>
                <a:lnTo>
                  <a:pt x="355637" y="30687"/>
                </a:lnTo>
                <a:lnTo>
                  <a:pt x="428211" y="42238"/>
                </a:lnTo>
                <a:lnTo>
                  <a:pt x="461406" y="49997"/>
                </a:lnTo>
                <a:lnTo>
                  <a:pt x="510761" y="29111"/>
                </a:lnTo>
                <a:lnTo>
                  <a:pt x="547865" y="32261"/>
                </a:lnTo>
                <a:lnTo>
                  <a:pt x="554807" y="48480"/>
                </a:lnTo>
                <a:lnTo>
                  <a:pt x="590977" y="55364"/>
                </a:lnTo>
                <a:lnTo>
                  <a:pt x="609529" y="36871"/>
                </a:lnTo>
                <a:lnTo>
                  <a:pt x="627206" y="36871"/>
                </a:lnTo>
                <a:lnTo>
                  <a:pt x="681287" y="68490"/>
                </a:lnTo>
                <a:lnTo>
                  <a:pt x="691321" y="53847"/>
                </a:lnTo>
                <a:lnTo>
                  <a:pt x="706023" y="52272"/>
                </a:lnTo>
                <a:lnTo>
                  <a:pt x="714832" y="47021"/>
                </a:lnTo>
                <a:close/>
                <a:moveTo>
                  <a:pt x="1206749" y="493842"/>
                </a:moveTo>
                <a:lnTo>
                  <a:pt x="1239886" y="496934"/>
                </a:lnTo>
                <a:lnTo>
                  <a:pt x="1256046" y="505685"/>
                </a:lnTo>
                <a:lnTo>
                  <a:pt x="1261121" y="495418"/>
                </a:lnTo>
                <a:lnTo>
                  <a:pt x="1240644" y="474065"/>
                </a:lnTo>
                <a:lnTo>
                  <a:pt x="1211124" y="479724"/>
                </a:lnTo>
                <a:lnTo>
                  <a:pt x="1206691" y="493784"/>
                </a:lnTo>
                <a:close/>
                <a:moveTo>
                  <a:pt x="1148001" y="562275"/>
                </a:moveTo>
                <a:lnTo>
                  <a:pt x="1156927" y="535730"/>
                </a:lnTo>
                <a:lnTo>
                  <a:pt x="1179680" y="515136"/>
                </a:lnTo>
                <a:lnTo>
                  <a:pt x="1159202" y="513678"/>
                </a:lnTo>
                <a:lnTo>
                  <a:pt x="1135575" y="510178"/>
                </a:lnTo>
                <a:lnTo>
                  <a:pt x="1115681" y="523245"/>
                </a:lnTo>
                <a:lnTo>
                  <a:pt x="1111306" y="540981"/>
                </a:lnTo>
                <a:lnTo>
                  <a:pt x="1131841" y="547573"/>
                </a:lnTo>
                <a:lnTo>
                  <a:pt x="1147943" y="562275"/>
                </a:lnTo>
                <a:close/>
                <a:moveTo>
                  <a:pt x="1023914" y="629831"/>
                </a:moveTo>
                <a:lnTo>
                  <a:pt x="1035581" y="613671"/>
                </a:lnTo>
                <a:lnTo>
                  <a:pt x="1046666" y="602587"/>
                </a:lnTo>
                <a:lnTo>
                  <a:pt x="1038615" y="589286"/>
                </a:lnTo>
                <a:lnTo>
                  <a:pt x="1012129" y="597395"/>
                </a:lnTo>
                <a:lnTo>
                  <a:pt x="1009095" y="615946"/>
                </a:lnTo>
                <a:lnTo>
                  <a:pt x="1023972" y="629831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3" name="Freeform: Shape 19041">
            <a:extLst>
              <a:ext uri="{FF2B5EF4-FFF2-40B4-BE49-F238E27FC236}">
                <a16:creationId xmlns:a16="http://schemas.microsoft.com/office/drawing/2014/main" id="{281EEEDA-42D6-5DDB-CEB6-BC11F19EB7B4}"/>
              </a:ext>
            </a:extLst>
          </p:cNvPr>
          <p:cNvSpPr/>
          <p:nvPr/>
        </p:nvSpPr>
        <p:spPr>
          <a:xfrm>
            <a:off x="5966585" y="3593460"/>
            <a:ext cx="410942" cy="542322"/>
          </a:xfrm>
          <a:custGeom>
            <a:avLst/>
            <a:gdLst>
              <a:gd name="connsiteX0" fmla="*/ 103611 w 410942"/>
              <a:gd name="connsiteY0" fmla="*/ 542322 h 542322"/>
              <a:gd name="connsiteX1" fmla="*/ 137797 w 410942"/>
              <a:gd name="connsiteY1" fmla="*/ 538239 h 542322"/>
              <a:gd name="connsiteX2" fmla="*/ 170234 w 410942"/>
              <a:gd name="connsiteY2" fmla="*/ 528729 h 542322"/>
              <a:gd name="connsiteX3" fmla="*/ 195787 w 410942"/>
              <a:gd name="connsiteY3" fmla="*/ 511403 h 542322"/>
              <a:gd name="connsiteX4" fmla="*/ 187328 w 410942"/>
              <a:gd name="connsiteY4" fmla="*/ 491742 h 542322"/>
              <a:gd name="connsiteX5" fmla="*/ 206696 w 410942"/>
              <a:gd name="connsiteY5" fmla="*/ 493142 h 542322"/>
              <a:gd name="connsiteX6" fmla="*/ 201212 w 410942"/>
              <a:gd name="connsiteY6" fmla="*/ 505102 h 542322"/>
              <a:gd name="connsiteX7" fmla="*/ 221339 w 410942"/>
              <a:gd name="connsiteY7" fmla="*/ 504869 h 542322"/>
              <a:gd name="connsiteX8" fmla="*/ 239833 w 410942"/>
              <a:gd name="connsiteY8" fmla="*/ 485150 h 542322"/>
              <a:gd name="connsiteX9" fmla="*/ 253834 w 410942"/>
              <a:gd name="connsiteY9" fmla="*/ 485908 h 542322"/>
              <a:gd name="connsiteX10" fmla="*/ 258385 w 410942"/>
              <a:gd name="connsiteY10" fmla="*/ 467006 h 542322"/>
              <a:gd name="connsiteX11" fmla="*/ 315732 w 410942"/>
              <a:gd name="connsiteY11" fmla="*/ 460589 h 542322"/>
              <a:gd name="connsiteX12" fmla="*/ 320341 w 410942"/>
              <a:gd name="connsiteY12" fmla="*/ 447929 h 542322"/>
              <a:gd name="connsiteX13" fmla="*/ 328917 w 410942"/>
              <a:gd name="connsiteY13" fmla="*/ 462981 h 542322"/>
              <a:gd name="connsiteX14" fmla="*/ 341227 w 410942"/>
              <a:gd name="connsiteY14" fmla="*/ 451022 h 542322"/>
              <a:gd name="connsiteX15" fmla="*/ 352895 w 410942"/>
              <a:gd name="connsiteY15" fmla="*/ 455630 h 542322"/>
              <a:gd name="connsiteX16" fmla="*/ 382239 w 410942"/>
              <a:gd name="connsiteY16" fmla="*/ 455572 h 542322"/>
              <a:gd name="connsiteX17" fmla="*/ 362171 w 410942"/>
              <a:gd name="connsiteY17" fmla="*/ 429844 h 542322"/>
              <a:gd name="connsiteX18" fmla="*/ 376989 w 410942"/>
              <a:gd name="connsiteY18" fmla="*/ 423368 h 542322"/>
              <a:gd name="connsiteX19" fmla="*/ 392390 w 410942"/>
              <a:gd name="connsiteY19" fmla="*/ 404350 h 542322"/>
              <a:gd name="connsiteX20" fmla="*/ 389298 w 410942"/>
              <a:gd name="connsiteY20" fmla="*/ 387898 h 542322"/>
              <a:gd name="connsiteX21" fmla="*/ 405517 w 410942"/>
              <a:gd name="connsiteY21" fmla="*/ 369755 h 542322"/>
              <a:gd name="connsiteX22" fmla="*/ 410942 w 410942"/>
              <a:gd name="connsiteY22" fmla="*/ 349278 h 542322"/>
              <a:gd name="connsiteX23" fmla="*/ 403358 w 410942"/>
              <a:gd name="connsiteY23" fmla="*/ 303715 h 542322"/>
              <a:gd name="connsiteX24" fmla="*/ 390815 w 410942"/>
              <a:gd name="connsiteY24" fmla="*/ 295839 h 542322"/>
              <a:gd name="connsiteX25" fmla="*/ 405517 w 410942"/>
              <a:gd name="connsiteY25" fmla="*/ 286329 h 542322"/>
              <a:gd name="connsiteX26" fmla="*/ 405517 w 410942"/>
              <a:gd name="connsiteY26" fmla="*/ 265969 h 542322"/>
              <a:gd name="connsiteX27" fmla="*/ 392390 w 410942"/>
              <a:gd name="connsiteY27" fmla="*/ 245667 h 542322"/>
              <a:gd name="connsiteX28" fmla="*/ 396241 w 410942"/>
              <a:gd name="connsiteY28" fmla="*/ 225190 h 542322"/>
              <a:gd name="connsiteX29" fmla="*/ 380839 w 410942"/>
              <a:gd name="connsiteY29" fmla="*/ 214222 h 542322"/>
              <a:gd name="connsiteX30" fmla="*/ 388482 w 410942"/>
              <a:gd name="connsiteY30" fmla="*/ 202379 h 542322"/>
              <a:gd name="connsiteX31" fmla="*/ 400733 w 410942"/>
              <a:gd name="connsiteY31" fmla="*/ 204188 h 542322"/>
              <a:gd name="connsiteX32" fmla="*/ 378739 w 410942"/>
              <a:gd name="connsiteY32" fmla="*/ 189486 h 542322"/>
              <a:gd name="connsiteX33" fmla="*/ 364037 w 410942"/>
              <a:gd name="connsiteY33" fmla="*/ 186452 h 542322"/>
              <a:gd name="connsiteX34" fmla="*/ 344844 w 410942"/>
              <a:gd name="connsiteY34" fmla="*/ 148240 h 542322"/>
              <a:gd name="connsiteX35" fmla="*/ 315324 w 410942"/>
              <a:gd name="connsiteY35" fmla="*/ 133480 h 542322"/>
              <a:gd name="connsiteX36" fmla="*/ 303656 w 410942"/>
              <a:gd name="connsiteY36" fmla="*/ 142348 h 542322"/>
              <a:gd name="connsiteX37" fmla="*/ 297822 w 410942"/>
              <a:gd name="connsiteY37" fmla="*/ 170409 h 542322"/>
              <a:gd name="connsiteX38" fmla="*/ 283004 w 410942"/>
              <a:gd name="connsiteY38" fmla="*/ 173326 h 542322"/>
              <a:gd name="connsiteX39" fmla="*/ 240358 w 410942"/>
              <a:gd name="connsiteY39" fmla="*/ 133480 h 542322"/>
              <a:gd name="connsiteX40" fmla="*/ 262410 w 410942"/>
              <a:gd name="connsiteY40" fmla="*/ 87859 h 542322"/>
              <a:gd name="connsiteX41" fmla="*/ 283004 w 410942"/>
              <a:gd name="connsiteY41" fmla="*/ 84942 h 542322"/>
              <a:gd name="connsiteX42" fmla="*/ 288955 w 410942"/>
              <a:gd name="connsiteY42" fmla="*/ 67324 h 542322"/>
              <a:gd name="connsiteX43" fmla="*/ 302431 w 410942"/>
              <a:gd name="connsiteY43" fmla="*/ 59914 h 542322"/>
              <a:gd name="connsiteX44" fmla="*/ 312232 w 410942"/>
              <a:gd name="connsiteY44" fmla="*/ 49588 h 542322"/>
              <a:gd name="connsiteX45" fmla="*/ 302898 w 410942"/>
              <a:gd name="connsiteY45" fmla="*/ 51397 h 542322"/>
              <a:gd name="connsiteX46" fmla="*/ 323433 w 410942"/>
              <a:gd name="connsiteY46" fmla="*/ 35179 h 542322"/>
              <a:gd name="connsiteX47" fmla="*/ 341518 w 410942"/>
              <a:gd name="connsiteY47" fmla="*/ 25086 h 542322"/>
              <a:gd name="connsiteX48" fmla="*/ 319933 w 410942"/>
              <a:gd name="connsiteY48" fmla="*/ 13301 h 542322"/>
              <a:gd name="connsiteX49" fmla="*/ 304823 w 410942"/>
              <a:gd name="connsiteY49" fmla="*/ 0 h 542322"/>
              <a:gd name="connsiteX50" fmla="*/ 311824 w 410942"/>
              <a:gd name="connsiteY50" fmla="*/ 14176 h 542322"/>
              <a:gd name="connsiteX51" fmla="*/ 290997 w 410942"/>
              <a:gd name="connsiteY51" fmla="*/ 14293 h 542322"/>
              <a:gd name="connsiteX52" fmla="*/ 294497 w 410942"/>
              <a:gd name="connsiteY52" fmla="*/ 37337 h 542322"/>
              <a:gd name="connsiteX53" fmla="*/ 279795 w 410942"/>
              <a:gd name="connsiteY53" fmla="*/ 58456 h 542322"/>
              <a:gd name="connsiteX54" fmla="*/ 281662 w 410942"/>
              <a:gd name="connsiteY54" fmla="*/ 44455 h 542322"/>
              <a:gd name="connsiteX55" fmla="*/ 289830 w 410942"/>
              <a:gd name="connsiteY55" fmla="*/ 34595 h 542322"/>
              <a:gd name="connsiteX56" fmla="*/ 279795 w 410942"/>
              <a:gd name="connsiteY56" fmla="*/ 16977 h 542322"/>
              <a:gd name="connsiteX57" fmla="*/ 266261 w 410942"/>
              <a:gd name="connsiteY57" fmla="*/ 19894 h 542322"/>
              <a:gd name="connsiteX58" fmla="*/ 274370 w 410942"/>
              <a:gd name="connsiteY58" fmla="*/ 31212 h 542322"/>
              <a:gd name="connsiteX59" fmla="*/ 258560 w 410942"/>
              <a:gd name="connsiteY59" fmla="*/ 31970 h 542322"/>
              <a:gd name="connsiteX60" fmla="*/ 250159 w 410942"/>
              <a:gd name="connsiteY60" fmla="*/ 23394 h 542322"/>
              <a:gd name="connsiteX61" fmla="*/ 222331 w 410942"/>
              <a:gd name="connsiteY61" fmla="*/ 30687 h 542322"/>
              <a:gd name="connsiteX62" fmla="*/ 221923 w 410942"/>
              <a:gd name="connsiteY62" fmla="*/ 43871 h 542322"/>
              <a:gd name="connsiteX63" fmla="*/ 212997 w 410942"/>
              <a:gd name="connsiteY63" fmla="*/ 44338 h 542322"/>
              <a:gd name="connsiteX64" fmla="*/ 206463 w 410942"/>
              <a:gd name="connsiteY64" fmla="*/ 60848 h 542322"/>
              <a:gd name="connsiteX65" fmla="*/ 220348 w 410942"/>
              <a:gd name="connsiteY65" fmla="*/ 66682 h 542322"/>
              <a:gd name="connsiteX66" fmla="*/ 216497 w 410942"/>
              <a:gd name="connsiteY66" fmla="*/ 74558 h 542322"/>
              <a:gd name="connsiteX67" fmla="*/ 202262 w 410942"/>
              <a:gd name="connsiteY67" fmla="*/ 74908 h 542322"/>
              <a:gd name="connsiteX68" fmla="*/ 203779 w 410942"/>
              <a:gd name="connsiteY68" fmla="*/ 82784 h 542322"/>
              <a:gd name="connsiteX69" fmla="*/ 183711 w 410942"/>
              <a:gd name="connsiteY69" fmla="*/ 87917 h 542322"/>
              <a:gd name="connsiteX70" fmla="*/ 189078 w 410942"/>
              <a:gd name="connsiteY70" fmla="*/ 103961 h 542322"/>
              <a:gd name="connsiteX71" fmla="*/ 211072 w 410942"/>
              <a:gd name="connsiteY71" fmla="*/ 103902 h 542322"/>
              <a:gd name="connsiteX72" fmla="*/ 207688 w 410942"/>
              <a:gd name="connsiteY72" fmla="*/ 109795 h 542322"/>
              <a:gd name="connsiteX73" fmla="*/ 225365 w 410942"/>
              <a:gd name="connsiteY73" fmla="*/ 103902 h 542322"/>
              <a:gd name="connsiteX74" fmla="*/ 237324 w 410942"/>
              <a:gd name="connsiteY74" fmla="*/ 104194 h 542322"/>
              <a:gd name="connsiteX75" fmla="*/ 214222 w 410942"/>
              <a:gd name="connsiteY75" fmla="*/ 128755 h 542322"/>
              <a:gd name="connsiteX76" fmla="*/ 185111 w 410942"/>
              <a:gd name="connsiteY76" fmla="*/ 139548 h 542322"/>
              <a:gd name="connsiteX77" fmla="*/ 195262 w 410942"/>
              <a:gd name="connsiteY77" fmla="*/ 149115 h 542322"/>
              <a:gd name="connsiteX78" fmla="*/ 166675 w 410942"/>
              <a:gd name="connsiteY78" fmla="*/ 154308 h 542322"/>
              <a:gd name="connsiteX79" fmla="*/ 151682 w 410942"/>
              <a:gd name="connsiteY79" fmla="*/ 147657 h 542322"/>
              <a:gd name="connsiteX80" fmla="*/ 139023 w 410942"/>
              <a:gd name="connsiteY80" fmla="*/ 162358 h 542322"/>
              <a:gd name="connsiteX81" fmla="*/ 132780 w 410942"/>
              <a:gd name="connsiteY81" fmla="*/ 143398 h 542322"/>
              <a:gd name="connsiteX82" fmla="*/ 86051 w 410942"/>
              <a:gd name="connsiteY82" fmla="*/ 136572 h 542322"/>
              <a:gd name="connsiteX83" fmla="*/ 86051 w 410942"/>
              <a:gd name="connsiteY83" fmla="*/ 144740 h 542322"/>
              <a:gd name="connsiteX84" fmla="*/ 60206 w 410942"/>
              <a:gd name="connsiteY84" fmla="*/ 137914 h 542322"/>
              <a:gd name="connsiteX85" fmla="*/ 55539 w 410942"/>
              <a:gd name="connsiteY85" fmla="*/ 166092 h 542322"/>
              <a:gd name="connsiteX86" fmla="*/ 68257 w 410942"/>
              <a:gd name="connsiteY86" fmla="*/ 153141 h 542322"/>
              <a:gd name="connsiteX87" fmla="*/ 70999 w 410942"/>
              <a:gd name="connsiteY87" fmla="*/ 170409 h 542322"/>
              <a:gd name="connsiteX88" fmla="*/ 76833 w 410942"/>
              <a:gd name="connsiteY88" fmla="*/ 173385 h 542322"/>
              <a:gd name="connsiteX89" fmla="*/ 82959 w 410942"/>
              <a:gd name="connsiteY89" fmla="*/ 190420 h 542322"/>
              <a:gd name="connsiteX90" fmla="*/ 71407 w 410942"/>
              <a:gd name="connsiteY90" fmla="*/ 190711 h 542322"/>
              <a:gd name="connsiteX91" fmla="*/ 69424 w 410942"/>
              <a:gd name="connsiteY91" fmla="*/ 180910 h 542322"/>
              <a:gd name="connsiteX92" fmla="*/ 44338 w 410942"/>
              <a:gd name="connsiteY92" fmla="*/ 181785 h 542322"/>
              <a:gd name="connsiteX93" fmla="*/ 73274 w 410942"/>
              <a:gd name="connsiteY93" fmla="*/ 202438 h 542322"/>
              <a:gd name="connsiteX94" fmla="*/ 93343 w 410942"/>
              <a:gd name="connsiteY94" fmla="*/ 197245 h 542322"/>
              <a:gd name="connsiteX95" fmla="*/ 99994 w 410942"/>
              <a:gd name="connsiteY95" fmla="*/ 213405 h 542322"/>
              <a:gd name="connsiteX96" fmla="*/ 74558 w 410942"/>
              <a:gd name="connsiteY96" fmla="*/ 218481 h 542322"/>
              <a:gd name="connsiteX97" fmla="*/ 70999 w 410942"/>
              <a:gd name="connsiteY97" fmla="*/ 229857 h 542322"/>
              <a:gd name="connsiteX98" fmla="*/ 78291 w 410942"/>
              <a:gd name="connsiteY98" fmla="*/ 240066 h 542322"/>
              <a:gd name="connsiteX99" fmla="*/ 49763 w 410942"/>
              <a:gd name="connsiteY99" fmla="*/ 240592 h 542322"/>
              <a:gd name="connsiteX100" fmla="*/ 56181 w 410942"/>
              <a:gd name="connsiteY100" fmla="*/ 257860 h 542322"/>
              <a:gd name="connsiteX101" fmla="*/ 46380 w 410942"/>
              <a:gd name="connsiteY101" fmla="*/ 261710 h 542322"/>
              <a:gd name="connsiteX102" fmla="*/ 61373 w 410942"/>
              <a:gd name="connsiteY102" fmla="*/ 271044 h 542322"/>
              <a:gd name="connsiteX103" fmla="*/ 73741 w 410942"/>
              <a:gd name="connsiteY103" fmla="*/ 266727 h 542322"/>
              <a:gd name="connsiteX104" fmla="*/ 66332 w 410942"/>
              <a:gd name="connsiteY104" fmla="*/ 276178 h 542322"/>
              <a:gd name="connsiteX105" fmla="*/ 89493 w 410942"/>
              <a:gd name="connsiteY105" fmla="*/ 271395 h 542322"/>
              <a:gd name="connsiteX106" fmla="*/ 95735 w 410942"/>
              <a:gd name="connsiteY106" fmla="*/ 296364 h 542322"/>
              <a:gd name="connsiteX107" fmla="*/ 150807 w 410942"/>
              <a:gd name="connsiteY107" fmla="*/ 295722 h 542322"/>
              <a:gd name="connsiteX108" fmla="*/ 133072 w 410942"/>
              <a:gd name="connsiteY108" fmla="*/ 313982 h 542322"/>
              <a:gd name="connsiteX109" fmla="*/ 120354 w 410942"/>
              <a:gd name="connsiteY109" fmla="*/ 306106 h 542322"/>
              <a:gd name="connsiteX110" fmla="*/ 99527 w 410942"/>
              <a:gd name="connsiteY110" fmla="*/ 340702 h 542322"/>
              <a:gd name="connsiteX111" fmla="*/ 108861 w 410942"/>
              <a:gd name="connsiteY111" fmla="*/ 339477 h 542322"/>
              <a:gd name="connsiteX112" fmla="*/ 91884 w 410942"/>
              <a:gd name="connsiteY112" fmla="*/ 363163 h 542322"/>
              <a:gd name="connsiteX113" fmla="*/ 56181 w 410942"/>
              <a:gd name="connsiteY113" fmla="*/ 387548 h 542322"/>
              <a:gd name="connsiteX114" fmla="*/ 70532 w 410942"/>
              <a:gd name="connsiteY114" fmla="*/ 387432 h 542322"/>
              <a:gd name="connsiteX115" fmla="*/ 89959 w 410942"/>
              <a:gd name="connsiteY115" fmla="*/ 374947 h 542322"/>
              <a:gd name="connsiteX116" fmla="*/ 101860 w 410942"/>
              <a:gd name="connsiteY116" fmla="*/ 381831 h 542322"/>
              <a:gd name="connsiteX117" fmla="*/ 125721 w 410942"/>
              <a:gd name="connsiteY117" fmla="*/ 382589 h 542322"/>
              <a:gd name="connsiteX118" fmla="*/ 141998 w 410942"/>
              <a:gd name="connsiteY118" fmla="*/ 366254 h 542322"/>
              <a:gd name="connsiteX119" fmla="*/ 143573 w 410942"/>
              <a:gd name="connsiteY119" fmla="*/ 373838 h 542322"/>
              <a:gd name="connsiteX120" fmla="*/ 163642 w 410942"/>
              <a:gd name="connsiteY120" fmla="*/ 375822 h 542322"/>
              <a:gd name="connsiteX121" fmla="*/ 118429 w 410942"/>
              <a:gd name="connsiteY121" fmla="*/ 388073 h 542322"/>
              <a:gd name="connsiteX122" fmla="*/ 85000 w 410942"/>
              <a:gd name="connsiteY122" fmla="*/ 389298 h 542322"/>
              <a:gd name="connsiteX123" fmla="*/ 76833 w 410942"/>
              <a:gd name="connsiteY123" fmla="*/ 402250 h 542322"/>
              <a:gd name="connsiteX124" fmla="*/ 54839 w 410942"/>
              <a:gd name="connsiteY124" fmla="*/ 409484 h 542322"/>
              <a:gd name="connsiteX125" fmla="*/ 62423 w 410942"/>
              <a:gd name="connsiteY125" fmla="*/ 420043 h 542322"/>
              <a:gd name="connsiteX126" fmla="*/ 57406 w 410942"/>
              <a:gd name="connsiteY126" fmla="*/ 429903 h 542322"/>
              <a:gd name="connsiteX127" fmla="*/ 67149 w 410942"/>
              <a:gd name="connsiteY127" fmla="*/ 432645 h 542322"/>
              <a:gd name="connsiteX128" fmla="*/ 50930 w 410942"/>
              <a:gd name="connsiteY128" fmla="*/ 435795 h 542322"/>
              <a:gd name="connsiteX129" fmla="*/ 37045 w 410942"/>
              <a:gd name="connsiteY129" fmla="*/ 423952 h 542322"/>
              <a:gd name="connsiteX130" fmla="*/ 31562 w 410942"/>
              <a:gd name="connsiteY130" fmla="*/ 431944 h 542322"/>
              <a:gd name="connsiteX131" fmla="*/ 27011 w 410942"/>
              <a:gd name="connsiteY131" fmla="*/ 426461 h 542322"/>
              <a:gd name="connsiteX132" fmla="*/ 0 w 410942"/>
              <a:gd name="connsiteY132" fmla="*/ 440637 h 542322"/>
              <a:gd name="connsiteX133" fmla="*/ 2742 w 410942"/>
              <a:gd name="connsiteY133" fmla="*/ 448163 h 542322"/>
              <a:gd name="connsiteX134" fmla="*/ 65223 w 410942"/>
              <a:gd name="connsiteY134" fmla="*/ 444254 h 542322"/>
              <a:gd name="connsiteX135" fmla="*/ 44338 w 410942"/>
              <a:gd name="connsiteY135" fmla="*/ 462047 h 542322"/>
              <a:gd name="connsiteX136" fmla="*/ 18144 w 410942"/>
              <a:gd name="connsiteY136" fmla="*/ 468057 h 542322"/>
              <a:gd name="connsiteX137" fmla="*/ 9276 w 410942"/>
              <a:gd name="connsiteY137" fmla="*/ 489642 h 542322"/>
              <a:gd name="connsiteX138" fmla="*/ 25786 w 410942"/>
              <a:gd name="connsiteY138" fmla="*/ 489642 h 542322"/>
              <a:gd name="connsiteX139" fmla="*/ 29753 w 410942"/>
              <a:gd name="connsiteY139" fmla="*/ 501718 h 542322"/>
              <a:gd name="connsiteX140" fmla="*/ 77183 w 410942"/>
              <a:gd name="connsiteY140" fmla="*/ 486200 h 542322"/>
              <a:gd name="connsiteX141" fmla="*/ 41246 w 410942"/>
              <a:gd name="connsiteY141" fmla="*/ 509477 h 542322"/>
              <a:gd name="connsiteX142" fmla="*/ 26253 w 410942"/>
              <a:gd name="connsiteY142" fmla="*/ 522137 h 542322"/>
              <a:gd name="connsiteX143" fmla="*/ 51689 w 410942"/>
              <a:gd name="connsiteY143" fmla="*/ 522020 h 542322"/>
              <a:gd name="connsiteX144" fmla="*/ 84475 w 410942"/>
              <a:gd name="connsiteY144" fmla="*/ 503760 h 542322"/>
              <a:gd name="connsiteX145" fmla="*/ 82959 w 410942"/>
              <a:gd name="connsiteY145" fmla="*/ 516770 h 542322"/>
              <a:gd name="connsiteX146" fmla="*/ 54839 w 410942"/>
              <a:gd name="connsiteY146" fmla="*/ 529896 h 542322"/>
              <a:gd name="connsiteX147" fmla="*/ 70299 w 410942"/>
              <a:gd name="connsiteY147" fmla="*/ 529721 h 542322"/>
              <a:gd name="connsiteX148" fmla="*/ 65573 w 410942"/>
              <a:gd name="connsiteY148" fmla="*/ 539697 h 542322"/>
              <a:gd name="connsiteX149" fmla="*/ 90601 w 410942"/>
              <a:gd name="connsiteY149" fmla="*/ 533105 h 542322"/>
              <a:gd name="connsiteX150" fmla="*/ 103611 w 410942"/>
              <a:gd name="connsiteY150" fmla="*/ 542322 h 5423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</a:cxnLst>
            <a:rect l="l" t="t" r="r" b="b"/>
            <a:pathLst>
              <a:path w="410942" h="542322">
                <a:moveTo>
                  <a:pt x="103611" y="542322"/>
                </a:moveTo>
                <a:lnTo>
                  <a:pt x="137797" y="538239"/>
                </a:lnTo>
                <a:lnTo>
                  <a:pt x="170234" y="528729"/>
                </a:lnTo>
                <a:lnTo>
                  <a:pt x="195787" y="511403"/>
                </a:lnTo>
                <a:lnTo>
                  <a:pt x="187328" y="491742"/>
                </a:lnTo>
                <a:lnTo>
                  <a:pt x="206696" y="493142"/>
                </a:lnTo>
                <a:lnTo>
                  <a:pt x="201212" y="505102"/>
                </a:lnTo>
                <a:lnTo>
                  <a:pt x="221339" y="504869"/>
                </a:lnTo>
                <a:lnTo>
                  <a:pt x="239833" y="485150"/>
                </a:lnTo>
                <a:lnTo>
                  <a:pt x="253834" y="485908"/>
                </a:lnTo>
                <a:lnTo>
                  <a:pt x="258385" y="467006"/>
                </a:lnTo>
                <a:lnTo>
                  <a:pt x="315732" y="460589"/>
                </a:lnTo>
                <a:lnTo>
                  <a:pt x="320341" y="447929"/>
                </a:lnTo>
                <a:lnTo>
                  <a:pt x="328917" y="462981"/>
                </a:lnTo>
                <a:lnTo>
                  <a:pt x="341227" y="451022"/>
                </a:lnTo>
                <a:lnTo>
                  <a:pt x="352895" y="455630"/>
                </a:lnTo>
                <a:lnTo>
                  <a:pt x="382239" y="455572"/>
                </a:lnTo>
                <a:lnTo>
                  <a:pt x="362171" y="429844"/>
                </a:lnTo>
                <a:lnTo>
                  <a:pt x="376989" y="423368"/>
                </a:lnTo>
                <a:lnTo>
                  <a:pt x="392390" y="404350"/>
                </a:lnTo>
                <a:lnTo>
                  <a:pt x="389298" y="387898"/>
                </a:lnTo>
                <a:lnTo>
                  <a:pt x="405517" y="369755"/>
                </a:lnTo>
                <a:lnTo>
                  <a:pt x="410942" y="349278"/>
                </a:lnTo>
                <a:lnTo>
                  <a:pt x="403358" y="303715"/>
                </a:lnTo>
                <a:lnTo>
                  <a:pt x="390815" y="295839"/>
                </a:lnTo>
                <a:lnTo>
                  <a:pt x="405517" y="286329"/>
                </a:lnTo>
                <a:lnTo>
                  <a:pt x="405517" y="265969"/>
                </a:lnTo>
                <a:lnTo>
                  <a:pt x="392390" y="245667"/>
                </a:lnTo>
                <a:lnTo>
                  <a:pt x="396241" y="225190"/>
                </a:lnTo>
                <a:lnTo>
                  <a:pt x="380839" y="214222"/>
                </a:lnTo>
                <a:lnTo>
                  <a:pt x="388482" y="202379"/>
                </a:lnTo>
                <a:lnTo>
                  <a:pt x="400733" y="204188"/>
                </a:lnTo>
                <a:lnTo>
                  <a:pt x="378739" y="189486"/>
                </a:lnTo>
                <a:lnTo>
                  <a:pt x="364037" y="186452"/>
                </a:lnTo>
                <a:lnTo>
                  <a:pt x="344844" y="148240"/>
                </a:lnTo>
                <a:lnTo>
                  <a:pt x="315324" y="133480"/>
                </a:lnTo>
                <a:lnTo>
                  <a:pt x="303656" y="142348"/>
                </a:lnTo>
                <a:lnTo>
                  <a:pt x="297822" y="170409"/>
                </a:lnTo>
                <a:lnTo>
                  <a:pt x="283004" y="173326"/>
                </a:lnTo>
                <a:lnTo>
                  <a:pt x="240358" y="133480"/>
                </a:lnTo>
                <a:lnTo>
                  <a:pt x="262410" y="87859"/>
                </a:lnTo>
                <a:lnTo>
                  <a:pt x="283004" y="84942"/>
                </a:lnTo>
                <a:lnTo>
                  <a:pt x="288955" y="67324"/>
                </a:lnTo>
                <a:lnTo>
                  <a:pt x="302431" y="59914"/>
                </a:lnTo>
                <a:lnTo>
                  <a:pt x="312232" y="49588"/>
                </a:lnTo>
                <a:lnTo>
                  <a:pt x="302898" y="51397"/>
                </a:lnTo>
                <a:lnTo>
                  <a:pt x="323433" y="35179"/>
                </a:lnTo>
                <a:lnTo>
                  <a:pt x="341518" y="25086"/>
                </a:lnTo>
                <a:lnTo>
                  <a:pt x="319933" y="13301"/>
                </a:lnTo>
                <a:lnTo>
                  <a:pt x="304823" y="0"/>
                </a:lnTo>
                <a:lnTo>
                  <a:pt x="311824" y="14176"/>
                </a:lnTo>
                <a:lnTo>
                  <a:pt x="290997" y="14293"/>
                </a:lnTo>
                <a:lnTo>
                  <a:pt x="294497" y="37337"/>
                </a:lnTo>
                <a:lnTo>
                  <a:pt x="279795" y="58456"/>
                </a:lnTo>
                <a:lnTo>
                  <a:pt x="281662" y="44455"/>
                </a:lnTo>
                <a:lnTo>
                  <a:pt x="289830" y="34595"/>
                </a:lnTo>
                <a:lnTo>
                  <a:pt x="279795" y="16977"/>
                </a:lnTo>
                <a:lnTo>
                  <a:pt x="266261" y="19894"/>
                </a:lnTo>
                <a:lnTo>
                  <a:pt x="274370" y="31212"/>
                </a:lnTo>
                <a:lnTo>
                  <a:pt x="258560" y="31970"/>
                </a:lnTo>
                <a:lnTo>
                  <a:pt x="250159" y="23394"/>
                </a:lnTo>
                <a:lnTo>
                  <a:pt x="222331" y="30687"/>
                </a:lnTo>
                <a:lnTo>
                  <a:pt x="221923" y="43871"/>
                </a:lnTo>
                <a:lnTo>
                  <a:pt x="212997" y="44338"/>
                </a:lnTo>
                <a:lnTo>
                  <a:pt x="206463" y="60848"/>
                </a:lnTo>
                <a:lnTo>
                  <a:pt x="220348" y="66682"/>
                </a:lnTo>
                <a:lnTo>
                  <a:pt x="216497" y="74558"/>
                </a:lnTo>
                <a:lnTo>
                  <a:pt x="202262" y="74908"/>
                </a:lnTo>
                <a:lnTo>
                  <a:pt x="203779" y="82784"/>
                </a:lnTo>
                <a:lnTo>
                  <a:pt x="183711" y="87917"/>
                </a:lnTo>
                <a:lnTo>
                  <a:pt x="189078" y="103961"/>
                </a:lnTo>
                <a:lnTo>
                  <a:pt x="211072" y="103902"/>
                </a:lnTo>
                <a:lnTo>
                  <a:pt x="207688" y="109795"/>
                </a:lnTo>
                <a:lnTo>
                  <a:pt x="225365" y="103902"/>
                </a:lnTo>
                <a:lnTo>
                  <a:pt x="237324" y="104194"/>
                </a:lnTo>
                <a:lnTo>
                  <a:pt x="214222" y="128755"/>
                </a:lnTo>
                <a:lnTo>
                  <a:pt x="185111" y="139548"/>
                </a:lnTo>
                <a:lnTo>
                  <a:pt x="195262" y="149115"/>
                </a:lnTo>
                <a:lnTo>
                  <a:pt x="166675" y="154308"/>
                </a:lnTo>
                <a:lnTo>
                  <a:pt x="151682" y="147657"/>
                </a:lnTo>
                <a:lnTo>
                  <a:pt x="139023" y="162358"/>
                </a:lnTo>
                <a:lnTo>
                  <a:pt x="132780" y="143398"/>
                </a:lnTo>
                <a:lnTo>
                  <a:pt x="86051" y="136572"/>
                </a:lnTo>
                <a:lnTo>
                  <a:pt x="86051" y="144740"/>
                </a:lnTo>
                <a:lnTo>
                  <a:pt x="60206" y="137914"/>
                </a:lnTo>
                <a:lnTo>
                  <a:pt x="55539" y="166092"/>
                </a:lnTo>
                <a:lnTo>
                  <a:pt x="68257" y="153141"/>
                </a:lnTo>
                <a:lnTo>
                  <a:pt x="70999" y="170409"/>
                </a:lnTo>
                <a:lnTo>
                  <a:pt x="76833" y="173385"/>
                </a:lnTo>
                <a:lnTo>
                  <a:pt x="82959" y="190420"/>
                </a:lnTo>
                <a:lnTo>
                  <a:pt x="71407" y="190711"/>
                </a:lnTo>
                <a:lnTo>
                  <a:pt x="69424" y="180910"/>
                </a:lnTo>
                <a:lnTo>
                  <a:pt x="44338" y="181785"/>
                </a:lnTo>
                <a:lnTo>
                  <a:pt x="73274" y="202438"/>
                </a:lnTo>
                <a:lnTo>
                  <a:pt x="93343" y="197245"/>
                </a:lnTo>
                <a:lnTo>
                  <a:pt x="99994" y="213405"/>
                </a:lnTo>
                <a:lnTo>
                  <a:pt x="74558" y="218481"/>
                </a:lnTo>
                <a:lnTo>
                  <a:pt x="70999" y="229857"/>
                </a:lnTo>
                <a:lnTo>
                  <a:pt x="78291" y="240066"/>
                </a:lnTo>
                <a:lnTo>
                  <a:pt x="49763" y="240592"/>
                </a:lnTo>
                <a:lnTo>
                  <a:pt x="56181" y="257860"/>
                </a:lnTo>
                <a:lnTo>
                  <a:pt x="46380" y="261710"/>
                </a:lnTo>
                <a:lnTo>
                  <a:pt x="61373" y="271044"/>
                </a:lnTo>
                <a:lnTo>
                  <a:pt x="73741" y="266727"/>
                </a:lnTo>
                <a:lnTo>
                  <a:pt x="66332" y="276178"/>
                </a:lnTo>
                <a:lnTo>
                  <a:pt x="89493" y="271395"/>
                </a:lnTo>
                <a:lnTo>
                  <a:pt x="95735" y="296364"/>
                </a:lnTo>
                <a:lnTo>
                  <a:pt x="150807" y="295722"/>
                </a:lnTo>
                <a:lnTo>
                  <a:pt x="133072" y="313982"/>
                </a:lnTo>
                <a:lnTo>
                  <a:pt x="120354" y="306106"/>
                </a:lnTo>
                <a:lnTo>
                  <a:pt x="99527" y="340702"/>
                </a:lnTo>
                <a:lnTo>
                  <a:pt x="108861" y="339477"/>
                </a:lnTo>
                <a:lnTo>
                  <a:pt x="91884" y="363163"/>
                </a:lnTo>
                <a:lnTo>
                  <a:pt x="56181" y="387548"/>
                </a:lnTo>
                <a:lnTo>
                  <a:pt x="70532" y="387432"/>
                </a:lnTo>
                <a:lnTo>
                  <a:pt x="89959" y="374947"/>
                </a:lnTo>
                <a:lnTo>
                  <a:pt x="101860" y="381831"/>
                </a:lnTo>
                <a:lnTo>
                  <a:pt x="125721" y="382589"/>
                </a:lnTo>
                <a:lnTo>
                  <a:pt x="141998" y="366254"/>
                </a:lnTo>
                <a:lnTo>
                  <a:pt x="143573" y="373838"/>
                </a:lnTo>
                <a:lnTo>
                  <a:pt x="163642" y="375822"/>
                </a:lnTo>
                <a:lnTo>
                  <a:pt x="118429" y="388073"/>
                </a:lnTo>
                <a:lnTo>
                  <a:pt x="85000" y="389298"/>
                </a:lnTo>
                <a:lnTo>
                  <a:pt x="76833" y="402250"/>
                </a:lnTo>
                <a:lnTo>
                  <a:pt x="54839" y="409484"/>
                </a:lnTo>
                <a:lnTo>
                  <a:pt x="62423" y="420043"/>
                </a:lnTo>
                <a:lnTo>
                  <a:pt x="57406" y="429903"/>
                </a:lnTo>
                <a:lnTo>
                  <a:pt x="67149" y="432645"/>
                </a:lnTo>
                <a:lnTo>
                  <a:pt x="50930" y="435795"/>
                </a:lnTo>
                <a:lnTo>
                  <a:pt x="37045" y="423952"/>
                </a:lnTo>
                <a:lnTo>
                  <a:pt x="31562" y="431944"/>
                </a:lnTo>
                <a:lnTo>
                  <a:pt x="27011" y="426461"/>
                </a:lnTo>
                <a:lnTo>
                  <a:pt x="0" y="440637"/>
                </a:lnTo>
                <a:lnTo>
                  <a:pt x="2742" y="448163"/>
                </a:lnTo>
                <a:lnTo>
                  <a:pt x="65223" y="444254"/>
                </a:lnTo>
                <a:lnTo>
                  <a:pt x="44338" y="462047"/>
                </a:lnTo>
                <a:lnTo>
                  <a:pt x="18144" y="468057"/>
                </a:lnTo>
                <a:lnTo>
                  <a:pt x="9276" y="489642"/>
                </a:lnTo>
                <a:lnTo>
                  <a:pt x="25786" y="489642"/>
                </a:lnTo>
                <a:lnTo>
                  <a:pt x="29753" y="501718"/>
                </a:lnTo>
                <a:lnTo>
                  <a:pt x="77183" y="486200"/>
                </a:lnTo>
                <a:lnTo>
                  <a:pt x="41246" y="509477"/>
                </a:lnTo>
                <a:lnTo>
                  <a:pt x="26253" y="522137"/>
                </a:lnTo>
                <a:lnTo>
                  <a:pt x="51689" y="522020"/>
                </a:lnTo>
                <a:lnTo>
                  <a:pt x="84475" y="503760"/>
                </a:lnTo>
                <a:lnTo>
                  <a:pt x="82959" y="516770"/>
                </a:lnTo>
                <a:lnTo>
                  <a:pt x="54839" y="529896"/>
                </a:lnTo>
                <a:lnTo>
                  <a:pt x="70299" y="529721"/>
                </a:lnTo>
                <a:lnTo>
                  <a:pt x="65573" y="539697"/>
                </a:lnTo>
                <a:lnTo>
                  <a:pt x="90601" y="533105"/>
                </a:lnTo>
                <a:lnTo>
                  <a:pt x="103611" y="542322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4" name="Freeform: Shape 19042">
            <a:extLst>
              <a:ext uri="{FF2B5EF4-FFF2-40B4-BE49-F238E27FC236}">
                <a16:creationId xmlns:a16="http://schemas.microsoft.com/office/drawing/2014/main" id="{13EE53C1-1D55-AD08-6CF3-0B5AC7AE8E3F}"/>
              </a:ext>
            </a:extLst>
          </p:cNvPr>
          <p:cNvSpPr/>
          <p:nvPr/>
        </p:nvSpPr>
        <p:spPr>
          <a:xfrm>
            <a:off x="6206943" y="2757633"/>
            <a:ext cx="881040" cy="1614249"/>
          </a:xfrm>
          <a:custGeom>
            <a:avLst/>
            <a:gdLst>
              <a:gd name="connsiteX0" fmla="*/ 160375 w 881040"/>
              <a:gd name="connsiteY0" fmla="*/ 1040015 h 1614249"/>
              <a:gd name="connsiteX1" fmla="*/ 138381 w 881040"/>
              <a:gd name="connsiteY1" fmla="*/ 1025314 h 1614249"/>
              <a:gd name="connsiteX2" fmla="*/ 123679 w 881040"/>
              <a:gd name="connsiteY2" fmla="*/ 1022222 h 1614249"/>
              <a:gd name="connsiteX3" fmla="*/ 104486 w 881040"/>
              <a:gd name="connsiteY3" fmla="*/ 984068 h 1614249"/>
              <a:gd name="connsiteX4" fmla="*/ 74966 w 881040"/>
              <a:gd name="connsiteY4" fmla="*/ 969308 h 1614249"/>
              <a:gd name="connsiteX5" fmla="*/ 63298 w 881040"/>
              <a:gd name="connsiteY5" fmla="*/ 978175 h 1614249"/>
              <a:gd name="connsiteX6" fmla="*/ 57464 w 881040"/>
              <a:gd name="connsiteY6" fmla="*/ 1006237 h 1614249"/>
              <a:gd name="connsiteX7" fmla="*/ 42646 w 881040"/>
              <a:gd name="connsiteY7" fmla="*/ 1009154 h 1614249"/>
              <a:gd name="connsiteX8" fmla="*/ 0 w 881040"/>
              <a:gd name="connsiteY8" fmla="*/ 969308 h 1614249"/>
              <a:gd name="connsiteX9" fmla="*/ 22052 w 881040"/>
              <a:gd name="connsiteY9" fmla="*/ 923687 h 1614249"/>
              <a:gd name="connsiteX10" fmla="*/ 42646 w 881040"/>
              <a:gd name="connsiteY10" fmla="*/ 920770 h 1614249"/>
              <a:gd name="connsiteX11" fmla="*/ 48597 w 881040"/>
              <a:gd name="connsiteY11" fmla="*/ 903151 h 1614249"/>
              <a:gd name="connsiteX12" fmla="*/ 62073 w 881040"/>
              <a:gd name="connsiteY12" fmla="*/ 895742 h 1614249"/>
              <a:gd name="connsiteX13" fmla="*/ 71874 w 881040"/>
              <a:gd name="connsiteY13" fmla="*/ 885416 h 1614249"/>
              <a:gd name="connsiteX14" fmla="*/ 91126 w 881040"/>
              <a:gd name="connsiteY14" fmla="*/ 881682 h 1614249"/>
              <a:gd name="connsiteX15" fmla="*/ 97310 w 881040"/>
              <a:gd name="connsiteY15" fmla="*/ 874565 h 1614249"/>
              <a:gd name="connsiteX16" fmla="*/ 108861 w 881040"/>
              <a:gd name="connsiteY16" fmla="*/ 873398 h 1614249"/>
              <a:gd name="connsiteX17" fmla="*/ 128230 w 881040"/>
              <a:gd name="connsiteY17" fmla="*/ 860738 h 1614249"/>
              <a:gd name="connsiteX18" fmla="*/ 159091 w 881040"/>
              <a:gd name="connsiteY18" fmla="*/ 863772 h 1614249"/>
              <a:gd name="connsiteX19" fmla="*/ 174201 w 881040"/>
              <a:gd name="connsiteY19" fmla="*/ 871881 h 1614249"/>
              <a:gd name="connsiteX20" fmla="*/ 176126 w 881040"/>
              <a:gd name="connsiteY20" fmla="*/ 890666 h 1614249"/>
              <a:gd name="connsiteX21" fmla="*/ 205763 w 881040"/>
              <a:gd name="connsiteY21" fmla="*/ 932962 h 1614249"/>
              <a:gd name="connsiteX22" fmla="*/ 190770 w 881040"/>
              <a:gd name="connsiteY22" fmla="*/ 943930 h 1614249"/>
              <a:gd name="connsiteX23" fmla="*/ 218189 w 881040"/>
              <a:gd name="connsiteY23" fmla="*/ 945506 h 1614249"/>
              <a:gd name="connsiteX24" fmla="*/ 224315 w 881040"/>
              <a:gd name="connsiteY24" fmla="*/ 990135 h 1614249"/>
              <a:gd name="connsiteX25" fmla="*/ 212705 w 881040"/>
              <a:gd name="connsiteY25" fmla="*/ 955190 h 1614249"/>
              <a:gd name="connsiteX26" fmla="*/ 201562 w 881040"/>
              <a:gd name="connsiteY26" fmla="*/ 956823 h 1614249"/>
              <a:gd name="connsiteX27" fmla="*/ 207338 w 881040"/>
              <a:gd name="connsiteY27" fmla="*/ 968491 h 1614249"/>
              <a:gd name="connsiteX28" fmla="*/ 201562 w 881040"/>
              <a:gd name="connsiteY28" fmla="*/ 984243 h 1614249"/>
              <a:gd name="connsiteX29" fmla="*/ 216614 w 881040"/>
              <a:gd name="connsiteY29" fmla="*/ 987160 h 1614249"/>
              <a:gd name="connsiteX30" fmla="*/ 213289 w 881040"/>
              <a:gd name="connsiteY30" fmla="*/ 1004195 h 1614249"/>
              <a:gd name="connsiteX31" fmla="*/ 189253 w 881040"/>
              <a:gd name="connsiteY31" fmla="*/ 1001045 h 1614249"/>
              <a:gd name="connsiteX32" fmla="*/ 187794 w 881040"/>
              <a:gd name="connsiteY32" fmla="*/ 1015221 h 1614249"/>
              <a:gd name="connsiteX33" fmla="*/ 172276 w 881040"/>
              <a:gd name="connsiteY33" fmla="*/ 1027822 h 1614249"/>
              <a:gd name="connsiteX34" fmla="*/ 163117 w 881040"/>
              <a:gd name="connsiteY34" fmla="*/ 1025605 h 1614249"/>
              <a:gd name="connsiteX35" fmla="*/ 164517 w 881040"/>
              <a:gd name="connsiteY35" fmla="*/ 1040482 h 1614249"/>
              <a:gd name="connsiteX36" fmla="*/ 160491 w 881040"/>
              <a:gd name="connsiteY36" fmla="*/ 1040015 h 1614249"/>
              <a:gd name="connsiteX37" fmla="*/ 588177 w 881040"/>
              <a:gd name="connsiteY37" fmla="*/ 144448 h 1614249"/>
              <a:gd name="connsiteX38" fmla="*/ 596928 w 881040"/>
              <a:gd name="connsiteY38" fmla="*/ 127821 h 1614249"/>
              <a:gd name="connsiteX39" fmla="*/ 602820 w 881040"/>
              <a:gd name="connsiteY39" fmla="*/ 133597 h 1614249"/>
              <a:gd name="connsiteX40" fmla="*/ 588177 w 881040"/>
              <a:gd name="connsiteY40" fmla="*/ 144448 h 1614249"/>
              <a:gd name="connsiteX41" fmla="*/ 626389 w 881040"/>
              <a:gd name="connsiteY41" fmla="*/ 22927 h 1614249"/>
              <a:gd name="connsiteX42" fmla="*/ 620847 w 881040"/>
              <a:gd name="connsiteY42" fmla="*/ 13418 h 1614249"/>
              <a:gd name="connsiteX43" fmla="*/ 634207 w 881040"/>
              <a:gd name="connsiteY43" fmla="*/ 0 h 1614249"/>
              <a:gd name="connsiteX44" fmla="*/ 626389 w 881040"/>
              <a:gd name="connsiteY44" fmla="*/ 22869 h 1614249"/>
              <a:gd name="connsiteX45" fmla="*/ 584093 w 881040"/>
              <a:gd name="connsiteY45" fmla="*/ 70182 h 1614249"/>
              <a:gd name="connsiteX46" fmla="*/ 586310 w 881040"/>
              <a:gd name="connsiteY46" fmla="*/ 45738 h 1614249"/>
              <a:gd name="connsiteX47" fmla="*/ 572775 w 881040"/>
              <a:gd name="connsiteY47" fmla="*/ 49122 h 1614249"/>
              <a:gd name="connsiteX48" fmla="*/ 568983 w 881040"/>
              <a:gd name="connsiteY48" fmla="*/ 61723 h 1614249"/>
              <a:gd name="connsiteX49" fmla="*/ 584093 w 881040"/>
              <a:gd name="connsiteY49" fmla="*/ 70182 h 1614249"/>
              <a:gd name="connsiteX50" fmla="*/ 606496 w 881040"/>
              <a:gd name="connsiteY50" fmla="*/ 56472 h 1614249"/>
              <a:gd name="connsiteX51" fmla="*/ 595820 w 881040"/>
              <a:gd name="connsiteY51" fmla="*/ 45505 h 1614249"/>
              <a:gd name="connsiteX52" fmla="*/ 603870 w 881040"/>
              <a:gd name="connsiteY52" fmla="*/ 33603 h 1614249"/>
              <a:gd name="connsiteX53" fmla="*/ 605504 w 881040"/>
              <a:gd name="connsiteY53" fmla="*/ 20827 h 1614249"/>
              <a:gd name="connsiteX54" fmla="*/ 612738 w 881040"/>
              <a:gd name="connsiteY54" fmla="*/ 26369 h 1614249"/>
              <a:gd name="connsiteX55" fmla="*/ 613146 w 881040"/>
              <a:gd name="connsiteY55" fmla="*/ 49238 h 1614249"/>
              <a:gd name="connsiteX56" fmla="*/ 606496 w 881040"/>
              <a:gd name="connsiteY56" fmla="*/ 56589 h 1614249"/>
              <a:gd name="connsiteX57" fmla="*/ 596578 w 881040"/>
              <a:gd name="connsiteY57" fmla="*/ 117087 h 1614249"/>
              <a:gd name="connsiteX58" fmla="*/ 588410 w 881040"/>
              <a:gd name="connsiteY58" fmla="*/ 100752 h 1614249"/>
              <a:gd name="connsiteX59" fmla="*/ 564200 w 881040"/>
              <a:gd name="connsiteY59" fmla="*/ 100110 h 1614249"/>
              <a:gd name="connsiteX60" fmla="*/ 556382 w 881040"/>
              <a:gd name="connsiteY60" fmla="*/ 89668 h 1614249"/>
              <a:gd name="connsiteX61" fmla="*/ 568925 w 881040"/>
              <a:gd name="connsiteY61" fmla="*/ 84475 h 1614249"/>
              <a:gd name="connsiteX62" fmla="*/ 589577 w 881040"/>
              <a:gd name="connsiteY62" fmla="*/ 86809 h 1614249"/>
              <a:gd name="connsiteX63" fmla="*/ 591677 w 881040"/>
              <a:gd name="connsiteY63" fmla="*/ 77125 h 1614249"/>
              <a:gd name="connsiteX64" fmla="*/ 587069 w 881040"/>
              <a:gd name="connsiteY64" fmla="*/ 70124 h 1614249"/>
              <a:gd name="connsiteX65" fmla="*/ 592844 w 881040"/>
              <a:gd name="connsiteY65" fmla="*/ 64173 h 1614249"/>
              <a:gd name="connsiteX66" fmla="*/ 604279 w 881040"/>
              <a:gd name="connsiteY66" fmla="*/ 70124 h 1614249"/>
              <a:gd name="connsiteX67" fmla="*/ 618280 w 881040"/>
              <a:gd name="connsiteY67" fmla="*/ 74908 h 1614249"/>
              <a:gd name="connsiteX68" fmla="*/ 609821 w 881040"/>
              <a:gd name="connsiteY68" fmla="*/ 83717 h 1614249"/>
              <a:gd name="connsiteX69" fmla="*/ 612505 w 881040"/>
              <a:gd name="connsiteY69" fmla="*/ 94918 h 1614249"/>
              <a:gd name="connsiteX70" fmla="*/ 603287 w 881040"/>
              <a:gd name="connsiteY70" fmla="*/ 104719 h 1614249"/>
              <a:gd name="connsiteX71" fmla="*/ 607662 w 881040"/>
              <a:gd name="connsiteY71" fmla="*/ 120937 h 1614249"/>
              <a:gd name="connsiteX72" fmla="*/ 596636 w 881040"/>
              <a:gd name="connsiteY72" fmla="*/ 116970 h 1614249"/>
              <a:gd name="connsiteX73" fmla="*/ 794232 w 881040"/>
              <a:gd name="connsiteY73" fmla="*/ 1396877 h 1614249"/>
              <a:gd name="connsiteX74" fmla="*/ 806249 w 881040"/>
              <a:gd name="connsiteY74" fmla="*/ 1403119 h 1614249"/>
              <a:gd name="connsiteX75" fmla="*/ 816867 w 881040"/>
              <a:gd name="connsiteY75" fmla="*/ 1400377 h 1614249"/>
              <a:gd name="connsiteX76" fmla="*/ 810858 w 881040"/>
              <a:gd name="connsiteY76" fmla="*/ 1393143 h 1614249"/>
              <a:gd name="connsiteX77" fmla="*/ 801291 w 881040"/>
              <a:gd name="connsiteY77" fmla="*/ 1393143 h 1614249"/>
              <a:gd name="connsiteX78" fmla="*/ 794232 w 881040"/>
              <a:gd name="connsiteY78" fmla="*/ 1396935 h 1614249"/>
              <a:gd name="connsiteX79" fmla="*/ 585027 w 881040"/>
              <a:gd name="connsiteY79" fmla="*/ 1512914 h 1614249"/>
              <a:gd name="connsiteX80" fmla="*/ 612038 w 881040"/>
              <a:gd name="connsiteY80" fmla="*/ 1498796 h 1614249"/>
              <a:gd name="connsiteX81" fmla="*/ 622131 w 881040"/>
              <a:gd name="connsiteY81" fmla="*/ 1506088 h 1614249"/>
              <a:gd name="connsiteX82" fmla="*/ 632165 w 881040"/>
              <a:gd name="connsiteY82" fmla="*/ 1504863 h 1614249"/>
              <a:gd name="connsiteX83" fmla="*/ 625573 w 881040"/>
              <a:gd name="connsiteY83" fmla="*/ 1516297 h 1614249"/>
              <a:gd name="connsiteX84" fmla="*/ 625573 w 881040"/>
              <a:gd name="connsiteY84" fmla="*/ 1523473 h 1614249"/>
              <a:gd name="connsiteX85" fmla="*/ 612038 w 881040"/>
              <a:gd name="connsiteY85" fmla="*/ 1525807 h 1614249"/>
              <a:gd name="connsiteX86" fmla="*/ 598211 w 881040"/>
              <a:gd name="connsiteY86" fmla="*/ 1515773 h 1614249"/>
              <a:gd name="connsiteX87" fmla="*/ 585027 w 881040"/>
              <a:gd name="connsiteY87" fmla="*/ 1512914 h 1614249"/>
              <a:gd name="connsiteX88" fmla="*/ 255176 w 881040"/>
              <a:gd name="connsiteY88" fmla="*/ 770429 h 1614249"/>
              <a:gd name="connsiteX89" fmla="*/ 253601 w 881040"/>
              <a:gd name="connsiteY89" fmla="*/ 784139 h 1614249"/>
              <a:gd name="connsiteX90" fmla="*/ 264802 w 881040"/>
              <a:gd name="connsiteY90" fmla="*/ 793532 h 1614249"/>
              <a:gd name="connsiteX91" fmla="*/ 263694 w 881040"/>
              <a:gd name="connsiteY91" fmla="*/ 779005 h 1614249"/>
              <a:gd name="connsiteX92" fmla="*/ 255176 w 881040"/>
              <a:gd name="connsiteY92" fmla="*/ 770429 h 1614249"/>
              <a:gd name="connsiteX93" fmla="*/ 159791 w 881040"/>
              <a:gd name="connsiteY93" fmla="*/ 753977 h 1614249"/>
              <a:gd name="connsiteX94" fmla="*/ 165975 w 881040"/>
              <a:gd name="connsiteY94" fmla="*/ 734784 h 1614249"/>
              <a:gd name="connsiteX95" fmla="*/ 168717 w 881040"/>
              <a:gd name="connsiteY95" fmla="*/ 744818 h 1614249"/>
              <a:gd name="connsiteX96" fmla="*/ 159733 w 881040"/>
              <a:gd name="connsiteY96" fmla="*/ 753919 h 1614249"/>
              <a:gd name="connsiteX97" fmla="*/ 103202 w 881040"/>
              <a:gd name="connsiteY97" fmla="*/ 690796 h 1614249"/>
              <a:gd name="connsiteX98" fmla="*/ 104661 w 881040"/>
              <a:gd name="connsiteY98" fmla="*/ 676153 h 1614249"/>
              <a:gd name="connsiteX99" fmla="*/ 120937 w 881040"/>
              <a:gd name="connsiteY99" fmla="*/ 677320 h 1614249"/>
              <a:gd name="connsiteX100" fmla="*/ 103202 w 881040"/>
              <a:gd name="connsiteY100" fmla="*/ 690796 h 1614249"/>
              <a:gd name="connsiteX101" fmla="*/ 128230 w 881040"/>
              <a:gd name="connsiteY101" fmla="*/ 670319 h 1614249"/>
              <a:gd name="connsiteX102" fmla="*/ 145498 w 881040"/>
              <a:gd name="connsiteY102" fmla="*/ 649025 h 1614249"/>
              <a:gd name="connsiteX103" fmla="*/ 141298 w 881040"/>
              <a:gd name="connsiteY103" fmla="*/ 664368 h 1614249"/>
              <a:gd name="connsiteX104" fmla="*/ 128230 w 881040"/>
              <a:gd name="connsiteY104" fmla="*/ 670319 h 1614249"/>
              <a:gd name="connsiteX105" fmla="*/ 169534 w 881040"/>
              <a:gd name="connsiteY105" fmla="*/ 630006 h 1614249"/>
              <a:gd name="connsiteX106" fmla="*/ 178343 w 881040"/>
              <a:gd name="connsiteY106" fmla="*/ 620672 h 1614249"/>
              <a:gd name="connsiteX107" fmla="*/ 168776 w 881040"/>
              <a:gd name="connsiteY107" fmla="*/ 620672 h 1614249"/>
              <a:gd name="connsiteX108" fmla="*/ 169534 w 881040"/>
              <a:gd name="connsiteY108" fmla="*/ 630006 h 1614249"/>
              <a:gd name="connsiteX109" fmla="*/ 150224 w 881040"/>
              <a:gd name="connsiteY109" fmla="*/ 603462 h 1614249"/>
              <a:gd name="connsiteX110" fmla="*/ 158333 w 881040"/>
              <a:gd name="connsiteY110" fmla="*/ 619564 h 1614249"/>
              <a:gd name="connsiteX111" fmla="*/ 165159 w 881040"/>
              <a:gd name="connsiteY111" fmla="*/ 613146 h 1614249"/>
              <a:gd name="connsiteX112" fmla="*/ 159791 w 881040"/>
              <a:gd name="connsiteY112" fmla="*/ 601945 h 1614249"/>
              <a:gd name="connsiteX113" fmla="*/ 150224 w 881040"/>
              <a:gd name="connsiteY113" fmla="*/ 603462 h 1614249"/>
              <a:gd name="connsiteX114" fmla="*/ 414968 w 881040"/>
              <a:gd name="connsiteY114" fmla="*/ 301206 h 1614249"/>
              <a:gd name="connsiteX115" fmla="*/ 422960 w 881040"/>
              <a:gd name="connsiteY115" fmla="*/ 309607 h 1614249"/>
              <a:gd name="connsiteX116" fmla="*/ 424535 w 881040"/>
              <a:gd name="connsiteY116" fmla="*/ 299397 h 1614249"/>
              <a:gd name="connsiteX117" fmla="*/ 414968 w 881040"/>
              <a:gd name="connsiteY117" fmla="*/ 301206 h 1614249"/>
              <a:gd name="connsiteX118" fmla="*/ 394491 w 881040"/>
              <a:gd name="connsiteY118" fmla="*/ 308557 h 1614249"/>
              <a:gd name="connsiteX119" fmla="*/ 409425 w 881040"/>
              <a:gd name="connsiteY119" fmla="*/ 307273 h 1614249"/>
              <a:gd name="connsiteX120" fmla="*/ 421560 w 881040"/>
              <a:gd name="connsiteY120" fmla="*/ 318999 h 1614249"/>
              <a:gd name="connsiteX121" fmla="*/ 414268 w 881040"/>
              <a:gd name="connsiteY121" fmla="*/ 327750 h 1614249"/>
              <a:gd name="connsiteX122" fmla="*/ 436145 w 881040"/>
              <a:gd name="connsiteY122" fmla="*/ 325650 h 1614249"/>
              <a:gd name="connsiteX123" fmla="*/ 435736 w 881040"/>
              <a:gd name="connsiteY123" fmla="*/ 340993 h 1614249"/>
              <a:gd name="connsiteX124" fmla="*/ 425294 w 881040"/>
              <a:gd name="connsiteY124" fmla="*/ 334343 h 1614249"/>
              <a:gd name="connsiteX125" fmla="*/ 406392 w 881040"/>
              <a:gd name="connsiteY125" fmla="*/ 336735 h 1614249"/>
              <a:gd name="connsiteX126" fmla="*/ 405225 w 881040"/>
              <a:gd name="connsiteY126" fmla="*/ 322150 h 1614249"/>
              <a:gd name="connsiteX127" fmla="*/ 401025 w 881040"/>
              <a:gd name="connsiteY127" fmla="*/ 334459 h 1614249"/>
              <a:gd name="connsiteX128" fmla="*/ 394491 w 881040"/>
              <a:gd name="connsiteY128" fmla="*/ 326992 h 1614249"/>
              <a:gd name="connsiteX129" fmla="*/ 394491 w 881040"/>
              <a:gd name="connsiteY129" fmla="*/ 308557 h 1614249"/>
              <a:gd name="connsiteX130" fmla="*/ 392740 w 881040"/>
              <a:gd name="connsiteY130" fmla="*/ 342277 h 1614249"/>
              <a:gd name="connsiteX131" fmla="*/ 404058 w 881040"/>
              <a:gd name="connsiteY131" fmla="*/ 359895 h 1614249"/>
              <a:gd name="connsiteX132" fmla="*/ 408259 w 881040"/>
              <a:gd name="connsiteY132" fmla="*/ 350444 h 1614249"/>
              <a:gd name="connsiteX133" fmla="*/ 401783 w 881040"/>
              <a:gd name="connsiteY133" fmla="*/ 340293 h 1614249"/>
              <a:gd name="connsiteX134" fmla="*/ 392740 w 881040"/>
              <a:gd name="connsiteY134" fmla="*/ 342335 h 1614249"/>
              <a:gd name="connsiteX135" fmla="*/ 101627 w 881040"/>
              <a:gd name="connsiteY135" fmla="*/ 464964 h 1614249"/>
              <a:gd name="connsiteX136" fmla="*/ 110436 w 881040"/>
              <a:gd name="connsiteY136" fmla="*/ 457905 h 1614249"/>
              <a:gd name="connsiteX137" fmla="*/ 99585 w 881040"/>
              <a:gd name="connsiteY137" fmla="*/ 446471 h 1614249"/>
              <a:gd name="connsiteX138" fmla="*/ 110786 w 881040"/>
              <a:gd name="connsiteY138" fmla="*/ 432353 h 1614249"/>
              <a:gd name="connsiteX139" fmla="*/ 131964 w 881040"/>
              <a:gd name="connsiteY139" fmla="*/ 442095 h 1614249"/>
              <a:gd name="connsiteX140" fmla="*/ 127005 w 881040"/>
              <a:gd name="connsiteY140" fmla="*/ 426811 h 1614249"/>
              <a:gd name="connsiteX141" fmla="*/ 172568 w 881040"/>
              <a:gd name="connsiteY141" fmla="*/ 394491 h 1614249"/>
              <a:gd name="connsiteX142" fmla="*/ 175776 w 881040"/>
              <a:gd name="connsiteY142" fmla="*/ 420743 h 1614249"/>
              <a:gd name="connsiteX143" fmla="*/ 158391 w 881040"/>
              <a:gd name="connsiteY143" fmla="*/ 436845 h 1614249"/>
              <a:gd name="connsiteX144" fmla="*/ 152557 w 881040"/>
              <a:gd name="connsiteY144" fmla="*/ 451780 h 1614249"/>
              <a:gd name="connsiteX145" fmla="*/ 158741 w 881040"/>
              <a:gd name="connsiteY145" fmla="*/ 456447 h 1614249"/>
              <a:gd name="connsiteX146" fmla="*/ 146082 w 881040"/>
              <a:gd name="connsiteY146" fmla="*/ 474532 h 1614249"/>
              <a:gd name="connsiteX147" fmla="*/ 128347 w 881040"/>
              <a:gd name="connsiteY147" fmla="*/ 469982 h 1614249"/>
              <a:gd name="connsiteX148" fmla="*/ 110903 w 881040"/>
              <a:gd name="connsiteY148" fmla="*/ 472724 h 1614249"/>
              <a:gd name="connsiteX149" fmla="*/ 101744 w 881040"/>
              <a:gd name="connsiteY149" fmla="*/ 465023 h 1614249"/>
              <a:gd name="connsiteX150" fmla="*/ 100344 w 881040"/>
              <a:gd name="connsiteY150" fmla="*/ 494134 h 1614249"/>
              <a:gd name="connsiteX151" fmla="*/ 113120 w 881040"/>
              <a:gd name="connsiteY151" fmla="*/ 503760 h 1614249"/>
              <a:gd name="connsiteX152" fmla="*/ 135522 w 881040"/>
              <a:gd name="connsiteY152" fmla="*/ 484041 h 1614249"/>
              <a:gd name="connsiteX153" fmla="*/ 119712 w 881040"/>
              <a:gd name="connsiteY153" fmla="*/ 477449 h 1614249"/>
              <a:gd name="connsiteX154" fmla="*/ 111253 w 881040"/>
              <a:gd name="connsiteY154" fmla="*/ 481766 h 1614249"/>
              <a:gd name="connsiteX155" fmla="*/ 107403 w 881040"/>
              <a:gd name="connsiteY155" fmla="*/ 490109 h 1614249"/>
              <a:gd name="connsiteX156" fmla="*/ 100402 w 881040"/>
              <a:gd name="connsiteY156" fmla="*/ 494134 h 1614249"/>
              <a:gd name="connsiteX157" fmla="*/ 95852 w 881040"/>
              <a:gd name="connsiteY157" fmla="*/ 526162 h 1614249"/>
              <a:gd name="connsiteX158" fmla="*/ 77941 w 881040"/>
              <a:gd name="connsiteY158" fmla="*/ 530596 h 1614249"/>
              <a:gd name="connsiteX159" fmla="*/ 64057 w 881040"/>
              <a:gd name="connsiteY159" fmla="*/ 516536 h 1614249"/>
              <a:gd name="connsiteX160" fmla="*/ 71874 w 881040"/>
              <a:gd name="connsiteY160" fmla="*/ 512161 h 1614249"/>
              <a:gd name="connsiteX161" fmla="*/ 96902 w 881040"/>
              <a:gd name="connsiteY161" fmla="*/ 514903 h 1614249"/>
              <a:gd name="connsiteX162" fmla="*/ 95793 w 881040"/>
              <a:gd name="connsiteY162" fmla="*/ 526221 h 1614249"/>
              <a:gd name="connsiteX163" fmla="*/ 85759 w 881040"/>
              <a:gd name="connsiteY163" fmla="*/ 549265 h 1614249"/>
              <a:gd name="connsiteX164" fmla="*/ 73099 w 881040"/>
              <a:gd name="connsiteY164" fmla="*/ 544306 h 1614249"/>
              <a:gd name="connsiteX165" fmla="*/ 73099 w 881040"/>
              <a:gd name="connsiteY165" fmla="*/ 537947 h 1614249"/>
              <a:gd name="connsiteX166" fmla="*/ 91184 w 881040"/>
              <a:gd name="connsiteY166" fmla="*/ 535088 h 1614249"/>
              <a:gd name="connsiteX167" fmla="*/ 85759 w 881040"/>
              <a:gd name="connsiteY167" fmla="*/ 549265 h 1614249"/>
              <a:gd name="connsiteX168" fmla="*/ 67557 w 881040"/>
              <a:gd name="connsiteY168" fmla="*/ 598795 h 1614249"/>
              <a:gd name="connsiteX169" fmla="*/ 72166 w 881040"/>
              <a:gd name="connsiteY169" fmla="*/ 611338 h 1614249"/>
              <a:gd name="connsiteX170" fmla="*/ 58689 w 881040"/>
              <a:gd name="connsiteY170" fmla="*/ 619622 h 1614249"/>
              <a:gd name="connsiteX171" fmla="*/ 59448 w 881040"/>
              <a:gd name="connsiteY171" fmla="*/ 609004 h 1614249"/>
              <a:gd name="connsiteX172" fmla="*/ 67557 w 881040"/>
              <a:gd name="connsiteY172" fmla="*/ 598853 h 1614249"/>
              <a:gd name="connsiteX173" fmla="*/ 84884 w 881040"/>
              <a:gd name="connsiteY173" fmla="*/ 592086 h 1614249"/>
              <a:gd name="connsiteX174" fmla="*/ 81150 w 881040"/>
              <a:gd name="connsiteY174" fmla="*/ 575109 h 1614249"/>
              <a:gd name="connsiteX175" fmla="*/ 86109 w 881040"/>
              <a:gd name="connsiteY175" fmla="*/ 565717 h 1614249"/>
              <a:gd name="connsiteX176" fmla="*/ 84125 w 881040"/>
              <a:gd name="connsiteY176" fmla="*/ 553524 h 1614249"/>
              <a:gd name="connsiteX177" fmla="*/ 73683 w 881040"/>
              <a:gd name="connsiteY177" fmla="*/ 551598 h 1614249"/>
              <a:gd name="connsiteX178" fmla="*/ 74558 w 881040"/>
              <a:gd name="connsiteY178" fmla="*/ 563383 h 1614249"/>
              <a:gd name="connsiteX179" fmla="*/ 69132 w 881040"/>
              <a:gd name="connsiteY179" fmla="*/ 575984 h 1614249"/>
              <a:gd name="connsiteX180" fmla="*/ 73041 w 881040"/>
              <a:gd name="connsiteY180" fmla="*/ 589402 h 1614249"/>
              <a:gd name="connsiteX181" fmla="*/ 84825 w 881040"/>
              <a:gd name="connsiteY181" fmla="*/ 592086 h 1614249"/>
              <a:gd name="connsiteX182" fmla="*/ 185344 w 881040"/>
              <a:gd name="connsiteY182" fmla="*/ 604104 h 1614249"/>
              <a:gd name="connsiteX183" fmla="*/ 183769 w 881040"/>
              <a:gd name="connsiteY183" fmla="*/ 584502 h 1614249"/>
              <a:gd name="connsiteX184" fmla="*/ 160141 w 881040"/>
              <a:gd name="connsiteY184" fmla="*/ 586894 h 1614249"/>
              <a:gd name="connsiteX185" fmla="*/ 146665 w 881040"/>
              <a:gd name="connsiteY185" fmla="*/ 562741 h 1614249"/>
              <a:gd name="connsiteX186" fmla="*/ 149349 w 881040"/>
              <a:gd name="connsiteY186" fmla="*/ 556499 h 1614249"/>
              <a:gd name="connsiteX187" fmla="*/ 142056 w 881040"/>
              <a:gd name="connsiteY187" fmla="*/ 551015 h 1614249"/>
              <a:gd name="connsiteX188" fmla="*/ 141298 w 881040"/>
              <a:gd name="connsiteY188" fmla="*/ 558482 h 1614249"/>
              <a:gd name="connsiteX189" fmla="*/ 122804 w 881040"/>
              <a:gd name="connsiteY189" fmla="*/ 544773 h 1614249"/>
              <a:gd name="connsiteX190" fmla="*/ 130505 w 881040"/>
              <a:gd name="connsiteY190" fmla="*/ 537305 h 1614249"/>
              <a:gd name="connsiteX191" fmla="*/ 137564 w 881040"/>
              <a:gd name="connsiteY191" fmla="*/ 541914 h 1614249"/>
              <a:gd name="connsiteX192" fmla="*/ 136339 w 881040"/>
              <a:gd name="connsiteY192" fmla="*/ 524296 h 1614249"/>
              <a:gd name="connsiteX193" fmla="*/ 157808 w 881040"/>
              <a:gd name="connsiteY193" fmla="*/ 539289 h 1614249"/>
              <a:gd name="connsiteX194" fmla="*/ 155591 w 881040"/>
              <a:gd name="connsiteY194" fmla="*/ 516478 h 1614249"/>
              <a:gd name="connsiteX195" fmla="*/ 165625 w 881040"/>
              <a:gd name="connsiteY195" fmla="*/ 511636 h 1614249"/>
              <a:gd name="connsiteX196" fmla="*/ 176126 w 881040"/>
              <a:gd name="connsiteY196" fmla="*/ 529313 h 1614249"/>
              <a:gd name="connsiteX197" fmla="*/ 173735 w 881040"/>
              <a:gd name="connsiteY197" fmla="*/ 563383 h 1614249"/>
              <a:gd name="connsiteX198" fmla="*/ 194153 w 881040"/>
              <a:gd name="connsiteY198" fmla="*/ 574234 h 1614249"/>
              <a:gd name="connsiteX199" fmla="*/ 205704 w 881040"/>
              <a:gd name="connsiteY199" fmla="*/ 571959 h 1614249"/>
              <a:gd name="connsiteX200" fmla="*/ 213055 w 881040"/>
              <a:gd name="connsiteY200" fmla="*/ 577326 h 1614249"/>
              <a:gd name="connsiteX201" fmla="*/ 199170 w 881040"/>
              <a:gd name="connsiteY201" fmla="*/ 585260 h 1614249"/>
              <a:gd name="connsiteX202" fmla="*/ 193453 w 881040"/>
              <a:gd name="connsiteY202" fmla="*/ 602879 h 1614249"/>
              <a:gd name="connsiteX203" fmla="*/ 185344 w 881040"/>
              <a:gd name="connsiteY203" fmla="*/ 604162 h 1614249"/>
              <a:gd name="connsiteX204" fmla="*/ 153549 w 881040"/>
              <a:gd name="connsiteY204" fmla="*/ 713607 h 1614249"/>
              <a:gd name="connsiteX205" fmla="*/ 191061 w 881040"/>
              <a:gd name="connsiteY205" fmla="*/ 705147 h 1614249"/>
              <a:gd name="connsiteX206" fmla="*/ 192636 w 881040"/>
              <a:gd name="connsiteY206" fmla="*/ 710981 h 1614249"/>
              <a:gd name="connsiteX207" fmla="*/ 210430 w 881040"/>
              <a:gd name="connsiteY207" fmla="*/ 697622 h 1614249"/>
              <a:gd name="connsiteX208" fmla="*/ 203079 w 881040"/>
              <a:gd name="connsiteY208" fmla="*/ 681228 h 1614249"/>
              <a:gd name="connsiteX209" fmla="*/ 190245 w 881040"/>
              <a:gd name="connsiteY209" fmla="*/ 679186 h 1614249"/>
              <a:gd name="connsiteX210" fmla="*/ 174143 w 881040"/>
              <a:gd name="connsiteY210" fmla="*/ 660810 h 1614249"/>
              <a:gd name="connsiteX211" fmla="*/ 155591 w 881040"/>
              <a:gd name="connsiteY211" fmla="*/ 673878 h 1614249"/>
              <a:gd name="connsiteX212" fmla="*/ 181727 w 881040"/>
              <a:gd name="connsiteY212" fmla="*/ 686712 h 1614249"/>
              <a:gd name="connsiteX213" fmla="*/ 167142 w 881040"/>
              <a:gd name="connsiteY213" fmla="*/ 694646 h 1614249"/>
              <a:gd name="connsiteX214" fmla="*/ 171051 w 881040"/>
              <a:gd name="connsiteY214" fmla="*/ 700889 h 1614249"/>
              <a:gd name="connsiteX215" fmla="*/ 153549 w 881040"/>
              <a:gd name="connsiteY215" fmla="*/ 713432 h 1614249"/>
              <a:gd name="connsiteX216" fmla="*/ 182194 w 881040"/>
              <a:gd name="connsiteY216" fmla="*/ 784431 h 1614249"/>
              <a:gd name="connsiteX217" fmla="*/ 175310 w 881040"/>
              <a:gd name="connsiteY217" fmla="*/ 766054 h 1614249"/>
              <a:gd name="connsiteX218" fmla="*/ 210022 w 881040"/>
              <a:gd name="connsiteY218" fmla="*/ 733792 h 1614249"/>
              <a:gd name="connsiteX219" fmla="*/ 194503 w 881040"/>
              <a:gd name="connsiteY219" fmla="*/ 767979 h 1614249"/>
              <a:gd name="connsiteX220" fmla="*/ 182194 w 881040"/>
              <a:gd name="connsiteY220" fmla="*/ 784431 h 1614249"/>
              <a:gd name="connsiteX221" fmla="*/ 156408 w 881040"/>
              <a:gd name="connsiteY221" fmla="*/ 810042 h 1614249"/>
              <a:gd name="connsiteX222" fmla="*/ 177235 w 881040"/>
              <a:gd name="connsiteY222" fmla="*/ 797382 h 1614249"/>
              <a:gd name="connsiteX223" fmla="*/ 168776 w 881040"/>
              <a:gd name="connsiteY223" fmla="*/ 764537 h 1614249"/>
              <a:gd name="connsiteX224" fmla="*/ 139723 w 881040"/>
              <a:gd name="connsiteY224" fmla="*/ 776438 h 1614249"/>
              <a:gd name="connsiteX225" fmla="*/ 140189 w 881040"/>
              <a:gd name="connsiteY225" fmla="*/ 802282 h 1614249"/>
              <a:gd name="connsiteX226" fmla="*/ 158625 w 881040"/>
              <a:gd name="connsiteY226" fmla="*/ 790440 h 1614249"/>
              <a:gd name="connsiteX227" fmla="*/ 156408 w 881040"/>
              <a:gd name="connsiteY227" fmla="*/ 810100 h 1614249"/>
              <a:gd name="connsiteX228" fmla="*/ 231257 w 881040"/>
              <a:gd name="connsiteY228" fmla="*/ 806133 h 1614249"/>
              <a:gd name="connsiteX229" fmla="*/ 236333 w 881040"/>
              <a:gd name="connsiteY229" fmla="*/ 835536 h 1614249"/>
              <a:gd name="connsiteX230" fmla="*/ 255468 w 881040"/>
              <a:gd name="connsiteY230" fmla="*/ 843237 h 1614249"/>
              <a:gd name="connsiteX231" fmla="*/ 261360 w 881040"/>
              <a:gd name="connsiteY231" fmla="*/ 823285 h 1614249"/>
              <a:gd name="connsiteX232" fmla="*/ 247475 w 881040"/>
              <a:gd name="connsiteY232" fmla="*/ 794698 h 1614249"/>
              <a:gd name="connsiteX233" fmla="*/ 231257 w 881040"/>
              <a:gd name="connsiteY233" fmla="*/ 806133 h 1614249"/>
              <a:gd name="connsiteX234" fmla="*/ 298756 w 881040"/>
              <a:gd name="connsiteY234" fmla="*/ 1141759 h 1614249"/>
              <a:gd name="connsiteX235" fmla="*/ 326584 w 881040"/>
              <a:gd name="connsiteY235" fmla="*/ 1155877 h 1614249"/>
              <a:gd name="connsiteX236" fmla="*/ 350444 w 881040"/>
              <a:gd name="connsiteY236" fmla="*/ 1136859 h 1614249"/>
              <a:gd name="connsiteX237" fmla="*/ 333118 w 881040"/>
              <a:gd name="connsiteY237" fmla="*/ 1138842 h 1614249"/>
              <a:gd name="connsiteX238" fmla="*/ 325067 w 881040"/>
              <a:gd name="connsiteY238" fmla="*/ 1122099 h 1614249"/>
              <a:gd name="connsiteX239" fmla="*/ 303773 w 881040"/>
              <a:gd name="connsiteY239" fmla="*/ 1124899 h 1614249"/>
              <a:gd name="connsiteX240" fmla="*/ 298814 w 881040"/>
              <a:gd name="connsiteY240" fmla="*/ 1141759 h 1614249"/>
              <a:gd name="connsiteX241" fmla="*/ 279387 w 881040"/>
              <a:gd name="connsiteY241" fmla="*/ 1033715 h 1614249"/>
              <a:gd name="connsiteX242" fmla="*/ 287146 w 881040"/>
              <a:gd name="connsiteY242" fmla="*/ 1007345 h 1614249"/>
              <a:gd name="connsiteX243" fmla="*/ 320400 w 881040"/>
              <a:gd name="connsiteY243" fmla="*/ 978584 h 1614249"/>
              <a:gd name="connsiteX244" fmla="*/ 316899 w 881040"/>
              <a:gd name="connsiteY244" fmla="*/ 995852 h 1614249"/>
              <a:gd name="connsiteX245" fmla="*/ 320866 w 881040"/>
              <a:gd name="connsiteY245" fmla="*/ 1006587 h 1614249"/>
              <a:gd name="connsiteX246" fmla="*/ 296480 w 881040"/>
              <a:gd name="connsiteY246" fmla="*/ 1030973 h 1614249"/>
              <a:gd name="connsiteX247" fmla="*/ 279445 w 881040"/>
              <a:gd name="connsiteY247" fmla="*/ 1033715 h 1614249"/>
              <a:gd name="connsiteX248" fmla="*/ 241000 w 881040"/>
              <a:gd name="connsiteY248" fmla="*/ 1614016 h 1614249"/>
              <a:gd name="connsiteX249" fmla="*/ 251851 w 881040"/>
              <a:gd name="connsiteY249" fmla="*/ 1603806 h 1614249"/>
              <a:gd name="connsiteX250" fmla="*/ 247125 w 881040"/>
              <a:gd name="connsiteY250" fmla="*/ 1595989 h 1614249"/>
              <a:gd name="connsiteX251" fmla="*/ 257218 w 881040"/>
              <a:gd name="connsiteY251" fmla="*/ 1582454 h 1614249"/>
              <a:gd name="connsiteX252" fmla="*/ 262060 w 881040"/>
              <a:gd name="connsiteY252" fmla="*/ 1588755 h 1614249"/>
              <a:gd name="connsiteX253" fmla="*/ 274487 w 881040"/>
              <a:gd name="connsiteY253" fmla="*/ 1576970 h 1614249"/>
              <a:gd name="connsiteX254" fmla="*/ 282537 w 881040"/>
              <a:gd name="connsiteY254" fmla="*/ 1576854 h 1614249"/>
              <a:gd name="connsiteX255" fmla="*/ 288721 w 881040"/>
              <a:gd name="connsiteY255" fmla="*/ 1562036 h 1614249"/>
              <a:gd name="connsiteX256" fmla="*/ 307682 w 881040"/>
              <a:gd name="connsiteY256" fmla="*/ 1566994 h 1614249"/>
              <a:gd name="connsiteX257" fmla="*/ 322266 w 881040"/>
              <a:gd name="connsiteY257" fmla="*/ 1560286 h 1614249"/>
              <a:gd name="connsiteX258" fmla="*/ 334284 w 881040"/>
              <a:gd name="connsiteY258" fmla="*/ 1562210 h 1614249"/>
              <a:gd name="connsiteX259" fmla="*/ 342744 w 881040"/>
              <a:gd name="connsiteY259" fmla="*/ 1557427 h 1614249"/>
              <a:gd name="connsiteX260" fmla="*/ 351203 w 881040"/>
              <a:gd name="connsiteY260" fmla="*/ 1568744 h 1614249"/>
              <a:gd name="connsiteX261" fmla="*/ 361295 w 881040"/>
              <a:gd name="connsiteY261" fmla="*/ 1567986 h 1614249"/>
              <a:gd name="connsiteX262" fmla="*/ 375180 w 881040"/>
              <a:gd name="connsiteY262" fmla="*/ 1579654 h 1614249"/>
              <a:gd name="connsiteX263" fmla="*/ 391457 w 881040"/>
              <a:gd name="connsiteY263" fmla="*/ 1578721 h 1614249"/>
              <a:gd name="connsiteX264" fmla="*/ 388365 w 881040"/>
              <a:gd name="connsiteY264" fmla="*/ 1568220 h 1614249"/>
              <a:gd name="connsiteX265" fmla="*/ 401025 w 881040"/>
              <a:gd name="connsiteY265" fmla="*/ 1562327 h 1614249"/>
              <a:gd name="connsiteX266" fmla="*/ 404467 w 881040"/>
              <a:gd name="connsiteY266" fmla="*/ 1552468 h 1614249"/>
              <a:gd name="connsiteX267" fmla="*/ 401025 w 881040"/>
              <a:gd name="connsiteY267" fmla="*/ 1534908 h 1614249"/>
              <a:gd name="connsiteX268" fmla="*/ 412226 w 881040"/>
              <a:gd name="connsiteY268" fmla="*/ 1523882 h 1614249"/>
              <a:gd name="connsiteX269" fmla="*/ 421560 w 881040"/>
              <a:gd name="connsiteY269" fmla="*/ 1522715 h 1614249"/>
              <a:gd name="connsiteX270" fmla="*/ 425294 w 881040"/>
              <a:gd name="connsiteY270" fmla="*/ 1515539 h 1614249"/>
              <a:gd name="connsiteX271" fmla="*/ 461581 w 881040"/>
              <a:gd name="connsiteY271" fmla="*/ 1507138 h 1614249"/>
              <a:gd name="connsiteX272" fmla="*/ 480599 w 881040"/>
              <a:gd name="connsiteY272" fmla="*/ 1508713 h 1614249"/>
              <a:gd name="connsiteX273" fmla="*/ 502477 w 881040"/>
              <a:gd name="connsiteY273" fmla="*/ 1523882 h 1614249"/>
              <a:gd name="connsiteX274" fmla="*/ 510644 w 881040"/>
              <a:gd name="connsiteY274" fmla="*/ 1520731 h 1614249"/>
              <a:gd name="connsiteX275" fmla="*/ 534563 w 881040"/>
              <a:gd name="connsiteY275" fmla="*/ 1521898 h 1614249"/>
              <a:gd name="connsiteX276" fmla="*/ 547223 w 881040"/>
              <a:gd name="connsiteY276" fmla="*/ 1526624 h 1614249"/>
              <a:gd name="connsiteX277" fmla="*/ 553465 w 881040"/>
              <a:gd name="connsiteY277" fmla="*/ 1511164 h 1614249"/>
              <a:gd name="connsiteX278" fmla="*/ 575517 w 881040"/>
              <a:gd name="connsiteY278" fmla="*/ 1500138 h 1614249"/>
              <a:gd name="connsiteX279" fmla="*/ 590511 w 881040"/>
              <a:gd name="connsiteY279" fmla="*/ 1504338 h 1614249"/>
              <a:gd name="connsiteX280" fmla="*/ 611688 w 881040"/>
              <a:gd name="connsiteY280" fmla="*/ 1490220 h 1614249"/>
              <a:gd name="connsiteX281" fmla="*/ 626681 w 881040"/>
              <a:gd name="connsiteY281" fmla="*/ 1493720 h 1614249"/>
              <a:gd name="connsiteX282" fmla="*/ 634499 w 881040"/>
              <a:gd name="connsiteY282" fmla="*/ 1492553 h 1614249"/>
              <a:gd name="connsiteX283" fmla="*/ 644941 w 881040"/>
              <a:gd name="connsiteY283" fmla="*/ 1484619 h 1614249"/>
              <a:gd name="connsiteX284" fmla="*/ 648150 w 881040"/>
              <a:gd name="connsiteY284" fmla="*/ 1492437 h 1614249"/>
              <a:gd name="connsiteX285" fmla="*/ 660810 w 881040"/>
              <a:gd name="connsiteY285" fmla="*/ 1499788 h 1614249"/>
              <a:gd name="connsiteX286" fmla="*/ 675453 w 881040"/>
              <a:gd name="connsiteY286" fmla="*/ 1489986 h 1614249"/>
              <a:gd name="connsiteX287" fmla="*/ 708531 w 881040"/>
              <a:gd name="connsiteY287" fmla="*/ 1489345 h 1614249"/>
              <a:gd name="connsiteX288" fmla="*/ 729358 w 881040"/>
              <a:gd name="connsiteY288" fmla="*/ 1485144 h 1614249"/>
              <a:gd name="connsiteX289" fmla="*/ 749310 w 881040"/>
              <a:gd name="connsiteY289" fmla="*/ 1491795 h 1614249"/>
              <a:gd name="connsiteX290" fmla="*/ 759520 w 881040"/>
              <a:gd name="connsiteY290" fmla="*/ 1493604 h 1614249"/>
              <a:gd name="connsiteX291" fmla="*/ 774513 w 881040"/>
              <a:gd name="connsiteY291" fmla="*/ 1481235 h 1614249"/>
              <a:gd name="connsiteX292" fmla="*/ 791140 w 881040"/>
              <a:gd name="connsiteY292" fmla="*/ 1478085 h 1614249"/>
              <a:gd name="connsiteX293" fmla="*/ 805724 w 881040"/>
              <a:gd name="connsiteY293" fmla="*/ 1464376 h 1614249"/>
              <a:gd name="connsiteX294" fmla="*/ 815759 w 881040"/>
              <a:gd name="connsiteY294" fmla="*/ 1463500 h 1614249"/>
              <a:gd name="connsiteX295" fmla="*/ 826260 w 881040"/>
              <a:gd name="connsiteY295" fmla="*/ 1465893 h 1614249"/>
              <a:gd name="connsiteX296" fmla="*/ 823985 w 881040"/>
              <a:gd name="connsiteY296" fmla="*/ 1454633 h 1614249"/>
              <a:gd name="connsiteX297" fmla="*/ 847437 w 881040"/>
              <a:gd name="connsiteY297" fmla="*/ 1438415 h 1614249"/>
              <a:gd name="connsiteX298" fmla="*/ 862255 w 881040"/>
              <a:gd name="connsiteY298" fmla="*/ 1435264 h 1614249"/>
              <a:gd name="connsiteX299" fmla="*/ 863364 w 881040"/>
              <a:gd name="connsiteY299" fmla="*/ 1420330 h 1614249"/>
              <a:gd name="connsiteX300" fmla="*/ 859047 w 881040"/>
              <a:gd name="connsiteY300" fmla="*/ 1409828 h 1614249"/>
              <a:gd name="connsiteX301" fmla="*/ 863714 w 881040"/>
              <a:gd name="connsiteY301" fmla="*/ 1397577 h 1614249"/>
              <a:gd name="connsiteX302" fmla="*/ 836994 w 881040"/>
              <a:gd name="connsiteY302" fmla="*/ 1398510 h 1614249"/>
              <a:gd name="connsiteX303" fmla="*/ 818034 w 881040"/>
              <a:gd name="connsiteY303" fmla="*/ 1405569 h 1614249"/>
              <a:gd name="connsiteX304" fmla="*/ 807241 w 881040"/>
              <a:gd name="connsiteY304" fmla="*/ 1407611 h 1614249"/>
              <a:gd name="connsiteX305" fmla="*/ 789623 w 881040"/>
              <a:gd name="connsiteY305" fmla="*/ 1401194 h 1614249"/>
              <a:gd name="connsiteX306" fmla="*/ 783030 w 881040"/>
              <a:gd name="connsiteY306" fmla="*/ 1399560 h 1614249"/>
              <a:gd name="connsiteX307" fmla="*/ 789156 w 881040"/>
              <a:gd name="connsiteY307" fmla="*/ 1393785 h 1614249"/>
              <a:gd name="connsiteX308" fmla="*/ 794523 w 881040"/>
              <a:gd name="connsiteY308" fmla="*/ 1393085 h 1614249"/>
              <a:gd name="connsiteX309" fmla="*/ 796273 w 881040"/>
              <a:gd name="connsiteY309" fmla="*/ 1389468 h 1614249"/>
              <a:gd name="connsiteX310" fmla="*/ 780230 w 881040"/>
              <a:gd name="connsiteY310" fmla="*/ 1385501 h 1614249"/>
              <a:gd name="connsiteX311" fmla="*/ 766229 w 881040"/>
              <a:gd name="connsiteY311" fmla="*/ 1390576 h 1614249"/>
              <a:gd name="connsiteX312" fmla="*/ 785714 w 881040"/>
              <a:gd name="connsiteY312" fmla="*/ 1377100 h 1614249"/>
              <a:gd name="connsiteX313" fmla="*/ 798490 w 881040"/>
              <a:gd name="connsiteY313" fmla="*/ 1378325 h 1614249"/>
              <a:gd name="connsiteX314" fmla="*/ 814300 w 881040"/>
              <a:gd name="connsiteY314" fmla="*/ 1370683 h 1614249"/>
              <a:gd name="connsiteX315" fmla="*/ 809691 w 881040"/>
              <a:gd name="connsiteY315" fmla="*/ 1357440 h 1614249"/>
              <a:gd name="connsiteX316" fmla="*/ 794348 w 881040"/>
              <a:gd name="connsiteY316" fmla="*/ 1357440 h 1614249"/>
              <a:gd name="connsiteX317" fmla="*/ 805724 w 881040"/>
              <a:gd name="connsiteY317" fmla="*/ 1347289 h 1614249"/>
              <a:gd name="connsiteX318" fmla="*/ 814359 w 881040"/>
              <a:gd name="connsiteY318" fmla="*/ 1339063 h 1614249"/>
              <a:gd name="connsiteX319" fmla="*/ 823576 w 881040"/>
              <a:gd name="connsiteY319" fmla="*/ 1346822 h 1614249"/>
              <a:gd name="connsiteX320" fmla="*/ 837869 w 881040"/>
              <a:gd name="connsiteY320" fmla="*/ 1336554 h 1614249"/>
              <a:gd name="connsiteX321" fmla="*/ 843762 w 881040"/>
              <a:gd name="connsiteY321" fmla="*/ 1327453 h 1614249"/>
              <a:gd name="connsiteX322" fmla="*/ 836761 w 881040"/>
              <a:gd name="connsiteY322" fmla="*/ 1325995 h 1614249"/>
              <a:gd name="connsiteX323" fmla="*/ 841370 w 881040"/>
              <a:gd name="connsiteY323" fmla="*/ 1318994 h 1614249"/>
              <a:gd name="connsiteX324" fmla="*/ 824801 w 881040"/>
              <a:gd name="connsiteY324" fmla="*/ 1317010 h 1614249"/>
              <a:gd name="connsiteX325" fmla="*/ 831277 w 881040"/>
              <a:gd name="connsiteY325" fmla="*/ 1306101 h 1614249"/>
              <a:gd name="connsiteX326" fmla="*/ 841720 w 881040"/>
              <a:gd name="connsiteY326" fmla="*/ 1308784 h 1614249"/>
              <a:gd name="connsiteX327" fmla="*/ 844870 w 881040"/>
              <a:gd name="connsiteY327" fmla="*/ 1316485 h 1614249"/>
              <a:gd name="connsiteX328" fmla="*/ 856830 w 881040"/>
              <a:gd name="connsiteY328" fmla="*/ 1300909 h 1614249"/>
              <a:gd name="connsiteX329" fmla="*/ 868323 w 881040"/>
              <a:gd name="connsiteY329" fmla="*/ 1296066 h 1614249"/>
              <a:gd name="connsiteX330" fmla="*/ 870306 w 881040"/>
              <a:gd name="connsiteY330" fmla="*/ 1266547 h 1614249"/>
              <a:gd name="connsiteX331" fmla="*/ 881040 w 881040"/>
              <a:gd name="connsiteY331" fmla="*/ 1239011 h 1614249"/>
              <a:gd name="connsiteX332" fmla="*/ 872523 w 881040"/>
              <a:gd name="connsiteY332" fmla="*/ 1227985 h 1614249"/>
              <a:gd name="connsiteX333" fmla="*/ 867856 w 881040"/>
              <a:gd name="connsiteY333" fmla="*/ 1202782 h 1614249"/>
              <a:gd name="connsiteX334" fmla="*/ 833844 w 881040"/>
              <a:gd name="connsiteY334" fmla="*/ 1176296 h 1614249"/>
              <a:gd name="connsiteX335" fmla="*/ 786647 w 881040"/>
              <a:gd name="connsiteY335" fmla="*/ 1174254 h 1614249"/>
              <a:gd name="connsiteX336" fmla="*/ 757244 w 881040"/>
              <a:gd name="connsiteY336" fmla="*/ 1175071 h 1614249"/>
              <a:gd name="connsiteX337" fmla="*/ 754911 w 881040"/>
              <a:gd name="connsiteY337" fmla="*/ 1197065 h 1614249"/>
              <a:gd name="connsiteX338" fmla="*/ 747093 w 881040"/>
              <a:gd name="connsiteY338" fmla="*/ 1209666 h 1614249"/>
              <a:gd name="connsiteX339" fmla="*/ 731692 w 881040"/>
              <a:gd name="connsiteY339" fmla="*/ 1192514 h 1614249"/>
              <a:gd name="connsiteX340" fmla="*/ 713082 w 881040"/>
              <a:gd name="connsiteY340" fmla="*/ 1187789 h 1614249"/>
              <a:gd name="connsiteX341" fmla="*/ 742543 w 881040"/>
              <a:gd name="connsiteY341" fmla="*/ 1158677 h 1614249"/>
              <a:gd name="connsiteX342" fmla="*/ 742543 w 881040"/>
              <a:gd name="connsiteY342" fmla="*/ 1140534 h 1614249"/>
              <a:gd name="connsiteX343" fmla="*/ 719207 w 881040"/>
              <a:gd name="connsiteY343" fmla="*/ 1102847 h 1614249"/>
              <a:gd name="connsiteX344" fmla="*/ 709990 w 881040"/>
              <a:gd name="connsiteY344" fmla="*/ 1101447 h 1614249"/>
              <a:gd name="connsiteX345" fmla="*/ 689688 w 881040"/>
              <a:gd name="connsiteY345" fmla="*/ 1089487 h 1614249"/>
              <a:gd name="connsiteX346" fmla="*/ 681170 w 881040"/>
              <a:gd name="connsiteY346" fmla="*/ 1075077 h 1614249"/>
              <a:gd name="connsiteX347" fmla="*/ 670669 w 881040"/>
              <a:gd name="connsiteY347" fmla="*/ 1077061 h 1614249"/>
              <a:gd name="connsiteX348" fmla="*/ 663376 w 881040"/>
              <a:gd name="connsiteY348" fmla="*/ 1079511 h 1614249"/>
              <a:gd name="connsiteX349" fmla="*/ 651125 w 881040"/>
              <a:gd name="connsiteY349" fmla="*/ 1075135 h 1614249"/>
              <a:gd name="connsiteX350" fmla="*/ 643774 w 881040"/>
              <a:gd name="connsiteY350" fmla="*/ 1075135 h 1614249"/>
              <a:gd name="connsiteX351" fmla="*/ 657543 w 881040"/>
              <a:gd name="connsiteY351" fmla="*/ 1071635 h 1614249"/>
              <a:gd name="connsiteX352" fmla="*/ 666527 w 881040"/>
              <a:gd name="connsiteY352" fmla="*/ 1073969 h 1614249"/>
              <a:gd name="connsiteX353" fmla="*/ 681462 w 881040"/>
              <a:gd name="connsiteY353" fmla="*/ 1070877 h 1614249"/>
              <a:gd name="connsiteX354" fmla="*/ 690796 w 881040"/>
              <a:gd name="connsiteY354" fmla="*/ 1074961 h 1614249"/>
              <a:gd name="connsiteX355" fmla="*/ 699080 w 881040"/>
              <a:gd name="connsiteY355" fmla="*/ 1083245 h 1614249"/>
              <a:gd name="connsiteX356" fmla="*/ 709406 w 881040"/>
              <a:gd name="connsiteY356" fmla="*/ 1081261 h 1614249"/>
              <a:gd name="connsiteX357" fmla="*/ 719382 w 881040"/>
              <a:gd name="connsiteY357" fmla="*/ 1083653 h 1614249"/>
              <a:gd name="connsiteX358" fmla="*/ 691904 w 881040"/>
              <a:gd name="connsiteY358" fmla="*/ 1049583 h 1614249"/>
              <a:gd name="connsiteX359" fmla="*/ 679303 w 881040"/>
              <a:gd name="connsiteY359" fmla="*/ 1033131 h 1614249"/>
              <a:gd name="connsiteX360" fmla="*/ 687354 w 881040"/>
              <a:gd name="connsiteY360" fmla="*/ 1020238 h 1614249"/>
              <a:gd name="connsiteX361" fmla="*/ 694646 w 881040"/>
              <a:gd name="connsiteY361" fmla="*/ 1017380 h 1614249"/>
              <a:gd name="connsiteX362" fmla="*/ 681228 w 881040"/>
              <a:gd name="connsiteY362" fmla="*/ 1010029 h 1614249"/>
              <a:gd name="connsiteX363" fmla="*/ 675394 w 881040"/>
              <a:gd name="connsiteY363" fmla="*/ 1000053 h 1614249"/>
              <a:gd name="connsiteX364" fmla="*/ 669560 w 881040"/>
              <a:gd name="connsiteY364" fmla="*/ 999061 h 1614249"/>
              <a:gd name="connsiteX365" fmla="*/ 653575 w 881040"/>
              <a:gd name="connsiteY365" fmla="*/ 969541 h 1614249"/>
              <a:gd name="connsiteX366" fmla="*/ 629481 w 881040"/>
              <a:gd name="connsiteY366" fmla="*/ 957057 h 1614249"/>
              <a:gd name="connsiteX367" fmla="*/ 595528 w 881040"/>
              <a:gd name="connsiteY367" fmla="*/ 949356 h 1614249"/>
              <a:gd name="connsiteX368" fmla="*/ 593894 w 881040"/>
              <a:gd name="connsiteY368" fmla="*/ 935938 h 1614249"/>
              <a:gd name="connsiteX369" fmla="*/ 586252 w 881040"/>
              <a:gd name="connsiteY369" fmla="*/ 931329 h 1614249"/>
              <a:gd name="connsiteX370" fmla="*/ 575401 w 881040"/>
              <a:gd name="connsiteY370" fmla="*/ 894400 h 1614249"/>
              <a:gd name="connsiteX371" fmla="*/ 562916 w 881040"/>
              <a:gd name="connsiteY371" fmla="*/ 874157 h 1614249"/>
              <a:gd name="connsiteX372" fmla="*/ 554457 w 881040"/>
              <a:gd name="connsiteY372" fmla="*/ 826960 h 1614249"/>
              <a:gd name="connsiteX373" fmla="*/ 544364 w 881040"/>
              <a:gd name="connsiteY373" fmla="*/ 811267 h 1614249"/>
              <a:gd name="connsiteX374" fmla="*/ 535147 w 881040"/>
              <a:gd name="connsiteY374" fmla="*/ 811267 h 1614249"/>
              <a:gd name="connsiteX375" fmla="*/ 506444 w 881040"/>
              <a:gd name="connsiteY375" fmla="*/ 768971 h 1614249"/>
              <a:gd name="connsiteX376" fmla="*/ 489525 w 881040"/>
              <a:gd name="connsiteY376" fmla="*/ 765062 h 1614249"/>
              <a:gd name="connsiteX377" fmla="*/ 476399 w 881040"/>
              <a:gd name="connsiteY377" fmla="*/ 754094 h 1614249"/>
              <a:gd name="connsiteX378" fmla="*/ 454638 w 881040"/>
              <a:gd name="connsiteY378" fmla="*/ 745635 h 1614249"/>
              <a:gd name="connsiteX379" fmla="*/ 446062 w 881040"/>
              <a:gd name="connsiteY379" fmla="*/ 753511 h 1614249"/>
              <a:gd name="connsiteX380" fmla="*/ 429086 w 881040"/>
              <a:gd name="connsiteY380" fmla="*/ 764595 h 1614249"/>
              <a:gd name="connsiteX381" fmla="*/ 405108 w 881040"/>
              <a:gd name="connsiteY381" fmla="*/ 756661 h 1614249"/>
              <a:gd name="connsiteX382" fmla="*/ 393732 w 881040"/>
              <a:gd name="connsiteY382" fmla="*/ 758411 h 1614249"/>
              <a:gd name="connsiteX383" fmla="*/ 374363 w 881040"/>
              <a:gd name="connsiteY383" fmla="*/ 752286 h 1614249"/>
              <a:gd name="connsiteX384" fmla="*/ 368530 w 881040"/>
              <a:gd name="connsiteY384" fmla="*/ 741726 h 1614249"/>
              <a:gd name="connsiteX385" fmla="*/ 380081 w 881040"/>
              <a:gd name="connsiteY385" fmla="*/ 747443 h 1614249"/>
              <a:gd name="connsiteX386" fmla="*/ 403241 w 881040"/>
              <a:gd name="connsiteY386" fmla="*/ 749252 h 1614249"/>
              <a:gd name="connsiteX387" fmla="*/ 422552 w 881040"/>
              <a:gd name="connsiteY387" fmla="*/ 742893 h 1614249"/>
              <a:gd name="connsiteX388" fmla="*/ 428269 w 881040"/>
              <a:gd name="connsiteY388" fmla="*/ 727783 h 1614249"/>
              <a:gd name="connsiteX389" fmla="*/ 447988 w 881040"/>
              <a:gd name="connsiteY389" fmla="*/ 728367 h 1614249"/>
              <a:gd name="connsiteX390" fmla="*/ 465781 w 881040"/>
              <a:gd name="connsiteY390" fmla="*/ 714948 h 1614249"/>
              <a:gd name="connsiteX391" fmla="*/ 447696 w 881040"/>
              <a:gd name="connsiteY391" fmla="*/ 706489 h 1614249"/>
              <a:gd name="connsiteX392" fmla="*/ 446471 w 881040"/>
              <a:gd name="connsiteY392" fmla="*/ 695930 h 1614249"/>
              <a:gd name="connsiteX393" fmla="*/ 439120 w 881040"/>
              <a:gd name="connsiteY393" fmla="*/ 690096 h 1614249"/>
              <a:gd name="connsiteX394" fmla="*/ 414151 w 881040"/>
              <a:gd name="connsiteY394" fmla="*/ 703514 h 1614249"/>
              <a:gd name="connsiteX395" fmla="*/ 409834 w 881040"/>
              <a:gd name="connsiteY395" fmla="*/ 698555 h 1614249"/>
              <a:gd name="connsiteX396" fmla="*/ 429144 w 881040"/>
              <a:gd name="connsiteY396" fmla="*/ 684379 h 1614249"/>
              <a:gd name="connsiteX397" fmla="*/ 452188 w 881040"/>
              <a:gd name="connsiteY397" fmla="*/ 685720 h 1614249"/>
              <a:gd name="connsiteX398" fmla="*/ 465723 w 881040"/>
              <a:gd name="connsiteY398" fmla="*/ 673936 h 1614249"/>
              <a:gd name="connsiteX399" fmla="*/ 468115 w 881040"/>
              <a:gd name="connsiteY399" fmla="*/ 663376 h 1614249"/>
              <a:gd name="connsiteX400" fmla="*/ 477449 w 881040"/>
              <a:gd name="connsiteY400" fmla="*/ 657368 h 1614249"/>
              <a:gd name="connsiteX401" fmla="*/ 490809 w 881040"/>
              <a:gd name="connsiteY401" fmla="*/ 631056 h 1614249"/>
              <a:gd name="connsiteX402" fmla="*/ 499268 w 881040"/>
              <a:gd name="connsiteY402" fmla="*/ 618864 h 1614249"/>
              <a:gd name="connsiteX403" fmla="*/ 498218 w 881040"/>
              <a:gd name="connsiteY403" fmla="*/ 610229 h 1614249"/>
              <a:gd name="connsiteX404" fmla="*/ 507902 w 881040"/>
              <a:gd name="connsiteY404" fmla="*/ 592611 h 1614249"/>
              <a:gd name="connsiteX405" fmla="*/ 504402 w 881040"/>
              <a:gd name="connsiteY405" fmla="*/ 586369 h 1614249"/>
              <a:gd name="connsiteX406" fmla="*/ 512919 w 881040"/>
              <a:gd name="connsiteY406" fmla="*/ 562041 h 1614249"/>
              <a:gd name="connsiteX407" fmla="*/ 528963 w 881040"/>
              <a:gd name="connsiteY407" fmla="*/ 548215 h 1614249"/>
              <a:gd name="connsiteX408" fmla="*/ 528963 w 881040"/>
              <a:gd name="connsiteY408" fmla="*/ 532580 h 1614249"/>
              <a:gd name="connsiteX409" fmla="*/ 504985 w 881040"/>
              <a:gd name="connsiteY409" fmla="*/ 510761 h 1614249"/>
              <a:gd name="connsiteX410" fmla="*/ 500085 w 881040"/>
              <a:gd name="connsiteY410" fmla="*/ 514728 h 1614249"/>
              <a:gd name="connsiteX411" fmla="*/ 459130 w 881040"/>
              <a:gd name="connsiteY411" fmla="*/ 516070 h 1614249"/>
              <a:gd name="connsiteX412" fmla="*/ 434045 w 881040"/>
              <a:gd name="connsiteY412" fmla="*/ 511461 h 1614249"/>
              <a:gd name="connsiteX413" fmla="*/ 426811 w 881040"/>
              <a:gd name="connsiteY413" fmla="*/ 516536 h 1614249"/>
              <a:gd name="connsiteX414" fmla="*/ 414384 w 881040"/>
              <a:gd name="connsiteY414" fmla="*/ 516653 h 1614249"/>
              <a:gd name="connsiteX415" fmla="*/ 398924 w 881040"/>
              <a:gd name="connsiteY415" fmla="*/ 511228 h 1614249"/>
              <a:gd name="connsiteX416" fmla="*/ 388190 w 881040"/>
              <a:gd name="connsiteY416" fmla="*/ 511636 h 1614249"/>
              <a:gd name="connsiteX417" fmla="*/ 386556 w 881040"/>
              <a:gd name="connsiteY417" fmla="*/ 517178 h 1614249"/>
              <a:gd name="connsiteX418" fmla="*/ 371213 w 881040"/>
              <a:gd name="connsiteY418" fmla="*/ 521845 h 1614249"/>
              <a:gd name="connsiteX419" fmla="*/ 354586 w 881040"/>
              <a:gd name="connsiteY419" fmla="*/ 531063 h 1614249"/>
              <a:gd name="connsiteX420" fmla="*/ 347936 w 881040"/>
              <a:gd name="connsiteY420" fmla="*/ 530538 h 1614249"/>
              <a:gd name="connsiteX421" fmla="*/ 336676 w 881040"/>
              <a:gd name="connsiteY421" fmla="*/ 539755 h 1614249"/>
              <a:gd name="connsiteX422" fmla="*/ 333234 w 881040"/>
              <a:gd name="connsiteY422" fmla="*/ 536255 h 1614249"/>
              <a:gd name="connsiteX423" fmla="*/ 348344 w 881040"/>
              <a:gd name="connsiteY423" fmla="*/ 518812 h 1614249"/>
              <a:gd name="connsiteX424" fmla="*/ 364154 w 881040"/>
              <a:gd name="connsiteY424" fmla="*/ 493317 h 1614249"/>
              <a:gd name="connsiteX425" fmla="*/ 352603 w 881040"/>
              <a:gd name="connsiteY425" fmla="*/ 499676 h 1614249"/>
              <a:gd name="connsiteX426" fmla="*/ 338310 w 881040"/>
              <a:gd name="connsiteY426" fmla="*/ 494192 h 1614249"/>
              <a:gd name="connsiteX427" fmla="*/ 346652 w 881040"/>
              <a:gd name="connsiteY427" fmla="*/ 488650 h 1614249"/>
              <a:gd name="connsiteX428" fmla="*/ 349803 w 881040"/>
              <a:gd name="connsiteY428" fmla="*/ 476866 h 1614249"/>
              <a:gd name="connsiteX429" fmla="*/ 389648 w 881040"/>
              <a:gd name="connsiteY429" fmla="*/ 446879 h 1614249"/>
              <a:gd name="connsiteX430" fmla="*/ 401200 w 881040"/>
              <a:gd name="connsiteY430" fmla="*/ 427219 h 1614249"/>
              <a:gd name="connsiteX431" fmla="*/ 414734 w 881040"/>
              <a:gd name="connsiteY431" fmla="*/ 422610 h 1614249"/>
              <a:gd name="connsiteX432" fmla="*/ 421327 w 881040"/>
              <a:gd name="connsiteY432" fmla="*/ 404875 h 1614249"/>
              <a:gd name="connsiteX433" fmla="*/ 414268 w 881040"/>
              <a:gd name="connsiteY433" fmla="*/ 397057 h 1614249"/>
              <a:gd name="connsiteX434" fmla="*/ 421968 w 881040"/>
              <a:gd name="connsiteY434" fmla="*/ 384515 h 1614249"/>
              <a:gd name="connsiteX435" fmla="*/ 421327 w 881040"/>
              <a:gd name="connsiteY435" fmla="*/ 376580 h 1614249"/>
              <a:gd name="connsiteX436" fmla="*/ 401200 w 881040"/>
              <a:gd name="connsiteY436" fmla="*/ 376872 h 1614249"/>
              <a:gd name="connsiteX437" fmla="*/ 393149 w 881040"/>
              <a:gd name="connsiteY437" fmla="*/ 385390 h 1614249"/>
              <a:gd name="connsiteX438" fmla="*/ 380431 w 881040"/>
              <a:gd name="connsiteY438" fmla="*/ 381481 h 1614249"/>
              <a:gd name="connsiteX439" fmla="*/ 361062 w 881040"/>
              <a:gd name="connsiteY439" fmla="*/ 390173 h 1614249"/>
              <a:gd name="connsiteX440" fmla="*/ 343327 w 881040"/>
              <a:gd name="connsiteY440" fmla="*/ 388365 h 1614249"/>
              <a:gd name="connsiteX441" fmla="*/ 328275 w 881040"/>
              <a:gd name="connsiteY441" fmla="*/ 394724 h 1614249"/>
              <a:gd name="connsiteX442" fmla="*/ 319700 w 881040"/>
              <a:gd name="connsiteY442" fmla="*/ 394724 h 1614249"/>
              <a:gd name="connsiteX443" fmla="*/ 310832 w 881040"/>
              <a:gd name="connsiteY443" fmla="*/ 402950 h 1614249"/>
              <a:gd name="connsiteX444" fmla="*/ 312815 w 881040"/>
              <a:gd name="connsiteY444" fmla="*/ 393907 h 1614249"/>
              <a:gd name="connsiteX445" fmla="*/ 304706 w 881040"/>
              <a:gd name="connsiteY445" fmla="*/ 390348 h 1614249"/>
              <a:gd name="connsiteX446" fmla="*/ 288138 w 881040"/>
              <a:gd name="connsiteY446" fmla="*/ 404992 h 1614249"/>
              <a:gd name="connsiteX447" fmla="*/ 293213 w 881040"/>
              <a:gd name="connsiteY447" fmla="*/ 391982 h 1614249"/>
              <a:gd name="connsiteX448" fmla="*/ 270403 w 881040"/>
              <a:gd name="connsiteY448" fmla="*/ 381423 h 1614249"/>
              <a:gd name="connsiteX449" fmla="*/ 266494 w 881040"/>
              <a:gd name="connsiteY449" fmla="*/ 395541 h 1614249"/>
              <a:gd name="connsiteX450" fmla="*/ 258793 w 881040"/>
              <a:gd name="connsiteY450" fmla="*/ 401491 h 1614249"/>
              <a:gd name="connsiteX451" fmla="*/ 261127 w 881040"/>
              <a:gd name="connsiteY451" fmla="*/ 414501 h 1614249"/>
              <a:gd name="connsiteX452" fmla="*/ 256460 w 881040"/>
              <a:gd name="connsiteY452" fmla="*/ 414851 h 1614249"/>
              <a:gd name="connsiteX453" fmla="*/ 257218 w 881040"/>
              <a:gd name="connsiteY453" fmla="*/ 430836 h 1614249"/>
              <a:gd name="connsiteX454" fmla="*/ 240708 w 881040"/>
              <a:gd name="connsiteY454" fmla="*/ 434628 h 1614249"/>
              <a:gd name="connsiteX455" fmla="*/ 248876 w 881040"/>
              <a:gd name="connsiteY455" fmla="*/ 448163 h 1614249"/>
              <a:gd name="connsiteX456" fmla="*/ 241817 w 881040"/>
              <a:gd name="connsiteY456" fmla="*/ 461872 h 1614249"/>
              <a:gd name="connsiteX457" fmla="*/ 233649 w 881040"/>
              <a:gd name="connsiteY457" fmla="*/ 462339 h 1614249"/>
              <a:gd name="connsiteX458" fmla="*/ 253368 w 881040"/>
              <a:gd name="connsiteY458" fmla="*/ 479958 h 1614249"/>
              <a:gd name="connsiteX459" fmla="*/ 260252 w 881040"/>
              <a:gd name="connsiteY459" fmla="*/ 492326 h 1614249"/>
              <a:gd name="connsiteX460" fmla="*/ 240300 w 881040"/>
              <a:gd name="connsiteY460" fmla="*/ 482350 h 1614249"/>
              <a:gd name="connsiteX461" fmla="*/ 233007 w 881040"/>
              <a:gd name="connsiteY461" fmla="*/ 488534 h 1614249"/>
              <a:gd name="connsiteX462" fmla="*/ 218364 w 881040"/>
              <a:gd name="connsiteY462" fmla="*/ 478908 h 1614249"/>
              <a:gd name="connsiteX463" fmla="*/ 217606 w 881040"/>
              <a:gd name="connsiteY463" fmla="*/ 485967 h 1614249"/>
              <a:gd name="connsiteX464" fmla="*/ 221281 w 881040"/>
              <a:gd name="connsiteY464" fmla="*/ 495242 h 1614249"/>
              <a:gd name="connsiteX465" fmla="*/ 216731 w 881040"/>
              <a:gd name="connsiteY465" fmla="*/ 502302 h 1614249"/>
              <a:gd name="connsiteX466" fmla="*/ 209030 w 881040"/>
              <a:gd name="connsiteY466" fmla="*/ 487075 h 1614249"/>
              <a:gd name="connsiteX467" fmla="*/ 202146 w 881040"/>
              <a:gd name="connsiteY467" fmla="*/ 503293 h 1614249"/>
              <a:gd name="connsiteX468" fmla="*/ 209847 w 881040"/>
              <a:gd name="connsiteY468" fmla="*/ 511753 h 1614249"/>
              <a:gd name="connsiteX469" fmla="*/ 203663 w 881040"/>
              <a:gd name="connsiteY469" fmla="*/ 520095 h 1614249"/>
              <a:gd name="connsiteX470" fmla="*/ 215622 w 881040"/>
              <a:gd name="connsiteY470" fmla="*/ 533747 h 1614249"/>
              <a:gd name="connsiteX471" fmla="*/ 227115 w 881040"/>
              <a:gd name="connsiteY471" fmla="*/ 534097 h 1614249"/>
              <a:gd name="connsiteX472" fmla="*/ 213697 w 881040"/>
              <a:gd name="connsiteY472" fmla="*/ 539230 h 1614249"/>
              <a:gd name="connsiteX473" fmla="*/ 199871 w 881040"/>
              <a:gd name="connsiteY473" fmla="*/ 531471 h 1614249"/>
              <a:gd name="connsiteX474" fmla="*/ 202962 w 881040"/>
              <a:gd name="connsiteY474" fmla="*/ 553699 h 1614249"/>
              <a:gd name="connsiteX475" fmla="*/ 202496 w 881040"/>
              <a:gd name="connsiteY475" fmla="*/ 561224 h 1614249"/>
              <a:gd name="connsiteX476" fmla="*/ 228107 w 881040"/>
              <a:gd name="connsiteY476" fmla="*/ 557141 h 1614249"/>
              <a:gd name="connsiteX477" fmla="*/ 211422 w 881040"/>
              <a:gd name="connsiteY477" fmla="*/ 565425 h 1614249"/>
              <a:gd name="connsiteX478" fmla="*/ 209672 w 881040"/>
              <a:gd name="connsiteY478" fmla="*/ 570092 h 1614249"/>
              <a:gd name="connsiteX479" fmla="*/ 214980 w 881040"/>
              <a:gd name="connsiteY479" fmla="*/ 573242 h 1614249"/>
              <a:gd name="connsiteX480" fmla="*/ 231199 w 881040"/>
              <a:gd name="connsiteY480" fmla="*/ 567467 h 1614249"/>
              <a:gd name="connsiteX481" fmla="*/ 227232 w 881040"/>
              <a:gd name="connsiteY481" fmla="*/ 571550 h 1614249"/>
              <a:gd name="connsiteX482" fmla="*/ 233824 w 881040"/>
              <a:gd name="connsiteY482" fmla="*/ 579776 h 1614249"/>
              <a:gd name="connsiteX483" fmla="*/ 221923 w 881040"/>
              <a:gd name="connsiteY483" fmla="*/ 574934 h 1614249"/>
              <a:gd name="connsiteX484" fmla="*/ 217139 w 881040"/>
              <a:gd name="connsiteY484" fmla="*/ 578143 h 1614249"/>
              <a:gd name="connsiteX485" fmla="*/ 213755 w 881040"/>
              <a:gd name="connsiteY485" fmla="*/ 588935 h 1614249"/>
              <a:gd name="connsiteX486" fmla="*/ 220231 w 881040"/>
              <a:gd name="connsiteY486" fmla="*/ 593603 h 1614249"/>
              <a:gd name="connsiteX487" fmla="*/ 210605 w 881040"/>
              <a:gd name="connsiteY487" fmla="*/ 595236 h 1614249"/>
              <a:gd name="connsiteX488" fmla="*/ 204421 w 881040"/>
              <a:gd name="connsiteY488" fmla="*/ 604629 h 1614249"/>
              <a:gd name="connsiteX489" fmla="*/ 215564 w 881040"/>
              <a:gd name="connsiteY489" fmla="*/ 608479 h 1614249"/>
              <a:gd name="connsiteX490" fmla="*/ 218072 w 881040"/>
              <a:gd name="connsiteY490" fmla="*/ 616997 h 1614249"/>
              <a:gd name="connsiteX491" fmla="*/ 199929 w 881040"/>
              <a:gd name="connsiteY491" fmla="*/ 610054 h 1614249"/>
              <a:gd name="connsiteX492" fmla="*/ 196312 w 881040"/>
              <a:gd name="connsiteY492" fmla="*/ 622131 h 1614249"/>
              <a:gd name="connsiteX493" fmla="*/ 203604 w 881040"/>
              <a:gd name="connsiteY493" fmla="*/ 627148 h 1614249"/>
              <a:gd name="connsiteX494" fmla="*/ 199404 w 881040"/>
              <a:gd name="connsiteY494" fmla="*/ 635140 h 1614249"/>
              <a:gd name="connsiteX495" fmla="*/ 190828 w 881040"/>
              <a:gd name="connsiteY495" fmla="*/ 641441 h 1614249"/>
              <a:gd name="connsiteX496" fmla="*/ 172976 w 881040"/>
              <a:gd name="connsiteY496" fmla="*/ 641908 h 1614249"/>
              <a:gd name="connsiteX497" fmla="*/ 165217 w 881040"/>
              <a:gd name="connsiteY497" fmla="*/ 649900 h 1614249"/>
              <a:gd name="connsiteX498" fmla="*/ 172043 w 881040"/>
              <a:gd name="connsiteY498" fmla="*/ 654217 h 1614249"/>
              <a:gd name="connsiteX499" fmla="*/ 187153 w 881040"/>
              <a:gd name="connsiteY499" fmla="*/ 653109 h 1614249"/>
              <a:gd name="connsiteX500" fmla="*/ 197304 w 881040"/>
              <a:gd name="connsiteY500" fmla="*/ 656376 h 1614249"/>
              <a:gd name="connsiteX501" fmla="*/ 195028 w 881040"/>
              <a:gd name="connsiteY501" fmla="*/ 660751 h 1614249"/>
              <a:gd name="connsiteX502" fmla="*/ 183302 w 881040"/>
              <a:gd name="connsiteY502" fmla="*/ 660751 h 1614249"/>
              <a:gd name="connsiteX503" fmla="*/ 199112 w 881040"/>
              <a:gd name="connsiteY503" fmla="*/ 675628 h 1614249"/>
              <a:gd name="connsiteX504" fmla="*/ 204071 w 881040"/>
              <a:gd name="connsiteY504" fmla="*/ 673761 h 1614249"/>
              <a:gd name="connsiteX505" fmla="*/ 212238 w 881040"/>
              <a:gd name="connsiteY505" fmla="*/ 682220 h 1614249"/>
              <a:gd name="connsiteX506" fmla="*/ 253484 w 881040"/>
              <a:gd name="connsiteY506" fmla="*/ 640566 h 1614249"/>
              <a:gd name="connsiteX507" fmla="*/ 246892 w 881040"/>
              <a:gd name="connsiteY507" fmla="*/ 653109 h 1614249"/>
              <a:gd name="connsiteX508" fmla="*/ 253134 w 881040"/>
              <a:gd name="connsiteY508" fmla="*/ 656959 h 1614249"/>
              <a:gd name="connsiteX509" fmla="*/ 240825 w 881040"/>
              <a:gd name="connsiteY509" fmla="*/ 661393 h 1614249"/>
              <a:gd name="connsiteX510" fmla="*/ 230790 w 881040"/>
              <a:gd name="connsiteY510" fmla="*/ 685254 h 1614249"/>
              <a:gd name="connsiteX511" fmla="*/ 231899 w 881040"/>
              <a:gd name="connsiteY511" fmla="*/ 691263 h 1614249"/>
              <a:gd name="connsiteX512" fmla="*/ 219006 w 881040"/>
              <a:gd name="connsiteY512" fmla="*/ 715590 h 1614249"/>
              <a:gd name="connsiteX513" fmla="*/ 224431 w 881040"/>
              <a:gd name="connsiteY513" fmla="*/ 718682 h 1614249"/>
              <a:gd name="connsiteX514" fmla="*/ 213697 w 881040"/>
              <a:gd name="connsiteY514" fmla="*/ 747735 h 1614249"/>
              <a:gd name="connsiteX515" fmla="*/ 216381 w 881040"/>
              <a:gd name="connsiteY515" fmla="*/ 766520 h 1614249"/>
              <a:gd name="connsiteX516" fmla="*/ 208680 w 881040"/>
              <a:gd name="connsiteY516" fmla="*/ 777547 h 1614249"/>
              <a:gd name="connsiteX517" fmla="*/ 214514 w 881040"/>
              <a:gd name="connsiteY517" fmla="*/ 786939 h 1614249"/>
              <a:gd name="connsiteX518" fmla="*/ 221864 w 881040"/>
              <a:gd name="connsiteY518" fmla="*/ 783264 h 1614249"/>
              <a:gd name="connsiteX519" fmla="*/ 208738 w 881040"/>
              <a:gd name="connsiteY519" fmla="*/ 804149 h 1614249"/>
              <a:gd name="connsiteX520" fmla="*/ 206405 w 881040"/>
              <a:gd name="connsiteY520" fmla="*/ 833144 h 1614249"/>
              <a:gd name="connsiteX521" fmla="*/ 196779 w 881040"/>
              <a:gd name="connsiteY521" fmla="*/ 842653 h 1614249"/>
              <a:gd name="connsiteX522" fmla="*/ 197479 w 881040"/>
              <a:gd name="connsiteY522" fmla="*/ 849596 h 1614249"/>
              <a:gd name="connsiteX523" fmla="*/ 219006 w 881040"/>
              <a:gd name="connsiteY523" fmla="*/ 849596 h 1614249"/>
              <a:gd name="connsiteX524" fmla="*/ 216089 w 881040"/>
              <a:gd name="connsiteY524" fmla="*/ 834661 h 1614249"/>
              <a:gd name="connsiteX525" fmla="*/ 225306 w 881040"/>
              <a:gd name="connsiteY525" fmla="*/ 813017 h 1614249"/>
              <a:gd name="connsiteX526" fmla="*/ 224431 w 881040"/>
              <a:gd name="connsiteY526" fmla="*/ 799774 h 1614249"/>
              <a:gd name="connsiteX527" fmla="*/ 235691 w 881040"/>
              <a:gd name="connsiteY527" fmla="*/ 786064 h 1614249"/>
              <a:gd name="connsiteX528" fmla="*/ 227115 w 881040"/>
              <a:gd name="connsiteY528" fmla="*/ 750069 h 1614249"/>
              <a:gd name="connsiteX529" fmla="*/ 235282 w 881040"/>
              <a:gd name="connsiteY529" fmla="*/ 749952 h 1614249"/>
              <a:gd name="connsiteX530" fmla="*/ 260718 w 881040"/>
              <a:gd name="connsiteY530" fmla="*/ 719324 h 1614249"/>
              <a:gd name="connsiteX531" fmla="*/ 241583 w 881040"/>
              <a:gd name="connsiteY531" fmla="*/ 748435 h 1614249"/>
              <a:gd name="connsiteX532" fmla="*/ 239191 w 881040"/>
              <a:gd name="connsiteY532" fmla="*/ 769496 h 1614249"/>
              <a:gd name="connsiteX533" fmla="*/ 246542 w 881040"/>
              <a:gd name="connsiteY533" fmla="*/ 774980 h 1614249"/>
              <a:gd name="connsiteX534" fmla="*/ 248000 w 881040"/>
              <a:gd name="connsiteY534" fmla="*/ 762495 h 1614249"/>
              <a:gd name="connsiteX535" fmla="*/ 260718 w 881040"/>
              <a:gd name="connsiteY535" fmla="*/ 751819 h 1614249"/>
              <a:gd name="connsiteX536" fmla="*/ 266669 w 881040"/>
              <a:gd name="connsiteY536" fmla="*/ 771421 h 1614249"/>
              <a:gd name="connsiteX537" fmla="*/ 277112 w 881040"/>
              <a:gd name="connsiteY537" fmla="*/ 747735 h 1614249"/>
              <a:gd name="connsiteX538" fmla="*/ 274895 w 881040"/>
              <a:gd name="connsiteY538" fmla="*/ 731284 h 1614249"/>
              <a:gd name="connsiteX539" fmla="*/ 283296 w 881040"/>
              <a:gd name="connsiteY539" fmla="*/ 727025 h 1614249"/>
              <a:gd name="connsiteX540" fmla="*/ 279795 w 881040"/>
              <a:gd name="connsiteY540" fmla="*/ 748144 h 1614249"/>
              <a:gd name="connsiteX541" fmla="*/ 301381 w 881040"/>
              <a:gd name="connsiteY541" fmla="*/ 764478 h 1614249"/>
              <a:gd name="connsiteX542" fmla="*/ 282887 w 881040"/>
              <a:gd name="connsiteY542" fmla="*/ 759520 h 1614249"/>
              <a:gd name="connsiteX543" fmla="*/ 276295 w 881040"/>
              <a:gd name="connsiteY543" fmla="*/ 786589 h 1614249"/>
              <a:gd name="connsiteX544" fmla="*/ 280554 w 881040"/>
              <a:gd name="connsiteY544" fmla="*/ 806483 h 1614249"/>
              <a:gd name="connsiteX545" fmla="*/ 291813 w 881040"/>
              <a:gd name="connsiteY545" fmla="*/ 809166 h 1614249"/>
              <a:gd name="connsiteX546" fmla="*/ 298347 w 881040"/>
              <a:gd name="connsiteY546" fmla="*/ 826960 h 1614249"/>
              <a:gd name="connsiteX547" fmla="*/ 281779 w 881040"/>
              <a:gd name="connsiteY547" fmla="*/ 843820 h 1614249"/>
              <a:gd name="connsiteX548" fmla="*/ 264919 w 881040"/>
              <a:gd name="connsiteY548" fmla="*/ 887691 h 1614249"/>
              <a:gd name="connsiteX549" fmla="*/ 268886 w 881040"/>
              <a:gd name="connsiteY549" fmla="*/ 907410 h 1614249"/>
              <a:gd name="connsiteX550" fmla="*/ 254184 w 881040"/>
              <a:gd name="connsiteY550" fmla="*/ 897959 h 1614249"/>
              <a:gd name="connsiteX551" fmla="*/ 255001 w 881040"/>
              <a:gd name="connsiteY551" fmla="*/ 919194 h 1614249"/>
              <a:gd name="connsiteX552" fmla="*/ 274953 w 881040"/>
              <a:gd name="connsiteY552" fmla="*/ 947431 h 1614249"/>
              <a:gd name="connsiteX553" fmla="*/ 268886 w 881040"/>
              <a:gd name="connsiteY553" fmla="*/ 921586 h 1614249"/>
              <a:gd name="connsiteX554" fmla="*/ 282829 w 881040"/>
              <a:gd name="connsiteY554" fmla="*/ 917561 h 1614249"/>
              <a:gd name="connsiteX555" fmla="*/ 318416 w 881040"/>
              <a:gd name="connsiteY555" fmla="*/ 943289 h 1614249"/>
              <a:gd name="connsiteX556" fmla="*/ 319058 w 881040"/>
              <a:gd name="connsiteY556" fmla="*/ 922928 h 1614249"/>
              <a:gd name="connsiteX557" fmla="*/ 304415 w 881040"/>
              <a:gd name="connsiteY557" fmla="*/ 911144 h 1614249"/>
              <a:gd name="connsiteX558" fmla="*/ 313691 w 881040"/>
              <a:gd name="connsiteY558" fmla="*/ 908752 h 1614249"/>
              <a:gd name="connsiteX559" fmla="*/ 342452 w 881040"/>
              <a:gd name="connsiteY559" fmla="*/ 926720 h 1614249"/>
              <a:gd name="connsiteX560" fmla="*/ 362579 w 881040"/>
              <a:gd name="connsiteY560" fmla="*/ 923395 h 1614249"/>
              <a:gd name="connsiteX561" fmla="*/ 362579 w 881040"/>
              <a:gd name="connsiteY561" fmla="*/ 914761 h 1614249"/>
              <a:gd name="connsiteX562" fmla="*/ 381131 w 881040"/>
              <a:gd name="connsiteY562" fmla="*/ 915461 h 1614249"/>
              <a:gd name="connsiteX563" fmla="*/ 386440 w 881040"/>
              <a:gd name="connsiteY563" fmla="*/ 898192 h 1614249"/>
              <a:gd name="connsiteX564" fmla="*/ 436728 w 881040"/>
              <a:gd name="connsiteY564" fmla="*/ 900409 h 1614249"/>
              <a:gd name="connsiteX565" fmla="*/ 403416 w 881040"/>
              <a:gd name="connsiteY565" fmla="*/ 909160 h 1614249"/>
              <a:gd name="connsiteX566" fmla="*/ 383406 w 881040"/>
              <a:gd name="connsiteY566" fmla="*/ 966566 h 1614249"/>
              <a:gd name="connsiteX567" fmla="*/ 408084 w 881040"/>
              <a:gd name="connsiteY567" fmla="*/ 1011312 h 1614249"/>
              <a:gd name="connsiteX568" fmla="*/ 420393 w 881040"/>
              <a:gd name="connsiteY568" fmla="*/ 1004078 h 1614249"/>
              <a:gd name="connsiteX569" fmla="*/ 420393 w 881040"/>
              <a:gd name="connsiteY569" fmla="*/ 1027706 h 1614249"/>
              <a:gd name="connsiteX570" fmla="*/ 436728 w 881040"/>
              <a:gd name="connsiteY570" fmla="*/ 1008220 h 1614249"/>
              <a:gd name="connsiteX571" fmla="*/ 456855 w 881040"/>
              <a:gd name="connsiteY571" fmla="*/ 1011137 h 1614249"/>
              <a:gd name="connsiteX572" fmla="*/ 449913 w 881040"/>
              <a:gd name="connsiteY572" fmla="*/ 1035523 h 1614249"/>
              <a:gd name="connsiteX573" fmla="*/ 456097 w 881040"/>
              <a:gd name="connsiteY573" fmla="*/ 1039490 h 1614249"/>
              <a:gd name="connsiteX574" fmla="*/ 436028 w 881040"/>
              <a:gd name="connsiteY574" fmla="*/ 1055183 h 1614249"/>
              <a:gd name="connsiteX575" fmla="*/ 442212 w 881040"/>
              <a:gd name="connsiteY575" fmla="*/ 1082603 h 1614249"/>
              <a:gd name="connsiteX576" fmla="*/ 431419 w 881040"/>
              <a:gd name="connsiteY576" fmla="*/ 1103547 h 1614249"/>
              <a:gd name="connsiteX577" fmla="*/ 443787 w 881040"/>
              <a:gd name="connsiteY577" fmla="*/ 1119532 h 1614249"/>
              <a:gd name="connsiteX578" fmla="*/ 458314 w 881040"/>
              <a:gd name="connsiteY578" fmla="*/ 1132366 h 1614249"/>
              <a:gd name="connsiteX579" fmla="*/ 470390 w 881040"/>
              <a:gd name="connsiteY579" fmla="*/ 1133475 h 1614249"/>
              <a:gd name="connsiteX580" fmla="*/ 462222 w 881040"/>
              <a:gd name="connsiteY580" fmla="*/ 1139425 h 1614249"/>
              <a:gd name="connsiteX581" fmla="*/ 448746 w 881040"/>
              <a:gd name="connsiteY581" fmla="*/ 1140242 h 1614249"/>
              <a:gd name="connsiteX582" fmla="*/ 437195 w 881040"/>
              <a:gd name="connsiteY582" fmla="*/ 1123791 h 1614249"/>
              <a:gd name="connsiteX583" fmla="*/ 425877 w 881040"/>
              <a:gd name="connsiteY583" fmla="*/ 1128224 h 1614249"/>
              <a:gd name="connsiteX584" fmla="*/ 435153 w 881040"/>
              <a:gd name="connsiteY584" fmla="*/ 1144326 h 1614249"/>
              <a:gd name="connsiteX585" fmla="*/ 445246 w 881040"/>
              <a:gd name="connsiteY585" fmla="*/ 1150452 h 1614249"/>
              <a:gd name="connsiteX586" fmla="*/ 429552 w 881040"/>
              <a:gd name="connsiteY586" fmla="*/ 1147010 h 1614249"/>
              <a:gd name="connsiteX587" fmla="*/ 416659 w 881040"/>
              <a:gd name="connsiteY587" fmla="*/ 1134116 h 1614249"/>
              <a:gd name="connsiteX588" fmla="*/ 384223 w 881040"/>
              <a:gd name="connsiteY588" fmla="*/ 1144384 h 1614249"/>
              <a:gd name="connsiteX589" fmla="*/ 369521 w 881040"/>
              <a:gd name="connsiteY589" fmla="*/ 1142051 h 1614249"/>
              <a:gd name="connsiteX590" fmla="*/ 336035 w 881040"/>
              <a:gd name="connsiteY590" fmla="*/ 1158736 h 1614249"/>
              <a:gd name="connsiteX591" fmla="*/ 318591 w 881040"/>
              <a:gd name="connsiteY591" fmla="*/ 1183122 h 1614249"/>
              <a:gd name="connsiteX592" fmla="*/ 294380 w 881040"/>
              <a:gd name="connsiteY592" fmla="*/ 1198465 h 1614249"/>
              <a:gd name="connsiteX593" fmla="*/ 283938 w 881040"/>
              <a:gd name="connsiteY593" fmla="*/ 1213400 h 1614249"/>
              <a:gd name="connsiteX594" fmla="*/ 299397 w 881040"/>
              <a:gd name="connsiteY594" fmla="*/ 1210716 h 1614249"/>
              <a:gd name="connsiteX595" fmla="*/ 307098 w 881040"/>
              <a:gd name="connsiteY595" fmla="*/ 1213225 h 1614249"/>
              <a:gd name="connsiteX596" fmla="*/ 309432 w 881040"/>
              <a:gd name="connsiteY596" fmla="*/ 1204240 h 1614249"/>
              <a:gd name="connsiteX597" fmla="*/ 343677 w 881040"/>
              <a:gd name="connsiteY597" fmla="*/ 1195023 h 1614249"/>
              <a:gd name="connsiteX598" fmla="*/ 340643 w 881040"/>
              <a:gd name="connsiteY598" fmla="*/ 1213166 h 1614249"/>
              <a:gd name="connsiteX599" fmla="*/ 352661 w 881040"/>
              <a:gd name="connsiteY599" fmla="*/ 1225593 h 1614249"/>
              <a:gd name="connsiteX600" fmla="*/ 339943 w 881040"/>
              <a:gd name="connsiteY600" fmla="*/ 1235044 h 1614249"/>
              <a:gd name="connsiteX601" fmla="*/ 347177 w 881040"/>
              <a:gd name="connsiteY601" fmla="*/ 1248753 h 1614249"/>
              <a:gd name="connsiteX602" fmla="*/ 355286 w 881040"/>
              <a:gd name="connsiteY602" fmla="*/ 1250679 h 1614249"/>
              <a:gd name="connsiteX603" fmla="*/ 332943 w 881040"/>
              <a:gd name="connsiteY603" fmla="*/ 1293325 h 1614249"/>
              <a:gd name="connsiteX604" fmla="*/ 316666 w 881040"/>
              <a:gd name="connsiteY604" fmla="*/ 1299042 h 1614249"/>
              <a:gd name="connsiteX605" fmla="*/ 300564 w 881040"/>
              <a:gd name="connsiteY605" fmla="*/ 1311118 h 1614249"/>
              <a:gd name="connsiteX606" fmla="*/ 292455 w 881040"/>
              <a:gd name="connsiteY606" fmla="*/ 1311585 h 1614249"/>
              <a:gd name="connsiteX607" fmla="*/ 271628 w 881040"/>
              <a:gd name="connsiteY607" fmla="*/ 1324711 h 1614249"/>
              <a:gd name="connsiteX608" fmla="*/ 256518 w 881040"/>
              <a:gd name="connsiteY608" fmla="*/ 1324711 h 1614249"/>
              <a:gd name="connsiteX609" fmla="*/ 232249 w 881040"/>
              <a:gd name="connsiteY609" fmla="*/ 1340463 h 1614249"/>
              <a:gd name="connsiteX610" fmla="*/ 251559 w 881040"/>
              <a:gd name="connsiteY610" fmla="*/ 1343146 h 1614249"/>
              <a:gd name="connsiteX611" fmla="*/ 252726 w 881040"/>
              <a:gd name="connsiteY611" fmla="*/ 1357264 h 1614249"/>
              <a:gd name="connsiteX612" fmla="*/ 238725 w 881040"/>
              <a:gd name="connsiteY612" fmla="*/ 1363974 h 1614249"/>
              <a:gd name="connsiteX613" fmla="*/ 263519 w 881040"/>
              <a:gd name="connsiteY613" fmla="*/ 1368174 h 1614249"/>
              <a:gd name="connsiteX614" fmla="*/ 257276 w 881040"/>
              <a:gd name="connsiteY614" fmla="*/ 1374183 h 1614249"/>
              <a:gd name="connsiteX615" fmla="*/ 267019 w 881040"/>
              <a:gd name="connsiteY615" fmla="*/ 1379608 h 1614249"/>
              <a:gd name="connsiteX616" fmla="*/ 280904 w 881040"/>
              <a:gd name="connsiteY616" fmla="*/ 1375641 h 1614249"/>
              <a:gd name="connsiteX617" fmla="*/ 297064 w 881040"/>
              <a:gd name="connsiteY617" fmla="*/ 1365665 h 1614249"/>
              <a:gd name="connsiteX618" fmla="*/ 323375 w 881040"/>
              <a:gd name="connsiteY618" fmla="*/ 1357090 h 1614249"/>
              <a:gd name="connsiteX619" fmla="*/ 325767 w 881040"/>
              <a:gd name="connsiteY619" fmla="*/ 1369283 h 1614249"/>
              <a:gd name="connsiteX620" fmla="*/ 346536 w 881040"/>
              <a:gd name="connsiteY620" fmla="*/ 1374241 h 1614249"/>
              <a:gd name="connsiteX621" fmla="*/ 329442 w 881040"/>
              <a:gd name="connsiteY621" fmla="*/ 1379025 h 1614249"/>
              <a:gd name="connsiteX622" fmla="*/ 327517 w 881040"/>
              <a:gd name="connsiteY622" fmla="*/ 1388768 h 1614249"/>
              <a:gd name="connsiteX623" fmla="*/ 356045 w 881040"/>
              <a:gd name="connsiteY623" fmla="*/ 1389351 h 1614249"/>
              <a:gd name="connsiteX624" fmla="*/ 356045 w 881040"/>
              <a:gd name="connsiteY624" fmla="*/ 1383984 h 1614249"/>
              <a:gd name="connsiteX625" fmla="*/ 370338 w 881040"/>
              <a:gd name="connsiteY625" fmla="*/ 1379958 h 1614249"/>
              <a:gd name="connsiteX626" fmla="*/ 384981 w 881040"/>
              <a:gd name="connsiteY626" fmla="*/ 1396877 h 1614249"/>
              <a:gd name="connsiteX627" fmla="*/ 398283 w 881040"/>
              <a:gd name="connsiteY627" fmla="*/ 1412453 h 1614249"/>
              <a:gd name="connsiteX628" fmla="*/ 430953 w 881040"/>
              <a:gd name="connsiteY628" fmla="*/ 1411812 h 1614249"/>
              <a:gd name="connsiteX629" fmla="*/ 438712 w 881040"/>
              <a:gd name="connsiteY629" fmla="*/ 1398977 h 1614249"/>
              <a:gd name="connsiteX630" fmla="*/ 454113 w 881040"/>
              <a:gd name="connsiteY630" fmla="*/ 1392268 h 1614249"/>
              <a:gd name="connsiteX631" fmla="*/ 475349 w 881040"/>
              <a:gd name="connsiteY631" fmla="*/ 1384275 h 1614249"/>
              <a:gd name="connsiteX632" fmla="*/ 483516 w 881040"/>
              <a:gd name="connsiteY632" fmla="*/ 1372491 h 1614249"/>
              <a:gd name="connsiteX633" fmla="*/ 501193 w 881040"/>
              <a:gd name="connsiteY633" fmla="*/ 1364149 h 1614249"/>
              <a:gd name="connsiteX634" fmla="*/ 476749 w 881040"/>
              <a:gd name="connsiteY634" fmla="*/ 1392560 h 1614249"/>
              <a:gd name="connsiteX635" fmla="*/ 452538 w 881040"/>
              <a:gd name="connsiteY635" fmla="*/ 1415779 h 1614249"/>
              <a:gd name="connsiteX636" fmla="*/ 451371 w 881040"/>
              <a:gd name="connsiteY636" fmla="*/ 1443140 h 1614249"/>
              <a:gd name="connsiteX637" fmla="*/ 434745 w 881040"/>
              <a:gd name="connsiteY637" fmla="*/ 1442557 h 1614249"/>
              <a:gd name="connsiteX638" fmla="*/ 421560 w 881040"/>
              <a:gd name="connsiteY638" fmla="*/ 1447282 h 1614249"/>
              <a:gd name="connsiteX639" fmla="*/ 406567 w 881040"/>
              <a:gd name="connsiteY639" fmla="*/ 1439056 h 1614249"/>
              <a:gd name="connsiteX640" fmla="*/ 364096 w 881040"/>
              <a:gd name="connsiteY640" fmla="*/ 1434389 h 1614249"/>
              <a:gd name="connsiteX641" fmla="*/ 333993 w 881040"/>
              <a:gd name="connsiteY641" fmla="*/ 1442498 h 1614249"/>
              <a:gd name="connsiteX642" fmla="*/ 334226 w 881040"/>
              <a:gd name="connsiteY642" fmla="*/ 1457666 h 1614249"/>
              <a:gd name="connsiteX643" fmla="*/ 321625 w 881040"/>
              <a:gd name="connsiteY643" fmla="*/ 1469860 h 1614249"/>
              <a:gd name="connsiteX644" fmla="*/ 305115 w 881040"/>
              <a:gd name="connsiteY644" fmla="*/ 1470093 h 1614249"/>
              <a:gd name="connsiteX645" fmla="*/ 302256 w 881040"/>
              <a:gd name="connsiteY645" fmla="*/ 1504922 h 1614249"/>
              <a:gd name="connsiteX646" fmla="*/ 284638 w 881040"/>
              <a:gd name="connsiteY646" fmla="*/ 1521081 h 1614249"/>
              <a:gd name="connsiteX647" fmla="*/ 279912 w 881040"/>
              <a:gd name="connsiteY647" fmla="*/ 1530241 h 1614249"/>
              <a:gd name="connsiteX648" fmla="*/ 260193 w 881040"/>
              <a:gd name="connsiteY648" fmla="*/ 1533683 h 1614249"/>
              <a:gd name="connsiteX649" fmla="*/ 255176 w 881040"/>
              <a:gd name="connsiteY649" fmla="*/ 1553868 h 1614249"/>
              <a:gd name="connsiteX650" fmla="*/ 246717 w 881040"/>
              <a:gd name="connsiteY650" fmla="*/ 1553868 h 1614249"/>
              <a:gd name="connsiteX651" fmla="*/ 242167 w 881040"/>
              <a:gd name="connsiteY651" fmla="*/ 1564369 h 1614249"/>
              <a:gd name="connsiteX652" fmla="*/ 218247 w 881040"/>
              <a:gd name="connsiteY652" fmla="*/ 1581696 h 1614249"/>
              <a:gd name="connsiteX653" fmla="*/ 207338 w 881040"/>
              <a:gd name="connsiteY653" fmla="*/ 1577904 h 1614249"/>
              <a:gd name="connsiteX654" fmla="*/ 190770 w 881040"/>
              <a:gd name="connsiteY654" fmla="*/ 1589688 h 1614249"/>
              <a:gd name="connsiteX655" fmla="*/ 190770 w 881040"/>
              <a:gd name="connsiteY655" fmla="*/ 1605032 h 1614249"/>
              <a:gd name="connsiteX656" fmla="*/ 208913 w 881040"/>
              <a:gd name="connsiteY656" fmla="*/ 1606082 h 1614249"/>
              <a:gd name="connsiteX657" fmla="*/ 209730 w 881040"/>
              <a:gd name="connsiteY657" fmla="*/ 1592431 h 1614249"/>
              <a:gd name="connsiteX658" fmla="*/ 231724 w 881040"/>
              <a:gd name="connsiteY658" fmla="*/ 1598264 h 1614249"/>
              <a:gd name="connsiteX659" fmla="*/ 240708 w 881040"/>
              <a:gd name="connsiteY659" fmla="*/ 1614249 h 16142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</a:cxnLst>
            <a:rect l="l" t="t" r="r" b="b"/>
            <a:pathLst>
              <a:path w="881040" h="1614249">
                <a:moveTo>
                  <a:pt x="160375" y="1040015"/>
                </a:moveTo>
                <a:lnTo>
                  <a:pt x="138381" y="1025314"/>
                </a:lnTo>
                <a:lnTo>
                  <a:pt x="123679" y="1022222"/>
                </a:lnTo>
                <a:lnTo>
                  <a:pt x="104486" y="984068"/>
                </a:lnTo>
                <a:lnTo>
                  <a:pt x="74966" y="969308"/>
                </a:lnTo>
                <a:lnTo>
                  <a:pt x="63298" y="978175"/>
                </a:lnTo>
                <a:lnTo>
                  <a:pt x="57464" y="1006237"/>
                </a:lnTo>
                <a:lnTo>
                  <a:pt x="42646" y="1009154"/>
                </a:lnTo>
                <a:lnTo>
                  <a:pt x="0" y="969308"/>
                </a:lnTo>
                <a:lnTo>
                  <a:pt x="22052" y="923687"/>
                </a:lnTo>
                <a:lnTo>
                  <a:pt x="42646" y="920770"/>
                </a:lnTo>
                <a:lnTo>
                  <a:pt x="48597" y="903151"/>
                </a:lnTo>
                <a:lnTo>
                  <a:pt x="62073" y="895742"/>
                </a:lnTo>
                <a:lnTo>
                  <a:pt x="71874" y="885416"/>
                </a:lnTo>
                <a:lnTo>
                  <a:pt x="91126" y="881682"/>
                </a:lnTo>
                <a:lnTo>
                  <a:pt x="97310" y="874565"/>
                </a:lnTo>
                <a:lnTo>
                  <a:pt x="108861" y="873398"/>
                </a:lnTo>
                <a:lnTo>
                  <a:pt x="128230" y="860738"/>
                </a:lnTo>
                <a:lnTo>
                  <a:pt x="159091" y="863772"/>
                </a:lnTo>
                <a:lnTo>
                  <a:pt x="174201" y="871881"/>
                </a:lnTo>
                <a:lnTo>
                  <a:pt x="176126" y="890666"/>
                </a:lnTo>
                <a:lnTo>
                  <a:pt x="205763" y="932962"/>
                </a:lnTo>
                <a:lnTo>
                  <a:pt x="190770" y="943930"/>
                </a:lnTo>
                <a:lnTo>
                  <a:pt x="218189" y="945506"/>
                </a:lnTo>
                <a:lnTo>
                  <a:pt x="224315" y="990135"/>
                </a:lnTo>
                <a:lnTo>
                  <a:pt x="212705" y="955190"/>
                </a:lnTo>
                <a:lnTo>
                  <a:pt x="201562" y="956823"/>
                </a:lnTo>
                <a:lnTo>
                  <a:pt x="207338" y="968491"/>
                </a:lnTo>
                <a:lnTo>
                  <a:pt x="201562" y="984243"/>
                </a:lnTo>
                <a:lnTo>
                  <a:pt x="216614" y="987160"/>
                </a:lnTo>
                <a:lnTo>
                  <a:pt x="213289" y="1004195"/>
                </a:lnTo>
                <a:lnTo>
                  <a:pt x="189253" y="1001045"/>
                </a:lnTo>
                <a:lnTo>
                  <a:pt x="187794" y="1015221"/>
                </a:lnTo>
                <a:lnTo>
                  <a:pt x="172276" y="1027822"/>
                </a:lnTo>
                <a:lnTo>
                  <a:pt x="163117" y="1025605"/>
                </a:lnTo>
                <a:lnTo>
                  <a:pt x="164517" y="1040482"/>
                </a:lnTo>
                <a:lnTo>
                  <a:pt x="160491" y="1040015"/>
                </a:lnTo>
                <a:close/>
                <a:moveTo>
                  <a:pt x="588177" y="144448"/>
                </a:moveTo>
                <a:lnTo>
                  <a:pt x="596928" y="127821"/>
                </a:lnTo>
                <a:lnTo>
                  <a:pt x="602820" y="133597"/>
                </a:lnTo>
                <a:lnTo>
                  <a:pt x="588177" y="144448"/>
                </a:lnTo>
                <a:close/>
                <a:moveTo>
                  <a:pt x="626389" y="22927"/>
                </a:moveTo>
                <a:lnTo>
                  <a:pt x="620847" y="13418"/>
                </a:lnTo>
                <a:lnTo>
                  <a:pt x="634207" y="0"/>
                </a:lnTo>
                <a:lnTo>
                  <a:pt x="626389" y="22869"/>
                </a:lnTo>
                <a:close/>
                <a:moveTo>
                  <a:pt x="584093" y="70182"/>
                </a:moveTo>
                <a:lnTo>
                  <a:pt x="586310" y="45738"/>
                </a:lnTo>
                <a:lnTo>
                  <a:pt x="572775" y="49122"/>
                </a:lnTo>
                <a:lnTo>
                  <a:pt x="568983" y="61723"/>
                </a:lnTo>
                <a:lnTo>
                  <a:pt x="584093" y="70182"/>
                </a:lnTo>
                <a:close/>
                <a:moveTo>
                  <a:pt x="606496" y="56472"/>
                </a:moveTo>
                <a:lnTo>
                  <a:pt x="595820" y="45505"/>
                </a:lnTo>
                <a:lnTo>
                  <a:pt x="603870" y="33603"/>
                </a:lnTo>
                <a:lnTo>
                  <a:pt x="605504" y="20827"/>
                </a:lnTo>
                <a:lnTo>
                  <a:pt x="612738" y="26369"/>
                </a:lnTo>
                <a:lnTo>
                  <a:pt x="613146" y="49238"/>
                </a:lnTo>
                <a:lnTo>
                  <a:pt x="606496" y="56589"/>
                </a:lnTo>
                <a:close/>
                <a:moveTo>
                  <a:pt x="596578" y="117087"/>
                </a:moveTo>
                <a:lnTo>
                  <a:pt x="588410" y="100752"/>
                </a:lnTo>
                <a:lnTo>
                  <a:pt x="564200" y="100110"/>
                </a:lnTo>
                <a:lnTo>
                  <a:pt x="556382" y="89668"/>
                </a:lnTo>
                <a:lnTo>
                  <a:pt x="568925" y="84475"/>
                </a:lnTo>
                <a:lnTo>
                  <a:pt x="589577" y="86809"/>
                </a:lnTo>
                <a:lnTo>
                  <a:pt x="591677" y="77125"/>
                </a:lnTo>
                <a:lnTo>
                  <a:pt x="587069" y="70124"/>
                </a:lnTo>
                <a:lnTo>
                  <a:pt x="592844" y="64173"/>
                </a:lnTo>
                <a:lnTo>
                  <a:pt x="604279" y="70124"/>
                </a:lnTo>
                <a:lnTo>
                  <a:pt x="618280" y="74908"/>
                </a:lnTo>
                <a:lnTo>
                  <a:pt x="609821" y="83717"/>
                </a:lnTo>
                <a:lnTo>
                  <a:pt x="612505" y="94918"/>
                </a:lnTo>
                <a:lnTo>
                  <a:pt x="603287" y="104719"/>
                </a:lnTo>
                <a:lnTo>
                  <a:pt x="607662" y="120937"/>
                </a:lnTo>
                <a:lnTo>
                  <a:pt x="596636" y="116970"/>
                </a:lnTo>
                <a:close/>
                <a:moveTo>
                  <a:pt x="794232" y="1396877"/>
                </a:moveTo>
                <a:lnTo>
                  <a:pt x="806249" y="1403119"/>
                </a:lnTo>
                <a:lnTo>
                  <a:pt x="816867" y="1400377"/>
                </a:lnTo>
                <a:lnTo>
                  <a:pt x="810858" y="1393143"/>
                </a:lnTo>
                <a:lnTo>
                  <a:pt x="801291" y="1393143"/>
                </a:lnTo>
                <a:lnTo>
                  <a:pt x="794232" y="1396935"/>
                </a:lnTo>
                <a:close/>
                <a:moveTo>
                  <a:pt x="585027" y="1512914"/>
                </a:moveTo>
                <a:lnTo>
                  <a:pt x="612038" y="1498796"/>
                </a:lnTo>
                <a:lnTo>
                  <a:pt x="622131" y="1506088"/>
                </a:lnTo>
                <a:lnTo>
                  <a:pt x="632165" y="1504863"/>
                </a:lnTo>
                <a:lnTo>
                  <a:pt x="625573" y="1516297"/>
                </a:lnTo>
                <a:lnTo>
                  <a:pt x="625573" y="1523473"/>
                </a:lnTo>
                <a:lnTo>
                  <a:pt x="612038" y="1525807"/>
                </a:lnTo>
                <a:lnTo>
                  <a:pt x="598211" y="1515773"/>
                </a:lnTo>
                <a:lnTo>
                  <a:pt x="585027" y="1512914"/>
                </a:lnTo>
                <a:close/>
                <a:moveTo>
                  <a:pt x="255176" y="770429"/>
                </a:moveTo>
                <a:lnTo>
                  <a:pt x="253601" y="784139"/>
                </a:lnTo>
                <a:lnTo>
                  <a:pt x="264802" y="793532"/>
                </a:lnTo>
                <a:lnTo>
                  <a:pt x="263694" y="779005"/>
                </a:lnTo>
                <a:lnTo>
                  <a:pt x="255176" y="770429"/>
                </a:lnTo>
                <a:close/>
                <a:moveTo>
                  <a:pt x="159791" y="753977"/>
                </a:moveTo>
                <a:lnTo>
                  <a:pt x="165975" y="734784"/>
                </a:lnTo>
                <a:lnTo>
                  <a:pt x="168717" y="744818"/>
                </a:lnTo>
                <a:lnTo>
                  <a:pt x="159733" y="753919"/>
                </a:lnTo>
                <a:close/>
                <a:moveTo>
                  <a:pt x="103202" y="690796"/>
                </a:moveTo>
                <a:lnTo>
                  <a:pt x="104661" y="676153"/>
                </a:lnTo>
                <a:lnTo>
                  <a:pt x="120937" y="677320"/>
                </a:lnTo>
                <a:lnTo>
                  <a:pt x="103202" y="690796"/>
                </a:lnTo>
                <a:close/>
                <a:moveTo>
                  <a:pt x="128230" y="670319"/>
                </a:moveTo>
                <a:lnTo>
                  <a:pt x="145498" y="649025"/>
                </a:lnTo>
                <a:lnTo>
                  <a:pt x="141298" y="664368"/>
                </a:lnTo>
                <a:lnTo>
                  <a:pt x="128230" y="670319"/>
                </a:lnTo>
                <a:close/>
                <a:moveTo>
                  <a:pt x="169534" y="630006"/>
                </a:moveTo>
                <a:lnTo>
                  <a:pt x="178343" y="620672"/>
                </a:lnTo>
                <a:lnTo>
                  <a:pt x="168776" y="620672"/>
                </a:lnTo>
                <a:lnTo>
                  <a:pt x="169534" y="630006"/>
                </a:lnTo>
                <a:close/>
                <a:moveTo>
                  <a:pt x="150224" y="603462"/>
                </a:moveTo>
                <a:lnTo>
                  <a:pt x="158333" y="619564"/>
                </a:lnTo>
                <a:lnTo>
                  <a:pt x="165159" y="613146"/>
                </a:lnTo>
                <a:lnTo>
                  <a:pt x="159791" y="601945"/>
                </a:lnTo>
                <a:lnTo>
                  <a:pt x="150224" y="603462"/>
                </a:lnTo>
                <a:close/>
                <a:moveTo>
                  <a:pt x="414968" y="301206"/>
                </a:moveTo>
                <a:lnTo>
                  <a:pt x="422960" y="309607"/>
                </a:lnTo>
                <a:lnTo>
                  <a:pt x="424535" y="299397"/>
                </a:lnTo>
                <a:lnTo>
                  <a:pt x="414968" y="301206"/>
                </a:lnTo>
                <a:close/>
                <a:moveTo>
                  <a:pt x="394491" y="308557"/>
                </a:moveTo>
                <a:lnTo>
                  <a:pt x="409425" y="307273"/>
                </a:lnTo>
                <a:lnTo>
                  <a:pt x="421560" y="318999"/>
                </a:lnTo>
                <a:lnTo>
                  <a:pt x="414268" y="327750"/>
                </a:lnTo>
                <a:lnTo>
                  <a:pt x="436145" y="325650"/>
                </a:lnTo>
                <a:lnTo>
                  <a:pt x="435736" y="340993"/>
                </a:lnTo>
                <a:lnTo>
                  <a:pt x="425294" y="334343"/>
                </a:lnTo>
                <a:lnTo>
                  <a:pt x="406392" y="336735"/>
                </a:lnTo>
                <a:lnTo>
                  <a:pt x="405225" y="322150"/>
                </a:lnTo>
                <a:lnTo>
                  <a:pt x="401025" y="334459"/>
                </a:lnTo>
                <a:lnTo>
                  <a:pt x="394491" y="326992"/>
                </a:lnTo>
                <a:lnTo>
                  <a:pt x="394491" y="308557"/>
                </a:lnTo>
                <a:close/>
                <a:moveTo>
                  <a:pt x="392740" y="342277"/>
                </a:moveTo>
                <a:lnTo>
                  <a:pt x="404058" y="359895"/>
                </a:lnTo>
                <a:lnTo>
                  <a:pt x="408259" y="350444"/>
                </a:lnTo>
                <a:lnTo>
                  <a:pt x="401783" y="340293"/>
                </a:lnTo>
                <a:lnTo>
                  <a:pt x="392740" y="342335"/>
                </a:lnTo>
                <a:close/>
                <a:moveTo>
                  <a:pt x="101627" y="464964"/>
                </a:moveTo>
                <a:lnTo>
                  <a:pt x="110436" y="457905"/>
                </a:lnTo>
                <a:lnTo>
                  <a:pt x="99585" y="446471"/>
                </a:lnTo>
                <a:lnTo>
                  <a:pt x="110786" y="432353"/>
                </a:lnTo>
                <a:lnTo>
                  <a:pt x="131964" y="442095"/>
                </a:lnTo>
                <a:lnTo>
                  <a:pt x="127005" y="426811"/>
                </a:lnTo>
                <a:lnTo>
                  <a:pt x="172568" y="394491"/>
                </a:lnTo>
                <a:lnTo>
                  <a:pt x="175776" y="420743"/>
                </a:lnTo>
                <a:lnTo>
                  <a:pt x="158391" y="436845"/>
                </a:lnTo>
                <a:lnTo>
                  <a:pt x="152557" y="451780"/>
                </a:lnTo>
                <a:lnTo>
                  <a:pt x="158741" y="456447"/>
                </a:lnTo>
                <a:lnTo>
                  <a:pt x="146082" y="474532"/>
                </a:lnTo>
                <a:lnTo>
                  <a:pt x="128347" y="469982"/>
                </a:lnTo>
                <a:lnTo>
                  <a:pt x="110903" y="472724"/>
                </a:lnTo>
                <a:lnTo>
                  <a:pt x="101744" y="465023"/>
                </a:lnTo>
                <a:close/>
                <a:moveTo>
                  <a:pt x="100344" y="494134"/>
                </a:moveTo>
                <a:lnTo>
                  <a:pt x="113120" y="503760"/>
                </a:lnTo>
                <a:lnTo>
                  <a:pt x="135522" y="484041"/>
                </a:lnTo>
                <a:lnTo>
                  <a:pt x="119712" y="477449"/>
                </a:lnTo>
                <a:lnTo>
                  <a:pt x="111253" y="481766"/>
                </a:lnTo>
                <a:lnTo>
                  <a:pt x="107403" y="490109"/>
                </a:lnTo>
                <a:lnTo>
                  <a:pt x="100402" y="494134"/>
                </a:lnTo>
                <a:close/>
                <a:moveTo>
                  <a:pt x="95852" y="526162"/>
                </a:moveTo>
                <a:lnTo>
                  <a:pt x="77941" y="530596"/>
                </a:lnTo>
                <a:lnTo>
                  <a:pt x="64057" y="516536"/>
                </a:lnTo>
                <a:lnTo>
                  <a:pt x="71874" y="512161"/>
                </a:lnTo>
                <a:lnTo>
                  <a:pt x="96902" y="514903"/>
                </a:lnTo>
                <a:lnTo>
                  <a:pt x="95793" y="526221"/>
                </a:lnTo>
                <a:close/>
                <a:moveTo>
                  <a:pt x="85759" y="549265"/>
                </a:moveTo>
                <a:lnTo>
                  <a:pt x="73099" y="544306"/>
                </a:lnTo>
                <a:lnTo>
                  <a:pt x="73099" y="537947"/>
                </a:lnTo>
                <a:lnTo>
                  <a:pt x="91184" y="535088"/>
                </a:lnTo>
                <a:lnTo>
                  <a:pt x="85759" y="549265"/>
                </a:lnTo>
                <a:close/>
                <a:moveTo>
                  <a:pt x="67557" y="598795"/>
                </a:moveTo>
                <a:lnTo>
                  <a:pt x="72166" y="611338"/>
                </a:lnTo>
                <a:lnTo>
                  <a:pt x="58689" y="619622"/>
                </a:lnTo>
                <a:lnTo>
                  <a:pt x="59448" y="609004"/>
                </a:lnTo>
                <a:lnTo>
                  <a:pt x="67557" y="598853"/>
                </a:lnTo>
                <a:close/>
                <a:moveTo>
                  <a:pt x="84884" y="592086"/>
                </a:moveTo>
                <a:lnTo>
                  <a:pt x="81150" y="575109"/>
                </a:lnTo>
                <a:lnTo>
                  <a:pt x="86109" y="565717"/>
                </a:lnTo>
                <a:lnTo>
                  <a:pt x="84125" y="553524"/>
                </a:lnTo>
                <a:lnTo>
                  <a:pt x="73683" y="551598"/>
                </a:lnTo>
                <a:lnTo>
                  <a:pt x="74558" y="563383"/>
                </a:lnTo>
                <a:lnTo>
                  <a:pt x="69132" y="575984"/>
                </a:lnTo>
                <a:lnTo>
                  <a:pt x="73041" y="589402"/>
                </a:lnTo>
                <a:lnTo>
                  <a:pt x="84825" y="592086"/>
                </a:lnTo>
                <a:close/>
                <a:moveTo>
                  <a:pt x="185344" y="604104"/>
                </a:moveTo>
                <a:lnTo>
                  <a:pt x="183769" y="584502"/>
                </a:lnTo>
                <a:lnTo>
                  <a:pt x="160141" y="586894"/>
                </a:lnTo>
                <a:lnTo>
                  <a:pt x="146665" y="562741"/>
                </a:lnTo>
                <a:lnTo>
                  <a:pt x="149349" y="556499"/>
                </a:lnTo>
                <a:lnTo>
                  <a:pt x="142056" y="551015"/>
                </a:lnTo>
                <a:lnTo>
                  <a:pt x="141298" y="558482"/>
                </a:lnTo>
                <a:lnTo>
                  <a:pt x="122804" y="544773"/>
                </a:lnTo>
                <a:lnTo>
                  <a:pt x="130505" y="537305"/>
                </a:lnTo>
                <a:lnTo>
                  <a:pt x="137564" y="541914"/>
                </a:lnTo>
                <a:lnTo>
                  <a:pt x="136339" y="524296"/>
                </a:lnTo>
                <a:lnTo>
                  <a:pt x="157808" y="539289"/>
                </a:lnTo>
                <a:lnTo>
                  <a:pt x="155591" y="516478"/>
                </a:lnTo>
                <a:lnTo>
                  <a:pt x="165625" y="511636"/>
                </a:lnTo>
                <a:lnTo>
                  <a:pt x="176126" y="529313"/>
                </a:lnTo>
                <a:lnTo>
                  <a:pt x="173735" y="563383"/>
                </a:lnTo>
                <a:lnTo>
                  <a:pt x="194153" y="574234"/>
                </a:lnTo>
                <a:lnTo>
                  <a:pt x="205704" y="571959"/>
                </a:lnTo>
                <a:lnTo>
                  <a:pt x="213055" y="577326"/>
                </a:lnTo>
                <a:lnTo>
                  <a:pt x="199170" y="585260"/>
                </a:lnTo>
                <a:lnTo>
                  <a:pt x="193453" y="602879"/>
                </a:lnTo>
                <a:lnTo>
                  <a:pt x="185344" y="604162"/>
                </a:lnTo>
                <a:close/>
                <a:moveTo>
                  <a:pt x="153549" y="713607"/>
                </a:moveTo>
                <a:lnTo>
                  <a:pt x="191061" y="705147"/>
                </a:lnTo>
                <a:lnTo>
                  <a:pt x="192636" y="710981"/>
                </a:lnTo>
                <a:lnTo>
                  <a:pt x="210430" y="697622"/>
                </a:lnTo>
                <a:lnTo>
                  <a:pt x="203079" y="681228"/>
                </a:lnTo>
                <a:lnTo>
                  <a:pt x="190245" y="679186"/>
                </a:lnTo>
                <a:lnTo>
                  <a:pt x="174143" y="660810"/>
                </a:lnTo>
                <a:lnTo>
                  <a:pt x="155591" y="673878"/>
                </a:lnTo>
                <a:lnTo>
                  <a:pt x="181727" y="686712"/>
                </a:lnTo>
                <a:lnTo>
                  <a:pt x="167142" y="694646"/>
                </a:lnTo>
                <a:lnTo>
                  <a:pt x="171051" y="700889"/>
                </a:lnTo>
                <a:lnTo>
                  <a:pt x="153549" y="713432"/>
                </a:lnTo>
                <a:close/>
                <a:moveTo>
                  <a:pt x="182194" y="784431"/>
                </a:moveTo>
                <a:lnTo>
                  <a:pt x="175310" y="766054"/>
                </a:lnTo>
                <a:lnTo>
                  <a:pt x="210022" y="733792"/>
                </a:lnTo>
                <a:lnTo>
                  <a:pt x="194503" y="767979"/>
                </a:lnTo>
                <a:lnTo>
                  <a:pt x="182194" y="784431"/>
                </a:lnTo>
                <a:close/>
                <a:moveTo>
                  <a:pt x="156408" y="810042"/>
                </a:moveTo>
                <a:lnTo>
                  <a:pt x="177235" y="797382"/>
                </a:lnTo>
                <a:lnTo>
                  <a:pt x="168776" y="764537"/>
                </a:lnTo>
                <a:lnTo>
                  <a:pt x="139723" y="776438"/>
                </a:lnTo>
                <a:lnTo>
                  <a:pt x="140189" y="802282"/>
                </a:lnTo>
                <a:lnTo>
                  <a:pt x="158625" y="790440"/>
                </a:lnTo>
                <a:lnTo>
                  <a:pt x="156408" y="810100"/>
                </a:lnTo>
                <a:close/>
                <a:moveTo>
                  <a:pt x="231257" y="806133"/>
                </a:moveTo>
                <a:lnTo>
                  <a:pt x="236333" y="835536"/>
                </a:lnTo>
                <a:lnTo>
                  <a:pt x="255468" y="843237"/>
                </a:lnTo>
                <a:lnTo>
                  <a:pt x="261360" y="823285"/>
                </a:lnTo>
                <a:lnTo>
                  <a:pt x="247475" y="794698"/>
                </a:lnTo>
                <a:lnTo>
                  <a:pt x="231257" y="806133"/>
                </a:lnTo>
                <a:close/>
                <a:moveTo>
                  <a:pt x="298756" y="1141759"/>
                </a:moveTo>
                <a:lnTo>
                  <a:pt x="326584" y="1155877"/>
                </a:lnTo>
                <a:lnTo>
                  <a:pt x="350444" y="1136859"/>
                </a:lnTo>
                <a:lnTo>
                  <a:pt x="333118" y="1138842"/>
                </a:lnTo>
                <a:lnTo>
                  <a:pt x="325067" y="1122099"/>
                </a:lnTo>
                <a:lnTo>
                  <a:pt x="303773" y="1124899"/>
                </a:lnTo>
                <a:lnTo>
                  <a:pt x="298814" y="1141759"/>
                </a:lnTo>
                <a:close/>
                <a:moveTo>
                  <a:pt x="279387" y="1033715"/>
                </a:moveTo>
                <a:lnTo>
                  <a:pt x="287146" y="1007345"/>
                </a:lnTo>
                <a:lnTo>
                  <a:pt x="320400" y="978584"/>
                </a:lnTo>
                <a:lnTo>
                  <a:pt x="316899" y="995852"/>
                </a:lnTo>
                <a:lnTo>
                  <a:pt x="320866" y="1006587"/>
                </a:lnTo>
                <a:lnTo>
                  <a:pt x="296480" y="1030973"/>
                </a:lnTo>
                <a:lnTo>
                  <a:pt x="279445" y="1033715"/>
                </a:lnTo>
                <a:close/>
                <a:moveTo>
                  <a:pt x="241000" y="1614016"/>
                </a:moveTo>
                <a:lnTo>
                  <a:pt x="251851" y="1603806"/>
                </a:lnTo>
                <a:lnTo>
                  <a:pt x="247125" y="1595989"/>
                </a:lnTo>
                <a:lnTo>
                  <a:pt x="257218" y="1582454"/>
                </a:lnTo>
                <a:lnTo>
                  <a:pt x="262060" y="1588755"/>
                </a:lnTo>
                <a:lnTo>
                  <a:pt x="274487" y="1576970"/>
                </a:lnTo>
                <a:lnTo>
                  <a:pt x="282537" y="1576854"/>
                </a:lnTo>
                <a:lnTo>
                  <a:pt x="288721" y="1562036"/>
                </a:lnTo>
                <a:lnTo>
                  <a:pt x="307682" y="1566994"/>
                </a:lnTo>
                <a:lnTo>
                  <a:pt x="322266" y="1560286"/>
                </a:lnTo>
                <a:lnTo>
                  <a:pt x="334284" y="1562210"/>
                </a:lnTo>
                <a:lnTo>
                  <a:pt x="342744" y="1557427"/>
                </a:lnTo>
                <a:lnTo>
                  <a:pt x="351203" y="1568744"/>
                </a:lnTo>
                <a:lnTo>
                  <a:pt x="361295" y="1567986"/>
                </a:lnTo>
                <a:lnTo>
                  <a:pt x="375180" y="1579654"/>
                </a:lnTo>
                <a:lnTo>
                  <a:pt x="391457" y="1578721"/>
                </a:lnTo>
                <a:lnTo>
                  <a:pt x="388365" y="1568220"/>
                </a:lnTo>
                <a:lnTo>
                  <a:pt x="401025" y="1562327"/>
                </a:lnTo>
                <a:lnTo>
                  <a:pt x="404467" y="1552468"/>
                </a:lnTo>
                <a:lnTo>
                  <a:pt x="401025" y="1534908"/>
                </a:lnTo>
                <a:lnTo>
                  <a:pt x="412226" y="1523882"/>
                </a:lnTo>
                <a:lnTo>
                  <a:pt x="421560" y="1522715"/>
                </a:lnTo>
                <a:lnTo>
                  <a:pt x="425294" y="1515539"/>
                </a:lnTo>
                <a:lnTo>
                  <a:pt x="461581" y="1507138"/>
                </a:lnTo>
                <a:lnTo>
                  <a:pt x="480599" y="1508713"/>
                </a:lnTo>
                <a:lnTo>
                  <a:pt x="502477" y="1523882"/>
                </a:lnTo>
                <a:lnTo>
                  <a:pt x="510644" y="1520731"/>
                </a:lnTo>
                <a:lnTo>
                  <a:pt x="534563" y="1521898"/>
                </a:lnTo>
                <a:lnTo>
                  <a:pt x="547223" y="1526624"/>
                </a:lnTo>
                <a:lnTo>
                  <a:pt x="553465" y="1511164"/>
                </a:lnTo>
                <a:lnTo>
                  <a:pt x="575517" y="1500138"/>
                </a:lnTo>
                <a:lnTo>
                  <a:pt x="590511" y="1504338"/>
                </a:lnTo>
                <a:lnTo>
                  <a:pt x="611688" y="1490220"/>
                </a:lnTo>
                <a:lnTo>
                  <a:pt x="626681" y="1493720"/>
                </a:lnTo>
                <a:lnTo>
                  <a:pt x="634499" y="1492553"/>
                </a:lnTo>
                <a:lnTo>
                  <a:pt x="644941" y="1484619"/>
                </a:lnTo>
                <a:lnTo>
                  <a:pt x="648150" y="1492437"/>
                </a:lnTo>
                <a:lnTo>
                  <a:pt x="660810" y="1499788"/>
                </a:lnTo>
                <a:lnTo>
                  <a:pt x="675453" y="1489986"/>
                </a:lnTo>
                <a:lnTo>
                  <a:pt x="708531" y="1489345"/>
                </a:lnTo>
                <a:lnTo>
                  <a:pt x="729358" y="1485144"/>
                </a:lnTo>
                <a:lnTo>
                  <a:pt x="749310" y="1491795"/>
                </a:lnTo>
                <a:lnTo>
                  <a:pt x="759520" y="1493604"/>
                </a:lnTo>
                <a:lnTo>
                  <a:pt x="774513" y="1481235"/>
                </a:lnTo>
                <a:lnTo>
                  <a:pt x="791140" y="1478085"/>
                </a:lnTo>
                <a:lnTo>
                  <a:pt x="805724" y="1464376"/>
                </a:lnTo>
                <a:lnTo>
                  <a:pt x="815759" y="1463500"/>
                </a:lnTo>
                <a:lnTo>
                  <a:pt x="826260" y="1465893"/>
                </a:lnTo>
                <a:lnTo>
                  <a:pt x="823985" y="1454633"/>
                </a:lnTo>
                <a:lnTo>
                  <a:pt x="847437" y="1438415"/>
                </a:lnTo>
                <a:lnTo>
                  <a:pt x="862255" y="1435264"/>
                </a:lnTo>
                <a:lnTo>
                  <a:pt x="863364" y="1420330"/>
                </a:lnTo>
                <a:lnTo>
                  <a:pt x="859047" y="1409828"/>
                </a:lnTo>
                <a:lnTo>
                  <a:pt x="863714" y="1397577"/>
                </a:lnTo>
                <a:lnTo>
                  <a:pt x="836994" y="1398510"/>
                </a:lnTo>
                <a:lnTo>
                  <a:pt x="818034" y="1405569"/>
                </a:lnTo>
                <a:lnTo>
                  <a:pt x="807241" y="1407611"/>
                </a:lnTo>
                <a:lnTo>
                  <a:pt x="789623" y="1401194"/>
                </a:lnTo>
                <a:lnTo>
                  <a:pt x="783030" y="1399560"/>
                </a:lnTo>
                <a:lnTo>
                  <a:pt x="789156" y="1393785"/>
                </a:lnTo>
                <a:lnTo>
                  <a:pt x="794523" y="1393085"/>
                </a:lnTo>
                <a:lnTo>
                  <a:pt x="796273" y="1389468"/>
                </a:lnTo>
                <a:lnTo>
                  <a:pt x="780230" y="1385501"/>
                </a:lnTo>
                <a:lnTo>
                  <a:pt x="766229" y="1390576"/>
                </a:lnTo>
                <a:lnTo>
                  <a:pt x="785714" y="1377100"/>
                </a:lnTo>
                <a:lnTo>
                  <a:pt x="798490" y="1378325"/>
                </a:lnTo>
                <a:lnTo>
                  <a:pt x="814300" y="1370683"/>
                </a:lnTo>
                <a:lnTo>
                  <a:pt x="809691" y="1357440"/>
                </a:lnTo>
                <a:lnTo>
                  <a:pt x="794348" y="1357440"/>
                </a:lnTo>
                <a:lnTo>
                  <a:pt x="805724" y="1347289"/>
                </a:lnTo>
                <a:lnTo>
                  <a:pt x="814359" y="1339063"/>
                </a:lnTo>
                <a:lnTo>
                  <a:pt x="823576" y="1346822"/>
                </a:lnTo>
                <a:lnTo>
                  <a:pt x="837869" y="1336554"/>
                </a:lnTo>
                <a:lnTo>
                  <a:pt x="843762" y="1327453"/>
                </a:lnTo>
                <a:lnTo>
                  <a:pt x="836761" y="1325995"/>
                </a:lnTo>
                <a:lnTo>
                  <a:pt x="841370" y="1318994"/>
                </a:lnTo>
                <a:lnTo>
                  <a:pt x="824801" y="1317010"/>
                </a:lnTo>
                <a:lnTo>
                  <a:pt x="831277" y="1306101"/>
                </a:lnTo>
                <a:lnTo>
                  <a:pt x="841720" y="1308784"/>
                </a:lnTo>
                <a:lnTo>
                  <a:pt x="844870" y="1316485"/>
                </a:lnTo>
                <a:lnTo>
                  <a:pt x="856830" y="1300909"/>
                </a:lnTo>
                <a:lnTo>
                  <a:pt x="868323" y="1296066"/>
                </a:lnTo>
                <a:lnTo>
                  <a:pt x="870306" y="1266547"/>
                </a:lnTo>
                <a:lnTo>
                  <a:pt x="881040" y="1239011"/>
                </a:lnTo>
                <a:lnTo>
                  <a:pt x="872523" y="1227985"/>
                </a:lnTo>
                <a:lnTo>
                  <a:pt x="867856" y="1202782"/>
                </a:lnTo>
                <a:lnTo>
                  <a:pt x="833844" y="1176296"/>
                </a:lnTo>
                <a:lnTo>
                  <a:pt x="786647" y="1174254"/>
                </a:lnTo>
                <a:lnTo>
                  <a:pt x="757244" y="1175071"/>
                </a:lnTo>
                <a:lnTo>
                  <a:pt x="754911" y="1197065"/>
                </a:lnTo>
                <a:lnTo>
                  <a:pt x="747093" y="1209666"/>
                </a:lnTo>
                <a:lnTo>
                  <a:pt x="731692" y="1192514"/>
                </a:lnTo>
                <a:lnTo>
                  <a:pt x="713082" y="1187789"/>
                </a:lnTo>
                <a:lnTo>
                  <a:pt x="742543" y="1158677"/>
                </a:lnTo>
                <a:lnTo>
                  <a:pt x="742543" y="1140534"/>
                </a:lnTo>
                <a:lnTo>
                  <a:pt x="719207" y="1102847"/>
                </a:lnTo>
                <a:lnTo>
                  <a:pt x="709990" y="1101447"/>
                </a:lnTo>
                <a:lnTo>
                  <a:pt x="689688" y="1089487"/>
                </a:lnTo>
                <a:lnTo>
                  <a:pt x="681170" y="1075077"/>
                </a:lnTo>
                <a:lnTo>
                  <a:pt x="670669" y="1077061"/>
                </a:lnTo>
                <a:lnTo>
                  <a:pt x="663376" y="1079511"/>
                </a:lnTo>
                <a:lnTo>
                  <a:pt x="651125" y="1075135"/>
                </a:lnTo>
                <a:lnTo>
                  <a:pt x="643774" y="1075135"/>
                </a:lnTo>
                <a:lnTo>
                  <a:pt x="657543" y="1071635"/>
                </a:lnTo>
                <a:lnTo>
                  <a:pt x="666527" y="1073969"/>
                </a:lnTo>
                <a:lnTo>
                  <a:pt x="681462" y="1070877"/>
                </a:lnTo>
                <a:lnTo>
                  <a:pt x="690796" y="1074961"/>
                </a:lnTo>
                <a:lnTo>
                  <a:pt x="699080" y="1083245"/>
                </a:lnTo>
                <a:lnTo>
                  <a:pt x="709406" y="1081261"/>
                </a:lnTo>
                <a:lnTo>
                  <a:pt x="719382" y="1083653"/>
                </a:lnTo>
                <a:lnTo>
                  <a:pt x="691904" y="1049583"/>
                </a:lnTo>
                <a:lnTo>
                  <a:pt x="679303" y="1033131"/>
                </a:lnTo>
                <a:lnTo>
                  <a:pt x="687354" y="1020238"/>
                </a:lnTo>
                <a:lnTo>
                  <a:pt x="694646" y="1017380"/>
                </a:lnTo>
                <a:lnTo>
                  <a:pt x="681228" y="1010029"/>
                </a:lnTo>
                <a:lnTo>
                  <a:pt x="675394" y="1000053"/>
                </a:lnTo>
                <a:lnTo>
                  <a:pt x="669560" y="999061"/>
                </a:lnTo>
                <a:lnTo>
                  <a:pt x="653575" y="969541"/>
                </a:lnTo>
                <a:lnTo>
                  <a:pt x="629481" y="957057"/>
                </a:lnTo>
                <a:lnTo>
                  <a:pt x="595528" y="949356"/>
                </a:lnTo>
                <a:lnTo>
                  <a:pt x="593894" y="935938"/>
                </a:lnTo>
                <a:lnTo>
                  <a:pt x="586252" y="931329"/>
                </a:lnTo>
                <a:lnTo>
                  <a:pt x="575401" y="894400"/>
                </a:lnTo>
                <a:lnTo>
                  <a:pt x="562916" y="874157"/>
                </a:lnTo>
                <a:lnTo>
                  <a:pt x="554457" y="826960"/>
                </a:lnTo>
                <a:lnTo>
                  <a:pt x="544364" y="811267"/>
                </a:lnTo>
                <a:lnTo>
                  <a:pt x="535147" y="811267"/>
                </a:lnTo>
                <a:lnTo>
                  <a:pt x="506444" y="768971"/>
                </a:lnTo>
                <a:lnTo>
                  <a:pt x="489525" y="765062"/>
                </a:lnTo>
                <a:lnTo>
                  <a:pt x="476399" y="754094"/>
                </a:lnTo>
                <a:lnTo>
                  <a:pt x="454638" y="745635"/>
                </a:lnTo>
                <a:lnTo>
                  <a:pt x="446062" y="753511"/>
                </a:lnTo>
                <a:lnTo>
                  <a:pt x="429086" y="764595"/>
                </a:lnTo>
                <a:lnTo>
                  <a:pt x="405108" y="756661"/>
                </a:lnTo>
                <a:lnTo>
                  <a:pt x="393732" y="758411"/>
                </a:lnTo>
                <a:lnTo>
                  <a:pt x="374363" y="752286"/>
                </a:lnTo>
                <a:lnTo>
                  <a:pt x="368530" y="741726"/>
                </a:lnTo>
                <a:lnTo>
                  <a:pt x="380081" y="747443"/>
                </a:lnTo>
                <a:lnTo>
                  <a:pt x="403241" y="749252"/>
                </a:lnTo>
                <a:lnTo>
                  <a:pt x="422552" y="742893"/>
                </a:lnTo>
                <a:lnTo>
                  <a:pt x="428269" y="727783"/>
                </a:lnTo>
                <a:lnTo>
                  <a:pt x="447988" y="728367"/>
                </a:lnTo>
                <a:lnTo>
                  <a:pt x="465781" y="714948"/>
                </a:lnTo>
                <a:lnTo>
                  <a:pt x="447696" y="706489"/>
                </a:lnTo>
                <a:lnTo>
                  <a:pt x="446471" y="695930"/>
                </a:lnTo>
                <a:lnTo>
                  <a:pt x="439120" y="690096"/>
                </a:lnTo>
                <a:lnTo>
                  <a:pt x="414151" y="703514"/>
                </a:lnTo>
                <a:lnTo>
                  <a:pt x="409834" y="698555"/>
                </a:lnTo>
                <a:lnTo>
                  <a:pt x="429144" y="684379"/>
                </a:lnTo>
                <a:lnTo>
                  <a:pt x="452188" y="685720"/>
                </a:lnTo>
                <a:lnTo>
                  <a:pt x="465723" y="673936"/>
                </a:lnTo>
                <a:lnTo>
                  <a:pt x="468115" y="663376"/>
                </a:lnTo>
                <a:lnTo>
                  <a:pt x="477449" y="657368"/>
                </a:lnTo>
                <a:lnTo>
                  <a:pt x="490809" y="631056"/>
                </a:lnTo>
                <a:lnTo>
                  <a:pt x="499268" y="618864"/>
                </a:lnTo>
                <a:lnTo>
                  <a:pt x="498218" y="610229"/>
                </a:lnTo>
                <a:lnTo>
                  <a:pt x="507902" y="592611"/>
                </a:lnTo>
                <a:lnTo>
                  <a:pt x="504402" y="586369"/>
                </a:lnTo>
                <a:lnTo>
                  <a:pt x="512919" y="562041"/>
                </a:lnTo>
                <a:lnTo>
                  <a:pt x="528963" y="548215"/>
                </a:lnTo>
                <a:lnTo>
                  <a:pt x="528963" y="532580"/>
                </a:lnTo>
                <a:lnTo>
                  <a:pt x="504985" y="510761"/>
                </a:lnTo>
                <a:lnTo>
                  <a:pt x="500085" y="514728"/>
                </a:lnTo>
                <a:lnTo>
                  <a:pt x="459130" y="516070"/>
                </a:lnTo>
                <a:lnTo>
                  <a:pt x="434045" y="511461"/>
                </a:lnTo>
                <a:lnTo>
                  <a:pt x="426811" y="516536"/>
                </a:lnTo>
                <a:lnTo>
                  <a:pt x="414384" y="516653"/>
                </a:lnTo>
                <a:lnTo>
                  <a:pt x="398924" y="511228"/>
                </a:lnTo>
                <a:lnTo>
                  <a:pt x="388190" y="511636"/>
                </a:lnTo>
                <a:lnTo>
                  <a:pt x="386556" y="517178"/>
                </a:lnTo>
                <a:lnTo>
                  <a:pt x="371213" y="521845"/>
                </a:lnTo>
                <a:lnTo>
                  <a:pt x="354586" y="531063"/>
                </a:lnTo>
                <a:lnTo>
                  <a:pt x="347936" y="530538"/>
                </a:lnTo>
                <a:lnTo>
                  <a:pt x="336676" y="539755"/>
                </a:lnTo>
                <a:lnTo>
                  <a:pt x="333234" y="536255"/>
                </a:lnTo>
                <a:lnTo>
                  <a:pt x="348344" y="518812"/>
                </a:lnTo>
                <a:lnTo>
                  <a:pt x="364154" y="493317"/>
                </a:lnTo>
                <a:lnTo>
                  <a:pt x="352603" y="499676"/>
                </a:lnTo>
                <a:lnTo>
                  <a:pt x="338310" y="494192"/>
                </a:lnTo>
                <a:lnTo>
                  <a:pt x="346652" y="488650"/>
                </a:lnTo>
                <a:lnTo>
                  <a:pt x="349803" y="476866"/>
                </a:lnTo>
                <a:lnTo>
                  <a:pt x="389648" y="446879"/>
                </a:lnTo>
                <a:lnTo>
                  <a:pt x="401200" y="427219"/>
                </a:lnTo>
                <a:lnTo>
                  <a:pt x="414734" y="422610"/>
                </a:lnTo>
                <a:lnTo>
                  <a:pt x="421327" y="404875"/>
                </a:lnTo>
                <a:lnTo>
                  <a:pt x="414268" y="397057"/>
                </a:lnTo>
                <a:lnTo>
                  <a:pt x="421968" y="384515"/>
                </a:lnTo>
                <a:lnTo>
                  <a:pt x="421327" y="376580"/>
                </a:lnTo>
                <a:lnTo>
                  <a:pt x="401200" y="376872"/>
                </a:lnTo>
                <a:lnTo>
                  <a:pt x="393149" y="385390"/>
                </a:lnTo>
                <a:lnTo>
                  <a:pt x="380431" y="381481"/>
                </a:lnTo>
                <a:lnTo>
                  <a:pt x="361062" y="390173"/>
                </a:lnTo>
                <a:lnTo>
                  <a:pt x="343327" y="388365"/>
                </a:lnTo>
                <a:lnTo>
                  <a:pt x="328275" y="394724"/>
                </a:lnTo>
                <a:lnTo>
                  <a:pt x="319700" y="394724"/>
                </a:lnTo>
                <a:lnTo>
                  <a:pt x="310832" y="402950"/>
                </a:lnTo>
                <a:lnTo>
                  <a:pt x="312815" y="393907"/>
                </a:lnTo>
                <a:lnTo>
                  <a:pt x="304706" y="390348"/>
                </a:lnTo>
                <a:lnTo>
                  <a:pt x="288138" y="404992"/>
                </a:lnTo>
                <a:lnTo>
                  <a:pt x="293213" y="391982"/>
                </a:lnTo>
                <a:lnTo>
                  <a:pt x="270403" y="381423"/>
                </a:lnTo>
                <a:lnTo>
                  <a:pt x="266494" y="395541"/>
                </a:lnTo>
                <a:lnTo>
                  <a:pt x="258793" y="401491"/>
                </a:lnTo>
                <a:lnTo>
                  <a:pt x="261127" y="414501"/>
                </a:lnTo>
                <a:lnTo>
                  <a:pt x="256460" y="414851"/>
                </a:lnTo>
                <a:lnTo>
                  <a:pt x="257218" y="430836"/>
                </a:lnTo>
                <a:lnTo>
                  <a:pt x="240708" y="434628"/>
                </a:lnTo>
                <a:lnTo>
                  <a:pt x="248876" y="448163"/>
                </a:lnTo>
                <a:lnTo>
                  <a:pt x="241817" y="461872"/>
                </a:lnTo>
                <a:lnTo>
                  <a:pt x="233649" y="462339"/>
                </a:lnTo>
                <a:lnTo>
                  <a:pt x="253368" y="479958"/>
                </a:lnTo>
                <a:lnTo>
                  <a:pt x="260252" y="492326"/>
                </a:lnTo>
                <a:lnTo>
                  <a:pt x="240300" y="482350"/>
                </a:lnTo>
                <a:lnTo>
                  <a:pt x="233007" y="488534"/>
                </a:lnTo>
                <a:lnTo>
                  <a:pt x="218364" y="478908"/>
                </a:lnTo>
                <a:lnTo>
                  <a:pt x="217606" y="485967"/>
                </a:lnTo>
                <a:lnTo>
                  <a:pt x="221281" y="495242"/>
                </a:lnTo>
                <a:lnTo>
                  <a:pt x="216731" y="502302"/>
                </a:lnTo>
                <a:lnTo>
                  <a:pt x="209030" y="487075"/>
                </a:lnTo>
                <a:lnTo>
                  <a:pt x="202146" y="503293"/>
                </a:lnTo>
                <a:lnTo>
                  <a:pt x="209847" y="511753"/>
                </a:lnTo>
                <a:lnTo>
                  <a:pt x="203663" y="520095"/>
                </a:lnTo>
                <a:lnTo>
                  <a:pt x="215622" y="533747"/>
                </a:lnTo>
                <a:lnTo>
                  <a:pt x="227115" y="534097"/>
                </a:lnTo>
                <a:lnTo>
                  <a:pt x="213697" y="539230"/>
                </a:lnTo>
                <a:lnTo>
                  <a:pt x="199871" y="531471"/>
                </a:lnTo>
                <a:lnTo>
                  <a:pt x="202962" y="553699"/>
                </a:lnTo>
                <a:lnTo>
                  <a:pt x="202496" y="561224"/>
                </a:lnTo>
                <a:lnTo>
                  <a:pt x="228107" y="557141"/>
                </a:lnTo>
                <a:lnTo>
                  <a:pt x="211422" y="565425"/>
                </a:lnTo>
                <a:lnTo>
                  <a:pt x="209672" y="570092"/>
                </a:lnTo>
                <a:lnTo>
                  <a:pt x="214980" y="573242"/>
                </a:lnTo>
                <a:lnTo>
                  <a:pt x="231199" y="567467"/>
                </a:lnTo>
                <a:lnTo>
                  <a:pt x="227232" y="571550"/>
                </a:lnTo>
                <a:lnTo>
                  <a:pt x="233824" y="579776"/>
                </a:lnTo>
                <a:lnTo>
                  <a:pt x="221923" y="574934"/>
                </a:lnTo>
                <a:lnTo>
                  <a:pt x="217139" y="578143"/>
                </a:lnTo>
                <a:lnTo>
                  <a:pt x="213755" y="588935"/>
                </a:lnTo>
                <a:lnTo>
                  <a:pt x="220231" y="593603"/>
                </a:lnTo>
                <a:lnTo>
                  <a:pt x="210605" y="595236"/>
                </a:lnTo>
                <a:lnTo>
                  <a:pt x="204421" y="604629"/>
                </a:lnTo>
                <a:lnTo>
                  <a:pt x="215564" y="608479"/>
                </a:lnTo>
                <a:lnTo>
                  <a:pt x="218072" y="616997"/>
                </a:lnTo>
                <a:lnTo>
                  <a:pt x="199929" y="610054"/>
                </a:lnTo>
                <a:lnTo>
                  <a:pt x="196312" y="622131"/>
                </a:lnTo>
                <a:lnTo>
                  <a:pt x="203604" y="627148"/>
                </a:lnTo>
                <a:lnTo>
                  <a:pt x="199404" y="635140"/>
                </a:lnTo>
                <a:lnTo>
                  <a:pt x="190828" y="641441"/>
                </a:lnTo>
                <a:lnTo>
                  <a:pt x="172976" y="641908"/>
                </a:lnTo>
                <a:lnTo>
                  <a:pt x="165217" y="649900"/>
                </a:lnTo>
                <a:lnTo>
                  <a:pt x="172043" y="654217"/>
                </a:lnTo>
                <a:lnTo>
                  <a:pt x="187153" y="653109"/>
                </a:lnTo>
                <a:lnTo>
                  <a:pt x="197304" y="656376"/>
                </a:lnTo>
                <a:lnTo>
                  <a:pt x="195028" y="660751"/>
                </a:lnTo>
                <a:lnTo>
                  <a:pt x="183302" y="660751"/>
                </a:lnTo>
                <a:cubicBezTo>
                  <a:pt x="183302" y="660751"/>
                  <a:pt x="199112" y="675628"/>
                  <a:pt x="199112" y="675628"/>
                </a:cubicBezTo>
                <a:lnTo>
                  <a:pt x="204071" y="673761"/>
                </a:lnTo>
                <a:lnTo>
                  <a:pt x="212238" y="682220"/>
                </a:lnTo>
                <a:lnTo>
                  <a:pt x="253484" y="640566"/>
                </a:lnTo>
                <a:lnTo>
                  <a:pt x="246892" y="653109"/>
                </a:lnTo>
                <a:lnTo>
                  <a:pt x="253134" y="656959"/>
                </a:lnTo>
                <a:lnTo>
                  <a:pt x="240825" y="661393"/>
                </a:lnTo>
                <a:lnTo>
                  <a:pt x="230790" y="685254"/>
                </a:lnTo>
                <a:lnTo>
                  <a:pt x="231899" y="691263"/>
                </a:lnTo>
                <a:lnTo>
                  <a:pt x="219006" y="715590"/>
                </a:lnTo>
                <a:lnTo>
                  <a:pt x="224431" y="718682"/>
                </a:lnTo>
                <a:lnTo>
                  <a:pt x="213697" y="747735"/>
                </a:lnTo>
                <a:lnTo>
                  <a:pt x="216381" y="766520"/>
                </a:lnTo>
                <a:lnTo>
                  <a:pt x="208680" y="777547"/>
                </a:lnTo>
                <a:lnTo>
                  <a:pt x="214514" y="786939"/>
                </a:lnTo>
                <a:lnTo>
                  <a:pt x="221864" y="783264"/>
                </a:lnTo>
                <a:lnTo>
                  <a:pt x="208738" y="804149"/>
                </a:lnTo>
                <a:lnTo>
                  <a:pt x="206405" y="833144"/>
                </a:lnTo>
                <a:lnTo>
                  <a:pt x="196779" y="842653"/>
                </a:lnTo>
                <a:lnTo>
                  <a:pt x="197479" y="849596"/>
                </a:lnTo>
                <a:lnTo>
                  <a:pt x="219006" y="849596"/>
                </a:lnTo>
                <a:lnTo>
                  <a:pt x="216089" y="834661"/>
                </a:lnTo>
                <a:lnTo>
                  <a:pt x="225306" y="813017"/>
                </a:lnTo>
                <a:lnTo>
                  <a:pt x="224431" y="799774"/>
                </a:lnTo>
                <a:lnTo>
                  <a:pt x="235691" y="786064"/>
                </a:lnTo>
                <a:lnTo>
                  <a:pt x="227115" y="750069"/>
                </a:lnTo>
                <a:lnTo>
                  <a:pt x="235282" y="749952"/>
                </a:lnTo>
                <a:lnTo>
                  <a:pt x="260718" y="719324"/>
                </a:lnTo>
                <a:lnTo>
                  <a:pt x="241583" y="748435"/>
                </a:lnTo>
                <a:lnTo>
                  <a:pt x="239191" y="769496"/>
                </a:lnTo>
                <a:lnTo>
                  <a:pt x="246542" y="774980"/>
                </a:lnTo>
                <a:lnTo>
                  <a:pt x="248000" y="762495"/>
                </a:lnTo>
                <a:lnTo>
                  <a:pt x="260718" y="751819"/>
                </a:lnTo>
                <a:lnTo>
                  <a:pt x="266669" y="771421"/>
                </a:lnTo>
                <a:lnTo>
                  <a:pt x="277112" y="747735"/>
                </a:lnTo>
                <a:lnTo>
                  <a:pt x="274895" y="731284"/>
                </a:lnTo>
                <a:lnTo>
                  <a:pt x="283296" y="727025"/>
                </a:lnTo>
                <a:lnTo>
                  <a:pt x="279795" y="748144"/>
                </a:lnTo>
                <a:lnTo>
                  <a:pt x="301381" y="764478"/>
                </a:lnTo>
                <a:lnTo>
                  <a:pt x="282887" y="759520"/>
                </a:lnTo>
                <a:lnTo>
                  <a:pt x="276295" y="786589"/>
                </a:lnTo>
                <a:lnTo>
                  <a:pt x="280554" y="806483"/>
                </a:lnTo>
                <a:lnTo>
                  <a:pt x="291813" y="809166"/>
                </a:lnTo>
                <a:lnTo>
                  <a:pt x="298347" y="826960"/>
                </a:lnTo>
                <a:lnTo>
                  <a:pt x="281779" y="843820"/>
                </a:lnTo>
                <a:lnTo>
                  <a:pt x="264919" y="887691"/>
                </a:lnTo>
                <a:lnTo>
                  <a:pt x="268886" y="907410"/>
                </a:lnTo>
                <a:lnTo>
                  <a:pt x="254184" y="897959"/>
                </a:lnTo>
                <a:lnTo>
                  <a:pt x="255001" y="919194"/>
                </a:lnTo>
                <a:lnTo>
                  <a:pt x="274953" y="947431"/>
                </a:lnTo>
                <a:lnTo>
                  <a:pt x="268886" y="921586"/>
                </a:lnTo>
                <a:lnTo>
                  <a:pt x="282829" y="917561"/>
                </a:lnTo>
                <a:lnTo>
                  <a:pt x="318416" y="943289"/>
                </a:lnTo>
                <a:lnTo>
                  <a:pt x="319058" y="922928"/>
                </a:lnTo>
                <a:lnTo>
                  <a:pt x="304415" y="911144"/>
                </a:lnTo>
                <a:lnTo>
                  <a:pt x="313691" y="908752"/>
                </a:lnTo>
                <a:lnTo>
                  <a:pt x="342452" y="926720"/>
                </a:lnTo>
                <a:lnTo>
                  <a:pt x="362579" y="923395"/>
                </a:lnTo>
                <a:lnTo>
                  <a:pt x="362579" y="914761"/>
                </a:lnTo>
                <a:lnTo>
                  <a:pt x="381131" y="915461"/>
                </a:lnTo>
                <a:lnTo>
                  <a:pt x="386440" y="898192"/>
                </a:lnTo>
                <a:lnTo>
                  <a:pt x="436728" y="900409"/>
                </a:lnTo>
                <a:lnTo>
                  <a:pt x="403416" y="909160"/>
                </a:lnTo>
                <a:lnTo>
                  <a:pt x="383406" y="966566"/>
                </a:lnTo>
                <a:lnTo>
                  <a:pt x="408084" y="1011312"/>
                </a:lnTo>
                <a:lnTo>
                  <a:pt x="420393" y="1004078"/>
                </a:lnTo>
                <a:lnTo>
                  <a:pt x="420393" y="1027706"/>
                </a:lnTo>
                <a:lnTo>
                  <a:pt x="436728" y="1008220"/>
                </a:lnTo>
                <a:lnTo>
                  <a:pt x="456855" y="1011137"/>
                </a:lnTo>
                <a:lnTo>
                  <a:pt x="449913" y="1035523"/>
                </a:lnTo>
                <a:lnTo>
                  <a:pt x="456097" y="1039490"/>
                </a:lnTo>
                <a:lnTo>
                  <a:pt x="436028" y="1055183"/>
                </a:lnTo>
                <a:lnTo>
                  <a:pt x="442212" y="1082603"/>
                </a:lnTo>
                <a:lnTo>
                  <a:pt x="431419" y="1103547"/>
                </a:lnTo>
                <a:lnTo>
                  <a:pt x="443787" y="1119532"/>
                </a:lnTo>
                <a:lnTo>
                  <a:pt x="458314" y="1132366"/>
                </a:lnTo>
                <a:lnTo>
                  <a:pt x="470390" y="1133475"/>
                </a:lnTo>
                <a:lnTo>
                  <a:pt x="462222" y="1139425"/>
                </a:lnTo>
                <a:lnTo>
                  <a:pt x="448746" y="1140242"/>
                </a:lnTo>
                <a:lnTo>
                  <a:pt x="437195" y="1123791"/>
                </a:lnTo>
                <a:lnTo>
                  <a:pt x="425877" y="1128224"/>
                </a:lnTo>
                <a:lnTo>
                  <a:pt x="435153" y="1144326"/>
                </a:lnTo>
                <a:lnTo>
                  <a:pt x="445246" y="1150452"/>
                </a:lnTo>
                <a:lnTo>
                  <a:pt x="429552" y="1147010"/>
                </a:lnTo>
                <a:lnTo>
                  <a:pt x="416659" y="1134116"/>
                </a:lnTo>
                <a:lnTo>
                  <a:pt x="384223" y="1144384"/>
                </a:lnTo>
                <a:lnTo>
                  <a:pt x="369521" y="1142051"/>
                </a:lnTo>
                <a:lnTo>
                  <a:pt x="336035" y="1158736"/>
                </a:lnTo>
                <a:lnTo>
                  <a:pt x="318591" y="1183122"/>
                </a:lnTo>
                <a:lnTo>
                  <a:pt x="294380" y="1198465"/>
                </a:lnTo>
                <a:lnTo>
                  <a:pt x="283938" y="1213400"/>
                </a:lnTo>
                <a:lnTo>
                  <a:pt x="299397" y="1210716"/>
                </a:lnTo>
                <a:lnTo>
                  <a:pt x="307098" y="1213225"/>
                </a:lnTo>
                <a:lnTo>
                  <a:pt x="309432" y="1204240"/>
                </a:lnTo>
                <a:lnTo>
                  <a:pt x="343677" y="1195023"/>
                </a:lnTo>
                <a:lnTo>
                  <a:pt x="340643" y="1213166"/>
                </a:lnTo>
                <a:lnTo>
                  <a:pt x="352661" y="1225593"/>
                </a:lnTo>
                <a:lnTo>
                  <a:pt x="339943" y="1235044"/>
                </a:lnTo>
                <a:lnTo>
                  <a:pt x="347177" y="1248753"/>
                </a:lnTo>
                <a:lnTo>
                  <a:pt x="355286" y="1250679"/>
                </a:lnTo>
                <a:lnTo>
                  <a:pt x="332943" y="1293325"/>
                </a:lnTo>
                <a:lnTo>
                  <a:pt x="316666" y="1299042"/>
                </a:lnTo>
                <a:lnTo>
                  <a:pt x="300564" y="1311118"/>
                </a:lnTo>
                <a:lnTo>
                  <a:pt x="292455" y="1311585"/>
                </a:lnTo>
                <a:lnTo>
                  <a:pt x="271628" y="1324711"/>
                </a:lnTo>
                <a:lnTo>
                  <a:pt x="256518" y="1324711"/>
                </a:lnTo>
                <a:lnTo>
                  <a:pt x="232249" y="1340463"/>
                </a:lnTo>
                <a:lnTo>
                  <a:pt x="251559" y="1343146"/>
                </a:lnTo>
                <a:lnTo>
                  <a:pt x="252726" y="1357264"/>
                </a:lnTo>
                <a:lnTo>
                  <a:pt x="238725" y="1363974"/>
                </a:lnTo>
                <a:lnTo>
                  <a:pt x="263519" y="1368174"/>
                </a:lnTo>
                <a:lnTo>
                  <a:pt x="257276" y="1374183"/>
                </a:lnTo>
                <a:lnTo>
                  <a:pt x="267019" y="1379608"/>
                </a:lnTo>
                <a:lnTo>
                  <a:pt x="280904" y="1375641"/>
                </a:lnTo>
                <a:lnTo>
                  <a:pt x="297064" y="1365665"/>
                </a:lnTo>
                <a:lnTo>
                  <a:pt x="323375" y="1357090"/>
                </a:lnTo>
                <a:lnTo>
                  <a:pt x="325767" y="1369283"/>
                </a:lnTo>
                <a:lnTo>
                  <a:pt x="346536" y="1374241"/>
                </a:lnTo>
                <a:lnTo>
                  <a:pt x="329442" y="1379025"/>
                </a:lnTo>
                <a:lnTo>
                  <a:pt x="327517" y="1388768"/>
                </a:lnTo>
                <a:lnTo>
                  <a:pt x="356045" y="1389351"/>
                </a:lnTo>
                <a:lnTo>
                  <a:pt x="356045" y="1383984"/>
                </a:lnTo>
                <a:lnTo>
                  <a:pt x="370338" y="1379958"/>
                </a:lnTo>
                <a:lnTo>
                  <a:pt x="384981" y="1396877"/>
                </a:lnTo>
                <a:lnTo>
                  <a:pt x="398283" y="1412453"/>
                </a:lnTo>
                <a:lnTo>
                  <a:pt x="430953" y="1411812"/>
                </a:lnTo>
                <a:lnTo>
                  <a:pt x="438712" y="1398977"/>
                </a:lnTo>
                <a:lnTo>
                  <a:pt x="454113" y="1392268"/>
                </a:lnTo>
                <a:lnTo>
                  <a:pt x="475349" y="1384275"/>
                </a:lnTo>
                <a:lnTo>
                  <a:pt x="483516" y="1372491"/>
                </a:lnTo>
                <a:lnTo>
                  <a:pt x="501193" y="1364149"/>
                </a:lnTo>
                <a:lnTo>
                  <a:pt x="476749" y="1392560"/>
                </a:lnTo>
                <a:lnTo>
                  <a:pt x="452538" y="1415779"/>
                </a:lnTo>
                <a:lnTo>
                  <a:pt x="451371" y="1443140"/>
                </a:lnTo>
                <a:lnTo>
                  <a:pt x="434745" y="1442557"/>
                </a:lnTo>
                <a:lnTo>
                  <a:pt x="421560" y="1447282"/>
                </a:lnTo>
                <a:lnTo>
                  <a:pt x="406567" y="1439056"/>
                </a:lnTo>
                <a:lnTo>
                  <a:pt x="364096" y="1434389"/>
                </a:lnTo>
                <a:lnTo>
                  <a:pt x="333993" y="1442498"/>
                </a:lnTo>
                <a:lnTo>
                  <a:pt x="334226" y="1457666"/>
                </a:lnTo>
                <a:lnTo>
                  <a:pt x="321625" y="1469860"/>
                </a:lnTo>
                <a:lnTo>
                  <a:pt x="305115" y="1470093"/>
                </a:lnTo>
                <a:lnTo>
                  <a:pt x="302256" y="1504922"/>
                </a:lnTo>
                <a:lnTo>
                  <a:pt x="284638" y="1521081"/>
                </a:lnTo>
                <a:lnTo>
                  <a:pt x="279912" y="1530241"/>
                </a:lnTo>
                <a:lnTo>
                  <a:pt x="260193" y="1533683"/>
                </a:lnTo>
                <a:lnTo>
                  <a:pt x="255176" y="1553868"/>
                </a:lnTo>
                <a:lnTo>
                  <a:pt x="246717" y="1553868"/>
                </a:lnTo>
                <a:lnTo>
                  <a:pt x="242167" y="1564369"/>
                </a:lnTo>
                <a:lnTo>
                  <a:pt x="218247" y="1581696"/>
                </a:lnTo>
                <a:lnTo>
                  <a:pt x="207338" y="1577904"/>
                </a:lnTo>
                <a:lnTo>
                  <a:pt x="190770" y="1589688"/>
                </a:lnTo>
                <a:lnTo>
                  <a:pt x="190770" y="1605032"/>
                </a:lnTo>
                <a:lnTo>
                  <a:pt x="208913" y="1606082"/>
                </a:lnTo>
                <a:lnTo>
                  <a:pt x="209730" y="1592431"/>
                </a:lnTo>
                <a:lnTo>
                  <a:pt x="231724" y="1598264"/>
                </a:lnTo>
                <a:lnTo>
                  <a:pt x="240708" y="1614249"/>
                </a:lnTo>
                <a:close/>
              </a:path>
            </a:pathLst>
          </a:custGeom>
          <a:solidFill>
            <a:srgbClr val="438AB5"/>
          </a:solidFill>
          <a:ln w="3791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5" name="Freeform: Shape 19043">
            <a:extLst>
              <a:ext uri="{FF2B5EF4-FFF2-40B4-BE49-F238E27FC236}">
                <a16:creationId xmlns:a16="http://schemas.microsoft.com/office/drawing/2014/main" id="{44FC91C6-41B9-A7B3-9AAB-4E21AD1BB248}"/>
              </a:ext>
            </a:extLst>
          </p:cNvPr>
          <p:cNvSpPr/>
          <p:nvPr/>
        </p:nvSpPr>
        <p:spPr>
          <a:xfrm>
            <a:off x="7207288" y="3883349"/>
            <a:ext cx="362928" cy="333759"/>
          </a:xfrm>
          <a:custGeom>
            <a:avLst/>
            <a:gdLst>
              <a:gd name="connsiteX0" fmla="*/ 227932 w 362928"/>
              <a:gd name="connsiteY0" fmla="*/ 333759 h 333759"/>
              <a:gd name="connsiteX1" fmla="*/ 236508 w 362928"/>
              <a:gd name="connsiteY1" fmla="*/ 311415 h 333759"/>
              <a:gd name="connsiteX2" fmla="*/ 243100 w 362928"/>
              <a:gd name="connsiteY2" fmla="*/ 277403 h 333759"/>
              <a:gd name="connsiteX3" fmla="*/ 237149 w 362928"/>
              <a:gd name="connsiteY3" fmla="*/ 247884 h 333759"/>
              <a:gd name="connsiteX4" fmla="*/ 250451 w 362928"/>
              <a:gd name="connsiteY4" fmla="*/ 231724 h 333759"/>
              <a:gd name="connsiteX5" fmla="*/ 262819 w 362928"/>
              <a:gd name="connsiteY5" fmla="*/ 211130 h 333759"/>
              <a:gd name="connsiteX6" fmla="*/ 290121 w 362928"/>
              <a:gd name="connsiteY6" fmla="*/ 204421 h 333759"/>
              <a:gd name="connsiteX7" fmla="*/ 315791 w 362928"/>
              <a:gd name="connsiteY7" fmla="*/ 210313 h 333759"/>
              <a:gd name="connsiteX8" fmla="*/ 330434 w 362928"/>
              <a:gd name="connsiteY8" fmla="*/ 202321 h 333759"/>
              <a:gd name="connsiteX9" fmla="*/ 319466 w 362928"/>
              <a:gd name="connsiteY9" fmla="*/ 183010 h 333759"/>
              <a:gd name="connsiteX10" fmla="*/ 332651 w 362928"/>
              <a:gd name="connsiteY10" fmla="*/ 173501 h 333759"/>
              <a:gd name="connsiteX11" fmla="*/ 335743 w 362928"/>
              <a:gd name="connsiteY11" fmla="*/ 151507 h 333759"/>
              <a:gd name="connsiteX12" fmla="*/ 341460 w 362928"/>
              <a:gd name="connsiteY12" fmla="*/ 139022 h 333759"/>
              <a:gd name="connsiteX13" fmla="*/ 331134 w 362928"/>
              <a:gd name="connsiteY13" fmla="*/ 129455 h 333759"/>
              <a:gd name="connsiteX14" fmla="*/ 306223 w 362928"/>
              <a:gd name="connsiteY14" fmla="*/ 130213 h 333759"/>
              <a:gd name="connsiteX15" fmla="*/ 303248 w 362928"/>
              <a:gd name="connsiteY15" fmla="*/ 116970 h 333759"/>
              <a:gd name="connsiteX16" fmla="*/ 312115 w 362928"/>
              <a:gd name="connsiteY16" fmla="*/ 97135 h 333759"/>
              <a:gd name="connsiteX17" fmla="*/ 333468 w 362928"/>
              <a:gd name="connsiteY17" fmla="*/ 106644 h 333759"/>
              <a:gd name="connsiteX18" fmla="*/ 346711 w 362928"/>
              <a:gd name="connsiteY18" fmla="*/ 95676 h 333759"/>
              <a:gd name="connsiteX19" fmla="*/ 347002 w 362928"/>
              <a:gd name="connsiteY19" fmla="*/ 75783 h 333759"/>
              <a:gd name="connsiteX20" fmla="*/ 355053 w 362928"/>
              <a:gd name="connsiteY20" fmla="*/ 58047 h 333759"/>
              <a:gd name="connsiteX21" fmla="*/ 356628 w 362928"/>
              <a:gd name="connsiteY21" fmla="*/ 46555 h 333759"/>
              <a:gd name="connsiteX22" fmla="*/ 362404 w 362928"/>
              <a:gd name="connsiteY22" fmla="*/ 39204 h 333759"/>
              <a:gd name="connsiteX23" fmla="*/ 362929 w 362928"/>
              <a:gd name="connsiteY23" fmla="*/ 34828 h 333759"/>
              <a:gd name="connsiteX24" fmla="*/ 343327 w 362928"/>
              <a:gd name="connsiteY24" fmla="*/ 28586 h 333759"/>
              <a:gd name="connsiteX25" fmla="*/ 327867 w 362928"/>
              <a:gd name="connsiteY25" fmla="*/ 14643 h 333759"/>
              <a:gd name="connsiteX26" fmla="*/ 299281 w 362928"/>
              <a:gd name="connsiteY26" fmla="*/ 0 h 333759"/>
              <a:gd name="connsiteX27" fmla="*/ 269178 w 362928"/>
              <a:gd name="connsiteY27" fmla="*/ 4609 h 333759"/>
              <a:gd name="connsiteX28" fmla="*/ 251559 w 362928"/>
              <a:gd name="connsiteY28" fmla="*/ 20010 h 333759"/>
              <a:gd name="connsiteX29" fmla="*/ 234524 w 362928"/>
              <a:gd name="connsiteY29" fmla="*/ 13068 h 333759"/>
              <a:gd name="connsiteX30" fmla="*/ 223731 w 362928"/>
              <a:gd name="connsiteY30" fmla="*/ 20010 h 333759"/>
              <a:gd name="connsiteX31" fmla="*/ 199054 w 362928"/>
              <a:gd name="connsiteY31" fmla="*/ 20710 h 333759"/>
              <a:gd name="connsiteX32" fmla="*/ 175776 w 362928"/>
              <a:gd name="connsiteY32" fmla="*/ 46263 h 333759"/>
              <a:gd name="connsiteX33" fmla="*/ 138789 w 362928"/>
              <a:gd name="connsiteY33" fmla="*/ 66273 h 333759"/>
              <a:gd name="connsiteX34" fmla="*/ 131205 w 362928"/>
              <a:gd name="connsiteY34" fmla="*/ 60848 h 333759"/>
              <a:gd name="connsiteX35" fmla="*/ 109503 w 362928"/>
              <a:gd name="connsiteY35" fmla="*/ 69365 h 333759"/>
              <a:gd name="connsiteX36" fmla="*/ 108744 w 362928"/>
              <a:gd name="connsiteY36" fmla="*/ 94101 h 333759"/>
              <a:gd name="connsiteX37" fmla="*/ 88676 w 362928"/>
              <a:gd name="connsiteY37" fmla="*/ 109503 h 333759"/>
              <a:gd name="connsiteX38" fmla="*/ 94860 w 362928"/>
              <a:gd name="connsiteY38" fmla="*/ 133480 h 333759"/>
              <a:gd name="connsiteX39" fmla="*/ 90251 w 362928"/>
              <a:gd name="connsiteY39" fmla="*/ 155124 h 333759"/>
              <a:gd name="connsiteX40" fmla="*/ 81617 w 362928"/>
              <a:gd name="connsiteY40" fmla="*/ 172801 h 333759"/>
              <a:gd name="connsiteX41" fmla="*/ 74733 w 362928"/>
              <a:gd name="connsiteY41" fmla="*/ 185111 h 333759"/>
              <a:gd name="connsiteX42" fmla="*/ 59331 w 362928"/>
              <a:gd name="connsiteY42" fmla="*/ 196662 h 333759"/>
              <a:gd name="connsiteX43" fmla="*/ 60206 w 362928"/>
              <a:gd name="connsiteY43" fmla="*/ 212238 h 333759"/>
              <a:gd name="connsiteX44" fmla="*/ 83309 w 362928"/>
              <a:gd name="connsiteY44" fmla="*/ 232949 h 333759"/>
              <a:gd name="connsiteX45" fmla="*/ 104194 w 362928"/>
              <a:gd name="connsiteY45" fmla="*/ 239016 h 333759"/>
              <a:gd name="connsiteX46" fmla="*/ 80975 w 362928"/>
              <a:gd name="connsiteY46" fmla="*/ 239016 h 333759"/>
              <a:gd name="connsiteX47" fmla="*/ 70065 w 362928"/>
              <a:gd name="connsiteY47" fmla="*/ 248350 h 333759"/>
              <a:gd name="connsiteX48" fmla="*/ 63240 w 362928"/>
              <a:gd name="connsiteY48" fmla="*/ 254534 h 333759"/>
              <a:gd name="connsiteX49" fmla="*/ 72399 w 362928"/>
              <a:gd name="connsiteY49" fmla="*/ 266202 h 333759"/>
              <a:gd name="connsiteX50" fmla="*/ 84009 w 362928"/>
              <a:gd name="connsiteY50" fmla="*/ 267602 h 333759"/>
              <a:gd name="connsiteX51" fmla="*/ 84825 w 362928"/>
              <a:gd name="connsiteY51" fmla="*/ 277695 h 333759"/>
              <a:gd name="connsiteX52" fmla="*/ 66332 w 362928"/>
              <a:gd name="connsiteY52" fmla="*/ 278454 h 333759"/>
              <a:gd name="connsiteX53" fmla="*/ 49238 w 362928"/>
              <a:gd name="connsiteY53" fmla="*/ 260660 h 333759"/>
              <a:gd name="connsiteX54" fmla="*/ 31503 w 362928"/>
              <a:gd name="connsiteY54" fmla="*/ 252259 h 333759"/>
              <a:gd name="connsiteX55" fmla="*/ 14701 w 362928"/>
              <a:gd name="connsiteY55" fmla="*/ 259202 h 333759"/>
              <a:gd name="connsiteX56" fmla="*/ 20827 w 362928"/>
              <a:gd name="connsiteY56" fmla="*/ 268419 h 333759"/>
              <a:gd name="connsiteX57" fmla="*/ 36929 w 362928"/>
              <a:gd name="connsiteY57" fmla="*/ 269994 h 333759"/>
              <a:gd name="connsiteX58" fmla="*/ 51630 w 362928"/>
              <a:gd name="connsiteY58" fmla="*/ 283937 h 333759"/>
              <a:gd name="connsiteX59" fmla="*/ 57056 w 362928"/>
              <a:gd name="connsiteY59" fmla="*/ 281604 h 333759"/>
              <a:gd name="connsiteX60" fmla="*/ 76308 w 362928"/>
              <a:gd name="connsiteY60" fmla="*/ 294730 h 333759"/>
              <a:gd name="connsiteX61" fmla="*/ 57756 w 362928"/>
              <a:gd name="connsiteY61" fmla="*/ 287729 h 333759"/>
              <a:gd name="connsiteX62" fmla="*/ 46205 w 362928"/>
              <a:gd name="connsiteY62" fmla="*/ 288488 h 333759"/>
              <a:gd name="connsiteX63" fmla="*/ 18435 w 362928"/>
              <a:gd name="connsiteY63" fmla="*/ 279212 h 333759"/>
              <a:gd name="connsiteX64" fmla="*/ 817 w 362928"/>
              <a:gd name="connsiteY64" fmla="*/ 279212 h 333759"/>
              <a:gd name="connsiteX65" fmla="*/ 0 w 362928"/>
              <a:gd name="connsiteY65" fmla="*/ 279795 h 333759"/>
              <a:gd name="connsiteX66" fmla="*/ 11493 w 362928"/>
              <a:gd name="connsiteY66" fmla="*/ 285279 h 333759"/>
              <a:gd name="connsiteX67" fmla="*/ 21002 w 362928"/>
              <a:gd name="connsiteY67" fmla="*/ 299981 h 333759"/>
              <a:gd name="connsiteX68" fmla="*/ 36462 w 362928"/>
              <a:gd name="connsiteY68" fmla="*/ 299981 h 333759"/>
              <a:gd name="connsiteX69" fmla="*/ 46730 w 362928"/>
              <a:gd name="connsiteY69" fmla="*/ 311182 h 333759"/>
              <a:gd name="connsiteX70" fmla="*/ 57756 w 362928"/>
              <a:gd name="connsiteY70" fmla="*/ 299981 h 333759"/>
              <a:gd name="connsiteX71" fmla="*/ 76891 w 362928"/>
              <a:gd name="connsiteY71" fmla="*/ 296364 h 333759"/>
              <a:gd name="connsiteX72" fmla="*/ 81325 w 362928"/>
              <a:gd name="connsiteY72" fmla="*/ 289771 h 333759"/>
              <a:gd name="connsiteX73" fmla="*/ 96026 w 362928"/>
              <a:gd name="connsiteY73" fmla="*/ 288196 h 333759"/>
              <a:gd name="connsiteX74" fmla="*/ 101860 w 362928"/>
              <a:gd name="connsiteY74" fmla="*/ 273553 h 333759"/>
              <a:gd name="connsiteX75" fmla="*/ 136397 w 362928"/>
              <a:gd name="connsiteY75" fmla="*/ 274195 h 333759"/>
              <a:gd name="connsiteX76" fmla="*/ 148182 w 362928"/>
              <a:gd name="connsiteY76" fmla="*/ 285979 h 333759"/>
              <a:gd name="connsiteX77" fmla="*/ 165859 w 362928"/>
              <a:gd name="connsiteY77" fmla="*/ 285979 h 333759"/>
              <a:gd name="connsiteX78" fmla="*/ 175426 w 362928"/>
              <a:gd name="connsiteY78" fmla="*/ 299981 h 333759"/>
              <a:gd name="connsiteX79" fmla="*/ 202671 w 362928"/>
              <a:gd name="connsiteY79" fmla="*/ 298522 h 333759"/>
              <a:gd name="connsiteX80" fmla="*/ 211655 w 362928"/>
              <a:gd name="connsiteY80" fmla="*/ 315499 h 333759"/>
              <a:gd name="connsiteX81" fmla="*/ 210605 w 362928"/>
              <a:gd name="connsiteY81" fmla="*/ 328275 h 333759"/>
              <a:gd name="connsiteX82" fmla="*/ 227932 w 362928"/>
              <a:gd name="connsiteY82" fmla="*/ 333759 h 3337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362928" h="333759">
                <a:moveTo>
                  <a:pt x="227932" y="333759"/>
                </a:moveTo>
                <a:lnTo>
                  <a:pt x="236508" y="311415"/>
                </a:lnTo>
                <a:lnTo>
                  <a:pt x="243100" y="277403"/>
                </a:lnTo>
                <a:lnTo>
                  <a:pt x="237149" y="247884"/>
                </a:lnTo>
                <a:lnTo>
                  <a:pt x="250451" y="231724"/>
                </a:lnTo>
                <a:lnTo>
                  <a:pt x="262819" y="211130"/>
                </a:lnTo>
                <a:lnTo>
                  <a:pt x="290121" y="204421"/>
                </a:lnTo>
                <a:lnTo>
                  <a:pt x="315791" y="210313"/>
                </a:lnTo>
                <a:lnTo>
                  <a:pt x="330434" y="202321"/>
                </a:lnTo>
                <a:lnTo>
                  <a:pt x="319466" y="183010"/>
                </a:lnTo>
                <a:lnTo>
                  <a:pt x="332651" y="173501"/>
                </a:lnTo>
                <a:lnTo>
                  <a:pt x="335743" y="151507"/>
                </a:lnTo>
                <a:lnTo>
                  <a:pt x="341460" y="139022"/>
                </a:lnTo>
                <a:lnTo>
                  <a:pt x="331134" y="129455"/>
                </a:lnTo>
                <a:lnTo>
                  <a:pt x="306223" y="130213"/>
                </a:lnTo>
                <a:lnTo>
                  <a:pt x="303248" y="116970"/>
                </a:lnTo>
                <a:lnTo>
                  <a:pt x="312115" y="97135"/>
                </a:lnTo>
                <a:lnTo>
                  <a:pt x="333468" y="106644"/>
                </a:lnTo>
                <a:lnTo>
                  <a:pt x="346711" y="95676"/>
                </a:lnTo>
                <a:lnTo>
                  <a:pt x="347002" y="75783"/>
                </a:lnTo>
                <a:lnTo>
                  <a:pt x="355053" y="58047"/>
                </a:lnTo>
                <a:lnTo>
                  <a:pt x="356628" y="46555"/>
                </a:lnTo>
                <a:lnTo>
                  <a:pt x="362404" y="39204"/>
                </a:lnTo>
                <a:lnTo>
                  <a:pt x="362929" y="34828"/>
                </a:lnTo>
                <a:lnTo>
                  <a:pt x="343327" y="28586"/>
                </a:lnTo>
                <a:lnTo>
                  <a:pt x="327867" y="14643"/>
                </a:lnTo>
                <a:lnTo>
                  <a:pt x="299281" y="0"/>
                </a:lnTo>
                <a:lnTo>
                  <a:pt x="269178" y="4609"/>
                </a:lnTo>
                <a:lnTo>
                  <a:pt x="251559" y="20010"/>
                </a:lnTo>
                <a:lnTo>
                  <a:pt x="234524" y="13068"/>
                </a:lnTo>
                <a:lnTo>
                  <a:pt x="223731" y="20010"/>
                </a:lnTo>
                <a:lnTo>
                  <a:pt x="199054" y="20710"/>
                </a:lnTo>
                <a:lnTo>
                  <a:pt x="175776" y="46263"/>
                </a:lnTo>
                <a:lnTo>
                  <a:pt x="138789" y="66273"/>
                </a:lnTo>
                <a:lnTo>
                  <a:pt x="131205" y="60848"/>
                </a:lnTo>
                <a:lnTo>
                  <a:pt x="109503" y="69365"/>
                </a:lnTo>
                <a:lnTo>
                  <a:pt x="108744" y="94101"/>
                </a:lnTo>
                <a:lnTo>
                  <a:pt x="88676" y="109503"/>
                </a:lnTo>
                <a:lnTo>
                  <a:pt x="94860" y="133480"/>
                </a:lnTo>
                <a:lnTo>
                  <a:pt x="90251" y="155124"/>
                </a:lnTo>
                <a:lnTo>
                  <a:pt x="81617" y="172801"/>
                </a:lnTo>
                <a:lnTo>
                  <a:pt x="74733" y="185111"/>
                </a:lnTo>
                <a:lnTo>
                  <a:pt x="59331" y="196662"/>
                </a:lnTo>
                <a:lnTo>
                  <a:pt x="60206" y="212238"/>
                </a:lnTo>
                <a:lnTo>
                  <a:pt x="83309" y="232949"/>
                </a:lnTo>
                <a:lnTo>
                  <a:pt x="104194" y="239016"/>
                </a:lnTo>
                <a:lnTo>
                  <a:pt x="80975" y="239016"/>
                </a:lnTo>
                <a:lnTo>
                  <a:pt x="70065" y="248350"/>
                </a:lnTo>
                <a:lnTo>
                  <a:pt x="63240" y="254534"/>
                </a:lnTo>
                <a:lnTo>
                  <a:pt x="72399" y="266202"/>
                </a:lnTo>
                <a:lnTo>
                  <a:pt x="84009" y="267602"/>
                </a:lnTo>
                <a:lnTo>
                  <a:pt x="84825" y="277695"/>
                </a:lnTo>
                <a:lnTo>
                  <a:pt x="66332" y="278454"/>
                </a:lnTo>
                <a:lnTo>
                  <a:pt x="49238" y="260660"/>
                </a:lnTo>
                <a:lnTo>
                  <a:pt x="31503" y="252259"/>
                </a:lnTo>
                <a:lnTo>
                  <a:pt x="14701" y="259202"/>
                </a:lnTo>
                <a:lnTo>
                  <a:pt x="20827" y="268419"/>
                </a:lnTo>
                <a:lnTo>
                  <a:pt x="36929" y="269994"/>
                </a:lnTo>
                <a:lnTo>
                  <a:pt x="51630" y="283937"/>
                </a:lnTo>
                <a:lnTo>
                  <a:pt x="57056" y="281604"/>
                </a:lnTo>
                <a:lnTo>
                  <a:pt x="76308" y="294730"/>
                </a:lnTo>
                <a:lnTo>
                  <a:pt x="57756" y="287729"/>
                </a:lnTo>
                <a:lnTo>
                  <a:pt x="46205" y="288488"/>
                </a:lnTo>
                <a:lnTo>
                  <a:pt x="18435" y="279212"/>
                </a:lnTo>
                <a:lnTo>
                  <a:pt x="817" y="279212"/>
                </a:lnTo>
                <a:lnTo>
                  <a:pt x="0" y="279795"/>
                </a:lnTo>
                <a:lnTo>
                  <a:pt x="11493" y="285279"/>
                </a:lnTo>
                <a:lnTo>
                  <a:pt x="21002" y="299981"/>
                </a:lnTo>
                <a:lnTo>
                  <a:pt x="36462" y="299981"/>
                </a:lnTo>
                <a:lnTo>
                  <a:pt x="46730" y="311182"/>
                </a:lnTo>
                <a:lnTo>
                  <a:pt x="57756" y="299981"/>
                </a:lnTo>
                <a:lnTo>
                  <a:pt x="76891" y="296364"/>
                </a:lnTo>
                <a:lnTo>
                  <a:pt x="81325" y="289771"/>
                </a:lnTo>
                <a:lnTo>
                  <a:pt x="96026" y="288196"/>
                </a:lnTo>
                <a:lnTo>
                  <a:pt x="101860" y="273553"/>
                </a:lnTo>
                <a:lnTo>
                  <a:pt x="136397" y="274195"/>
                </a:lnTo>
                <a:lnTo>
                  <a:pt x="148182" y="285979"/>
                </a:lnTo>
                <a:lnTo>
                  <a:pt x="165859" y="285979"/>
                </a:lnTo>
                <a:lnTo>
                  <a:pt x="175426" y="299981"/>
                </a:lnTo>
                <a:lnTo>
                  <a:pt x="202671" y="298522"/>
                </a:lnTo>
                <a:lnTo>
                  <a:pt x="211655" y="315499"/>
                </a:lnTo>
                <a:lnTo>
                  <a:pt x="210605" y="328275"/>
                </a:lnTo>
                <a:lnTo>
                  <a:pt x="227932" y="333759"/>
                </a:lnTo>
                <a:close/>
              </a:path>
            </a:pathLst>
          </a:custGeom>
          <a:solidFill>
            <a:srgbClr val="438AB5"/>
          </a:solidFill>
          <a:ln w="2625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6" name="Freeform: Shape 19044">
            <a:extLst>
              <a:ext uri="{FF2B5EF4-FFF2-40B4-BE49-F238E27FC236}">
                <a16:creationId xmlns:a16="http://schemas.microsoft.com/office/drawing/2014/main" id="{435C1E9B-C73A-398B-A2B3-5DD9DB6B43C4}"/>
              </a:ext>
            </a:extLst>
          </p:cNvPr>
          <p:cNvSpPr/>
          <p:nvPr/>
        </p:nvSpPr>
        <p:spPr>
          <a:xfrm>
            <a:off x="7172459" y="4156902"/>
            <a:ext cx="285921" cy="246250"/>
          </a:xfrm>
          <a:custGeom>
            <a:avLst/>
            <a:gdLst>
              <a:gd name="connsiteX0" fmla="*/ 274136 w 285921"/>
              <a:gd name="connsiteY0" fmla="*/ 166792 h 246250"/>
              <a:gd name="connsiteX1" fmla="*/ 285921 w 285921"/>
              <a:gd name="connsiteY1" fmla="*/ 138906 h 246250"/>
              <a:gd name="connsiteX2" fmla="*/ 273495 w 285921"/>
              <a:gd name="connsiteY2" fmla="*/ 119771 h 246250"/>
              <a:gd name="connsiteX3" fmla="*/ 274136 w 285921"/>
              <a:gd name="connsiteY3" fmla="*/ 107345 h 246250"/>
              <a:gd name="connsiteX4" fmla="*/ 258735 w 285921"/>
              <a:gd name="connsiteY4" fmla="*/ 75725 h 246250"/>
              <a:gd name="connsiteX5" fmla="*/ 265327 w 285921"/>
              <a:gd name="connsiteY5" fmla="*/ 60965 h 246250"/>
              <a:gd name="connsiteX6" fmla="*/ 245433 w 285921"/>
              <a:gd name="connsiteY6" fmla="*/ 54722 h 246250"/>
              <a:gd name="connsiteX7" fmla="*/ 246484 w 285921"/>
              <a:gd name="connsiteY7" fmla="*/ 41946 h 246250"/>
              <a:gd name="connsiteX8" fmla="*/ 237499 w 285921"/>
              <a:gd name="connsiteY8" fmla="*/ 24969 h 246250"/>
              <a:gd name="connsiteX9" fmla="*/ 210255 w 285921"/>
              <a:gd name="connsiteY9" fmla="*/ 26428 h 246250"/>
              <a:gd name="connsiteX10" fmla="*/ 200687 w 285921"/>
              <a:gd name="connsiteY10" fmla="*/ 12426 h 246250"/>
              <a:gd name="connsiteX11" fmla="*/ 183010 w 285921"/>
              <a:gd name="connsiteY11" fmla="*/ 12426 h 246250"/>
              <a:gd name="connsiteX12" fmla="*/ 171226 w 285921"/>
              <a:gd name="connsiteY12" fmla="*/ 642 h 246250"/>
              <a:gd name="connsiteX13" fmla="*/ 136689 w 285921"/>
              <a:gd name="connsiteY13" fmla="*/ 0 h 246250"/>
              <a:gd name="connsiteX14" fmla="*/ 130855 w 285921"/>
              <a:gd name="connsiteY14" fmla="*/ 14643 h 246250"/>
              <a:gd name="connsiteX15" fmla="*/ 116154 w 285921"/>
              <a:gd name="connsiteY15" fmla="*/ 16219 h 246250"/>
              <a:gd name="connsiteX16" fmla="*/ 111720 w 285921"/>
              <a:gd name="connsiteY16" fmla="*/ 22811 h 246250"/>
              <a:gd name="connsiteX17" fmla="*/ 92584 w 285921"/>
              <a:gd name="connsiteY17" fmla="*/ 26428 h 246250"/>
              <a:gd name="connsiteX18" fmla="*/ 81558 w 285921"/>
              <a:gd name="connsiteY18" fmla="*/ 37629 h 246250"/>
              <a:gd name="connsiteX19" fmla="*/ 71291 w 285921"/>
              <a:gd name="connsiteY19" fmla="*/ 26428 h 246250"/>
              <a:gd name="connsiteX20" fmla="*/ 55831 w 285921"/>
              <a:gd name="connsiteY20" fmla="*/ 26428 h 246250"/>
              <a:gd name="connsiteX21" fmla="*/ 46321 w 285921"/>
              <a:gd name="connsiteY21" fmla="*/ 11726 h 246250"/>
              <a:gd name="connsiteX22" fmla="*/ 34829 w 285921"/>
              <a:gd name="connsiteY22" fmla="*/ 6242 h 246250"/>
              <a:gd name="connsiteX23" fmla="*/ 14060 w 285921"/>
              <a:gd name="connsiteY23" fmla="*/ 22694 h 246250"/>
              <a:gd name="connsiteX24" fmla="*/ 0 w 285921"/>
              <a:gd name="connsiteY24" fmla="*/ 47897 h 246250"/>
              <a:gd name="connsiteX25" fmla="*/ 11726 w 285921"/>
              <a:gd name="connsiteY25" fmla="*/ 56589 h 246250"/>
              <a:gd name="connsiteX26" fmla="*/ 16160 w 285921"/>
              <a:gd name="connsiteY26" fmla="*/ 91884 h 246250"/>
              <a:gd name="connsiteX27" fmla="*/ 39787 w 285921"/>
              <a:gd name="connsiteY27" fmla="*/ 100752 h 246250"/>
              <a:gd name="connsiteX28" fmla="*/ 43346 w 285921"/>
              <a:gd name="connsiteY28" fmla="*/ 117729 h 246250"/>
              <a:gd name="connsiteX29" fmla="*/ 71991 w 285921"/>
              <a:gd name="connsiteY29" fmla="*/ 141123 h 246250"/>
              <a:gd name="connsiteX30" fmla="*/ 84417 w 285921"/>
              <a:gd name="connsiteY30" fmla="*/ 140364 h 246250"/>
              <a:gd name="connsiteX31" fmla="*/ 97018 w 285921"/>
              <a:gd name="connsiteY31" fmla="*/ 150691 h 246250"/>
              <a:gd name="connsiteX32" fmla="*/ 110961 w 285921"/>
              <a:gd name="connsiteY32" fmla="*/ 157341 h 246250"/>
              <a:gd name="connsiteX33" fmla="*/ 112420 w 285921"/>
              <a:gd name="connsiteY33" fmla="*/ 185227 h 246250"/>
              <a:gd name="connsiteX34" fmla="*/ 133772 w 285921"/>
              <a:gd name="connsiteY34" fmla="*/ 196370 h 246250"/>
              <a:gd name="connsiteX35" fmla="*/ 144798 w 285921"/>
              <a:gd name="connsiteY35" fmla="*/ 189020 h 246250"/>
              <a:gd name="connsiteX36" fmla="*/ 157283 w 285921"/>
              <a:gd name="connsiteY36" fmla="*/ 189020 h 246250"/>
              <a:gd name="connsiteX37" fmla="*/ 166150 w 285921"/>
              <a:gd name="connsiteY37" fmla="*/ 199229 h 246250"/>
              <a:gd name="connsiteX38" fmla="*/ 179335 w 285921"/>
              <a:gd name="connsiteY38" fmla="*/ 202146 h 246250"/>
              <a:gd name="connsiteX39" fmla="*/ 202846 w 285921"/>
              <a:gd name="connsiteY39" fmla="*/ 231607 h 246250"/>
              <a:gd name="connsiteX40" fmla="*/ 223498 w 285921"/>
              <a:gd name="connsiteY40" fmla="*/ 233007 h 246250"/>
              <a:gd name="connsiteX41" fmla="*/ 241758 w 285921"/>
              <a:gd name="connsiteY41" fmla="*/ 246250 h 246250"/>
              <a:gd name="connsiteX42" fmla="*/ 250626 w 285921"/>
              <a:gd name="connsiteY42" fmla="*/ 240358 h 246250"/>
              <a:gd name="connsiteX43" fmla="*/ 265327 w 285921"/>
              <a:gd name="connsiteY43" fmla="*/ 240358 h 246250"/>
              <a:gd name="connsiteX44" fmla="*/ 265327 w 285921"/>
              <a:gd name="connsiteY44" fmla="*/ 229274 h 246250"/>
              <a:gd name="connsiteX45" fmla="*/ 257335 w 285921"/>
              <a:gd name="connsiteY45" fmla="*/ 221981 h 246250"/>
              <a:gd name="connsiteX46" fmla="*/ 257335 w 285921"/>
              <a:gd name="connsiteY46" fmla="*/ 208038 h 246250"/>
              <a:gd name="connsiteX47" fmla="*/ 250626 w 285921"/>
              <a:gd name="connsiteY47" fmla="*/ 199229 h 246250"/>
              <a:gd name="connsiteX48" fmla="*/ 261769 w 285921"/>
              <a:gd name="connsiteY48" fmla="*/ 184469 h 246250"/>
              <a:gd name="connsiteX49" fmla="*/ 267486 w 285921"/>
              <a:gd name="connsiteY49" fmla="*/ 166792 h 246250"/>
              <a:gd name="connsiteX50" fmla="*/ 274136 w 285921"/>
              <a:gd name="connsiteY50" fmla="*/ 166792 h 246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285921" h="246250">
                <a:moveTo>
                  <a:pt x="274136" y="166792"/>
                </a:moveTo>
                <a:lnTo>
                  <a:pt x="285921" y="138906"/>
                </a:lnTo>
                <a:lnTo>
                  <a:pt x="273495" y="119771"/>
                </a:lnTo>
                <a:lnTo>
                  <a:pt x="274136" y="107345"/>
                </a:lnTo>
                <a:lnTo>
                  <a:pt x="258735" y="75725"/>
                </a:lnTo>
                <a:lnTo>
                  <a:pt x="265327" y="60965"/>
                </a:lnTo>
                <a:lnTo>
                  <a:pt x="245433" y="54722"/>
                </a:lnTo>
                <a:lnTo>
                  <a:pt x="246484" y="41946"/>
                </a:lnTo>
                <a:lnTo>
                  <a:pt x="237499" y="24969"/>
                </a:lnTo>
                <a:lnTo>
                  <a:pt x="210255" y="26428"/>
                </a:lnTo>
                <a:lnTo>
                  <a:pt x="200687" y="12426"/>
                </a:lnTo>
                <a:lnTo>
                  <a:pt x="183010" y="12426"/>
                </a:lnTo>
                <a:lnTo>
                  <a:pt x="171226" y="642"/>
                </a:lnTo>
                <a:lnTo>
                  <a:pt x="136689" y="0"/>
                </a:lnTo>
                <a:lnTo>
                  <a:pt x="130855" y="14643"/>
                </a:lnTo>
                <a:lnTo>
                  <a:pt x="116154" y="16219"/>
                </a:lnTo>
                <a:lnTo>
                  <a:pt x="111720" y="22811"/>
                </a:lnTo>
                <a:lnTo>
                  <a:pt x="92584" y="26428"/>
                </a:lnTo>
                <a:lnTo>
                  <a:pt x="81558" y="37629"/>
                </a:lnTo>
                <a:lnTo>
                  <a:pt x="71291" y="26428"/>
                </a:lnTo>
                <a:lnTo>
                  <a:pt x="55831" y="26428"/>
                </a:lnTo>
                <a:lnTo>
                  <a:pt x="46321" y="11726"/>
                </a:lnTo>
                <a:lnTo>
                  <a:pt x="34829" y="6242"/>
                </a:lnTo>
                <a:lnTo>
                  <a:pt x="14060" y="22694"/>
                </a:lnTo>
                <a:lnTo>
                  <a:pt x="0" y="47897"/>
                </a:lnTo>
                <a:lnTo>
                  <a:pt x="11726" y="56589"/>
                </a:lnTo>
                <a:lnTo>
                  <a:pt x="16160" y="91884"/>
                </a:lnTo>
                <a:lnTo>
                  <a:pt x="39787" y="100752"/>
                </a:lnTo>
                <a:lnTo>
                  <a:pt x="43346" y="117729"/>
                </a:lnTo>
                <a:lnTo>
                  <a:pt x="71991" y="141123"/>
                </a:lnTo>
                <a:lnTo>
                  <a:pt x="84417" y="140364"/>
                </a:lnTo>
                <a:lnTo>
                  <a:pt x="97018" y="150691"/>
                </a:lnTo>
                <a:lnTo>
                  <a:pt x="110961" y="157341"/>
                </a:lnTo>
                <a:lnTo>
                  <a:pt x="112420" y="185227"/>
                </a:lnTo>
                <a:lnTo>
                  <a:pt x="133772" y="196370"/>
                </a:lnTo>
                <a:lnTo>
                  <a:pt x="144798" y="189020"/>
                </a:lnTo>
                <a:lnTo>
                  <a:pt x="157283" y="189020"/>
                </a:lnTo>
                <a:lnTo>
                  <a:pt x="166150" y="199229"/>
                </a:lnTo>
                <a:lnTo>
                  <a:pt x="179335" y="202146"/>
                </a:lnTo>
                <a:lnTo>
                  <a:pt x="202846" y="231607"/>
                </a:lnTo>
                <a:lnTo>
                  <a:pt x="223498" y="233007"/>
                </a:lnTo>
                <a:lnTo>
                  <a:pt x="241758" y="246250"/>
                </a:lnTo>
                <a:lnTo>
                  <a:pt x="250626" y="240358"/>
                </a:lnTo>
                <a:lnTo>
                  <a:pt x="265327" y="240358"/>
                </a:lnTo>
                <a:lnTo>
                  <a:pt x="265327" y="229274"/>
                </a:lnTo>
                <a:lnTo>
                  <a:pt x="257335" y="221981"/>
                </a:lnTo>
                <a:lnTo>
                  <a:pt x="257335" y="208038"/>
                </a:lnTo>
                <a:lnTo>
                  <a:pt x="250626" y="199229"/>
                </a:lnTo>
                <a:lnTo>
                  <a:pt x="261769" y="184469"/>
                </a:lnTo>
                <a:lnTo>
                  <a:pt x="267486" y="166792"/>
                </a:lnTo>
                <a:lnTo>
                  <a:pt x="274136" y="166792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7" name="Freeform: Shape 19045">
            <a:extLst>
              <a:ext uri="{FF2B5EF4-FFF2-40B4-BE49-F238E27FC236}">
                <a16:creationId xmlns:a16="http://schemas.microsoft.com/office/drawing/2014/main" id="{2A76D326-492B-9840-F8BC-2475F06AF16D}"/>
              </a:ext>
            </a:extLst>
          </p:cNvPr>
          <p:cNvSpPr/>
          <p:nvPr/>
        </p:nvSpPr>
        <p:spPr>
          <a:xfrm>
            <a:off x="7423085" y="4323694"/>
            <a:ext cx="69832" cy="97893"/>
          </a:xfrm>
          <a:custGeom>
            <a:avLst/>
            <a:gdLst>
              <a:gd name="connsiteX0" fmla="*/ 14702 w 69832"/>
              <a:gd name="connsiteY0" fmla="*/ 73566 h 97893"/>
              <a:gd name="connsiteX1" fmla="*/ 14702 w 69832"/>
              <a:gd name="connsiteY1" fmla="*/ 62481 h 97893"/>
              <a:gd name="connsiteX2" fmla="*/ 6709 w 69832"/>
              <a:gd name="connsiteY2" fmla="*/ 55189 h 97893"/>
              <a:gd name="connsiteX3" fmla="*/ 6709 w 69832"/>
              <a:gd name="connsiteY3" fmla="*/ 41246 h 97893"/>
              <a:gd name="connsiteX4" fmla="*/ 0 w 69832"/>
              <a:gd name="connsiteY4" fmla="*/ 32437 h 97893"/>
              <a:gd name="connsiteX5" fmla="*/ 11143 w 69832"/>
              <a:gd name="connsiteY5" fmla="*/ 17677 h 97893"/>
              <a:gd name="connsiteX6" fmla="*/ 16860 w 69832"/>
              <a:gd name="connsiteY6" fmla="*/ 0 h 97893"/>
              <a:gd name="connsiteX7" fmla="*/ 30161 w 69832"/>
              <a:gd name="connsiteY7" fmla="*/ 0 h 97893"/>
              <a:gd name="connsiteX8" fmla="*/ 54431 w 69832"/>
              <a:gd name="connsiteY8" fmla="*/ 30337 h 97893"/>
              <a:gd name="connsiteX9" fmla="*/ 58748 w 69832"/>
              <a:gd name="connsiteY9" fmla="*/ 52214 h 97893"/>
              <a:gd name="connsiteX10" fmla="*/ 69832 w 69832"/>
              <a:gd name="connsiteY10" fmla="*/ 61956 h 97893"/>
              <a:gd name="connsiteX11" fmla="*/ 67907 w 69832"/>
              <a:gd name="connsiteY11" fmla="*/ 94218 h 97893"/>
              <a:gd name="connsiteX12" fmla="*/ 53730 w 69832"/>
              <a:gd name="connsiteY12" fmla="*/ 97893 h 97893"/>
              <a:gd name="connsiteX13" fmla="*/ 28061 w 69832"/>
              <a:gd name="connsiteY13" fmla="*/ 92643 h 97893"/>
              <a:gd name="connsiteX14" fmla="*/ 16277 w 69832"/>
              <a:gd name="connsiteY14" fmla="*/ 73566 h 97893"/>
              <a:gd name="connsiteX15" fmla="*/ 14702 w 69832"/>
              <a:gd name="connsiteY15" fmla="*/ 73566 h 978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69832" h="97893">
                <a:moveTo>
                  <a:pt x="14702" y="73566"/>
                </a:moveTo>
                <a:lnTo>
                  <a:pt x="14702" y="62481"/>
                </a:lnTo>
                <a:lnTo>
                  <a:pt x="6709" y="55189"/>
                </a:lnTo>
                <a:lnTo>
                  <a:pt x="6709" y="41246"/>
                </a:lnTo>
                <a:lnTo>
                  <a:pt x="0" y="32437"/>
                </a:lnTo>
                <a:lnTo>
                  <a:pt x="11143" y="17677"/>
                </a:lnTo>
                <a:lnTo>
                  <a:pt x="16860" y="0"/>
                </a:lnTo>
                <a:lnTo>
                  <a:pt x="30161" y="0"/>
                </a:lnTo>
                <a:lnTo>
                  <a:pt x="54431" y="30337"/>
                </a:lnTo>
                <a:lnTo>
                  <a:pt x="58748" y="52214"/>
                </a:lnTo>
                <a:lnTo>
                  <a:pt x="69832" y="61956"/>
                </a:lnTo>
                <a:lnTo>
                  <a:pt x="67907" y="94218"/>
                </a:lnTo>
                <a:lnTo>
                  <a:pt x="53730" y="97893"/>
                </a:lnTo>
                <a:lnTo>
                  <a:pt x="28061" y="92643"/>
                </a:lnTo>
                <a:lnTo>
                  <a:pt x="16277" y="73566"/>
                </a:lnTo>
                <a:lnTo>
                  <a:pt x="14702" y="73566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8" name="Freeform: Shape 19046">
            <a:extLst>
              <a:ext uri="{FF2B5EF4-FFF2-40B4-BE49-F238E27FC236}">
                <a16:creationId xmlns:a16="http://schemas.microsoft.com/office/drawing/2014/main" id="{90B56099-1B5F-9C8F-85E1-2416E3F043E2}"/>
              </a:ext>
            </a:extLst>
          </p:cNvPr>
          <p:cNvSpPr/>
          <p:nvPr/>
        </p:nvSpPr>
        <p:spPr>
          <a:xfrm>
            <a:off x="7451146" y="4627350"/>
            <a:ext cx="458722" cy="259901"/>
          </a:xfrm>
          <a:custGeom>
            <a:avLst/>
            <a:gdLst>
              <a:gd name="connsiteX0" fmla="*/ 176535 w 458722"/>
              <a:gd name="connsiteY0" fmla="*/ 28936 h 259901"/>
              <a:gd name="connsiteX1" fmla="*/ 193278 w 458722"/>
              <a:gd name="connsiteY1" fmla="*/ 33720 h 259901"/>
              <a:gd name="connsiteX2" fmla="*/ 211713 w 458722"/>
              <a:gd name="connsiteY2" fmla="*/ 23511 h 259901"/>
              <a:gd name="connsiteX3" fmla="*/ 236624 w 458722"/>
              <a:gd name="connsiteY3" fmla="*/ 32378 h 259901"/>
              <a:gd name="connsiteX4" fmla="*/ 243917 w 458722"/>
              <a:gd name="connsiteY4" fmla="*/ 19836 h 259901"/>
              <a:gd name="connsiteX5" fmla="*/ 241758 w 458722"/>
              <a:gd name="connsiteY5" fmla="*/ 7351 h 259901"/>
              <a:gd name="connsiteX6" fmla="*/ 262294 w 458722"/>
              <a:gd name="connsiteY6" fmla="*/ 0 h 259901"/>
              <a:gd name="connsiteX7" fmla="*/ 269703 w 458722"/>
              <a:gd name="connsiteY7" fmla="*/ 19836 h 259901"/>
              <a:gd name="connsiteX8" fmla="*/ 282129 w 458722"/>
              <a:gd name="connsiteY8" fmla="*/ 23511 h 259901"/>
              <a:gd name="connsiteX9" fmla="*/ 292397 w 458722"/>
              <a:gd name="connsiteY9" fmla="*/ 13943 h 259901"/>
              <a:gd name="connsiteX10" fmla="*/ 306515 w 458722"/>
              <a:gd name="connsiteY10" fmla="*/ 14760 h 259901"/>
              <a:gd name="connsiteX11" fmla="*/ 334401 w 458722"/>
              <a:gd name="connsiteY11" fmla="*/ 35295 h 259901"/>
              <a:gd name="connsiteX12" fmla="*/ 357212 w 458722"/>
              <a:gd name="connsiteY12" fmla="*/ 50697 h 259901"/>
              <a:gd name="connsiteX13" fmla="*/ 355753 w 458722"/>
              <a:gd name="connsiteY13" fmla="*/ 67673 h 259901"/>
              <a:gd name="connsiteX14" fmla="*/ 349861 w 458722"/>
              <a:gd name="connsiteY14" fmla="*/ 80975 h 259901"/>
              <a:gd name="connsiteX15" fmla="*/ 356395 w 458722"/>
              <a:gd name="connsiteY15" fmla="*/ 92643 h 259901"/>
              <a:gd name="connsiteX16" fmla="*/ 382939 w 458722"/>
              <a:gd name="connsiteY16" fmla="*/ 94160 h 259901"/>
              <a:gd name="connsiteX17" fmla="*/ 395482 w 458722"/>
              <a:gd name="connsiteY17" fmla="*/ 88909 h 259901"/>
              <a:gd name="connsiteX18" fmla="*/ 416776 w 458722"/>
              <a:gd name="connsiteY18" fmla="*/ 109503 h 259901"/>
              <a:gd name="connsiteX19" fmla="*/ 434336 w 458722"/>
              <a:gd name="connsiteY19" fmla="*/ 93285 h 259901"/>
              <a:gd name="connsiteX20" fmla="*/ 450496 w 458722"/>
              <a:gd name="connsiteY20" fmla="*/ 93285 h 259901"/>
              <a:gd name="connsiteX21" fmla="*/ 458722 w 458722"/>
              <a:gd name="connsiteY21" fmla="*/ 110320 h 259901"/>
              <a:gd name="connsiteX22" fmla="*/ 438595 w 458722"/>
              <a:gd name="connsiteY22" fmla="*/ 134706 h 259901"/>
              <a:gd name="connsiteX23" fmla="*/ 448921 w 458722"/>
              <a:gd name="connsiteY23" fmla="*/ 166967 h 259901"/>
              <a:gd name="connsiteX24" fmla="*/ 409134 w 458722"/>
              <a:gd name="connsiteY24" fmla="*/ 175951 h 259901"/>
              <a:gd name="connsiteX25" fmla="*/ 404758 w 458722"/>
              <a:gd name="connsiteY25" fmla="*/ 214222 h 259901"/>
              <a:gd name="connsiteX26" fmla="*/ 387140 w 458722"/>
              <a:gd name="connsiteY26" fmla="*/ 199462 h 259901"/>
              <a:gd name="connsiteX27" fmla="*/ 369288 w 458722"/>
              <a:gd name="connsiteY27" fmla="*/ 200979 h 259901"/>
              <a:gd name="connsiteX28" fmla="*/ 325300 w 458722"/>
              <a:gd name="connsiteY28" fmla="*/ 189253 h 259901"/>
              <a:gd name="connsiteX29" fmla="*/ 325300 w 458722"/>
              <a:gd name="connsiteY29" fmla="*/ 217081 h 259901"/>
              <a:gd name="connsiteX30" fmla="*/ 304590 w 458722"/>
              <a:gd name="connsiteY30" fmla="*/ 253951 h 259901"/>
              <a:gd name="connsiteX31" fmla="*/ 294322 w 458722"/>
              <a:gd name="connsiteY31" fmla="*/ 233299 h 259901"/>
              <a:gd name="connsiteX32" fmla="*/ 261885 w 458722"/>
              <a:gd name="connsiteY32" fmla="*/ 217081 h 259901"/>
              <a:gd name="connsiteX33" fmla="*/ 264861 w 458722"/>
              <a:gd name="connsiteY33" fmla="*/ 193570 h 259901"/>
              <a:gd name="connsiteX34" fmla="*/ 241292 w 458722"/>
              <a:gd name="connsiteY34" fmla="*/ 178927 h 259901"/>
              <a:gd name="connsiteX35" fmla="*/ 204538 w 458722"/>
              <a:gd name="connsiteY35" fmla="*/ 242167 h 259901"/>
              <a:gd name="connsiteX36" fmla="*/ 177993 w 458722"/>
              <a:gd name="connsiteY36" fmla="*/ 230324 h 259901"/>
              <a:gd name="connsiteX37" fmla="*/ 138264 w 458722"/>
              <a:gd name="connsiteY37" fmla="*/ 259902 h 259901"/>
              <a:gd name="connsiteX38" fmla="*/ 116212 w 458722"/>
              <a:gd name="connsiteY38" fmla="*/ 251559 h 259901"/>
              <a:gd name="connsiteX39" fmla="*/ 113062 w 458722"/>
              <a:gd name="connsiteY39" fmla="*/ 234583 h 259901"/>
              <a:gd name="connsiteX40" fmla="*/ 101335 w 458722"/>
              <a:gd name="connsiteY40" fmla="*/ 224956 h 259901"/>
              <a:gd name="connsiteX41" fmla="*/ 93926 w 458722"/>
              <a:gd name="connsiteY41" fmla="*/ 199987 h 259901"/>
              <a:gd name="connsiteX42" fmla="*/ 83659 w 458722"/>
              <a:gd name="connsiteY42" fmla="*/ 180910 h 259901"/>
              <a:gd name="connsiteX43" fmla="*/ 53555 w 458722"/>
              <a:gd name="connsiteY43" fmla="*/ 179452 h 259901"/>
              <a:gd name="connsiteX44" fmla="*/ 39671 w 458722"/>
              <a:gd name="connsiteY44" fmla="*/ 191761 h 259901"/>
              <a:gd name="connsiteX45" fmla="*/ 49180 w 458722"/>
              <a:gd name="connsiteY45" fmla="*/ 216847 h 259901"/>
              <a:gd name="connsiteX46" fmla="*/ 24269 w 458722"/>
              <a:gd name="connsiteY46" fmla="*/ 227232 h 259901"/>
              <a:gd name="connsiteX47" fmla="*/ 2100 w 458722"/>
              <a:gd name="connsiteY47" fmla="*/ 224956 h 259901"/>
              <a:gd name="connsiteX48" fmla="*/ 0 w 458722"/>
              <a:gd name="connsiteY48" fmla="*/ 208855 h 259901"/>
              <a:gd name="connsiteX49" fmla="*/ 11610 w 458722"/>
              <a:gd name="connsiteY49" fmla="*/ 202846 h 259901"/>
              <a:gd name="connsiteX50" fmla="*/ 23803 w 458722"/>
              <a:gd name="connsiteY50" fmla="*/ 203662 h 259901"/>
              <a:gd name="connsiteX51" fmla="*/ 23394 w 458722"/>
              <a:gd name="connsiteY51" fmla="*/ 183652 h 259901"/>
              <a:gd name="connsiteX52" fmla="*/ 27945 w 458722"/>
              <a:gd name="connsiteY52" fmla="*/ 152849 h 259901"/>
              <a:gd name="connsiteX53" fmla="*/ 54314 w 458722"/>
              <a:gd name="connsiteY53" fmla="*/ 111078 h 259901"/>
              <a:gd name="connsiteX54" fmla="*/ 69832 w 458722"/>
              <a:gd name="connsiteY54" fmla="*/ 105128 h 259901"/>
              <a:gd name="connsiteX55" fmla="*/ 89609 w 458722"/>
              <a:gd name="connsiteY55" fmla="*/ 79341 h 259901"/>
              <a:gd name="connsiteX56" fmla="*/ 107870 w 458722"/>
              <a:gd name="connsiteY56" fmla="*/ 71291 h 259901"/>
              <a:gd name="connsiteX57" fmla="*/ 104252 w 458722"/>
              <a:gd name="connsiteY57" fmla="*/ 52272 h 259901"/>
              <a:gd name="connsiteX58" fmla="*/ 82959 w 458722"/>
              <a:gd name="connsiteY58" fmla="*/ 41188 h 259901"/>
              <a:gd name="connsiteX59" fmla="*/ 96202 w 458722"/>
              <a:gd name="connsiteY59" fmla="*/ 25086 h 259901"/>
              <a:gd name="connsiteX60" fmla="*/ 119712 w 458722"/>
              <a:gd name="connsiteY60" fmla="*/ 23511 h 259901"/>
              <a:gd name="connsiteX61" fmla="*/ 125605 w 458722"/>
              <a:gd name="connsiteY61" fmla="*/ 36695 h 259901"/>
              <a:gd name="connsiteX62" fmla="*/ 143981 w 458722"/>
              <a:gd name="connsiteY62" fmla="*/ 38912 h 259901"/>
              <a:gd name="connsiteX63" fmla="*/ 176535 w 458722"/>
              <a:gd name="connsiteY63" fmla="*/ 28936 h 2599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</a:cxnLst>
            <a:rect l="l" t="t" r="r" b="b"/>
            <a:pathLst>
              <a:path w="458722" h="259901">
                <a:moveTo>
                  <a:pt x="176535" y="28936"/>
                </a:moveTo>
                <a:lnTo>
                  <a:pt x="193278" y="33720"/>
                </a:lnTo>
                <a:lnTo>
                  <a:pt x="211713" y="23511"/>
                </a:lnTo>
                <a:lnTo>
                  <a:pt x="236624" y="32378"/>
                </a:lnTo>
                <a:lnTo>
                  <a:pt x="243917" y="19836"/>
                </a:lnTo>
                <a:lnTo>
                  <a:pt x="241758" y="7351"/>
                </a:lnTo>
                <a:lnTo>
                  <a:pt x="262294" y="0"/>
                </a:lnTo>
                <a:lnTo>
                  <a:pt x="269703" y="19836"/>
                </a:lnTo>
                <a:lnTo>
                  <a:pt x="282129" y="23511"/>
                </a:lnTo>
                <a:lnTo>
                  <a:pt x="292397" y="13943"/>
                </a:lnTo>
                <a:lnTo>
                  <a:pt x="306515" y="14760"/>
                </a:lnTo>
                <a:lnTo>
                  <a:pt x="334401" y="35295"/>
                </a:lnTo>
                <a:lnTo>
                  <a:pt x="357212" y="50697"/>
                </a:lnTo>
                <a:lnTo>
                  <a:pt x="355753" y="67673"/>
                </a:lnTo>
                <a:lnTo>
                  <a:pt x="349861" y="80975"/>
                </a:lnTo>
                <a:lnTo>
                  <a:pt x="356395" y="92643"/>
                </a:lnTo>
                <a:lnTo>
                  <a:pt x="382939" y="94160"/>
                </a:lnTo>
                <a:lnTo>
                  <a:pt x="395482" y="88909"/>
                </a:lnTo>
                <a:lnTo>
                  <a:pt x="416776" y="109503"/>
                </a:lnTo>
                <a:lnTo>
                  <a:pt x="434336" y="93285"/>
                </a:lnTo>
                <a:lnTo>
                  <a:pt x="450496" y="93285"/>
                </a:lnTo>
                <a:lnTo>
                  <a:pt x="458722" y="110320"/>
                </a:lnTo>
                <a:lnTo>
                  <a:pt x="438595" y="134706"/>
                </a:lnTo>
                <a:lnTo>
                  <a:pt x="448921" y="166967"/>
                </a:lnTo>
                <a:lnTo>
                  <a:pt x="409134" y="175951"/>
                </a:lnTo>
                <a:lnTo>
                  <a:pt x="404758" y="214222"/>
                </a:lnTo>
                <a:lnTo>
                  <a:pt x="387140" y="199462"/>
                </a:lnTo>
                <a:lnTo>
                  <a:pt x="369288" y="200979"/>
                </a:lnTo>
                <a:lnTo>
                  <a:pt x="325300" y="189253"/>
                </a:lnTo>
                <a:lnTo>
                  <a:pt x="325300" y="217081"/>
                </a:lnTo>
                <a:lnTo>
                  <a:pt x="304590" y="253951"/>
                </a:lnTo>
                <a:lnTo>
                  <a:pt x="294322" y="233299"/>
                </a:lnTo>
                <a:lnTo>
                  <a:pt x="261885" y="217081"/>
                </a:lnTo>
                <a:lnTo>
                  <a:pt x="264861" y="193570"/>
                </a:lnTo>
                <a:lnTo>
                  <a:pt x="241292" y="178927"/>
                </a:lnTo>
                <a:lnTo>
                  <a:pt x="204538" y="242167"/>
                </a:lnTo>
                <a:lnTo>
                  <a:pt x="177993" y="230324"/>
                </a:lnTo>
                <a:lnTo>
                  <a:pt x="138264" y="259902"/>
                </a:lnTo>
                <a:lnTo>
                  <a:pt x="116212" y="251559"/>
                </a:lnTo>
                <a:lnTo>
                  <a:pt x="113062" y="234583"/>
                </a:lnTo>
                <a:lnTo>
                  <a:pt x="101335" y="224956"/>
                </a:lnTo>
                <a:lnTo>
                  <a:pt x="93926" y="199987"/>
                </a:lnTo>
                <a:lnTo>
                  <a:pt x="83659" y="180910"/>
                </a:lnTo>
                <a:lnTo>
                  <a:pt x="53555" y="179452"/>
                </a:lnTo>
                <a:lnTo>
                  <a:pt x="39671" y="191761"/>
                </a:lnTo>
                <a:lnTo>
                  <a:pt x="49180" y="216847"/>
                </a:lnTo>
                <a:lnTo>
                  <a:pt x="24269" y="227232"/>
                </a:lnTo>
                <a:lnTo>
                  <a:pt x="2100" y="224956"/>
                </a:lnTo>
                <a:lnTo>
                  <a:pt x="0" y="208855"/>
                </a:lnTo>
                <a:lnTo>
                  <a:pt x="11610" y="202846"/>
                </a:lnTo>
                <a:lnTo>
                  <a:pt x="23803" y="203662"/>
                </a:lnTo>
                <a:lnTo>
                  <a:pt x="23394" y="183652"/>
                </a:lnTo>
                <a:lnTo>
                  <a:pt x="27945" y="152849"/>
                </a:lnTo>
                <a:lnTo>
                  <a:pt x="54314" y="111078"/>
                </a:lnTo>
                <a:lnTo>
                  <a:pt x="69832" y="105128"/>
                </a:lnTo>
                <a:lnTo>
                  <a:pt x="89609" y="79341"/>
                </a:lnTo>
                <a:lnTo>
                  <a:pt x="107870" y="71291"/>
                </a:lnTo>
                <a:lnTo>
                  <a:pt x="104252" y="52272"/>
                </a:lnTo>
                <a:lnTo>
                  <a:pt x="82959" y="41188"/>
                </a:lnTo>
                <a:lnTo>
                  <a:pt x="96202" y="25086"/>
                </a:lnTo>
                <a:lnTo>
                  <a:pt x="119712" y="23511"/>
                </a:lnTo>
                <a:lnTo>
                  <a:pt x="125605" y="36695"/>
                </a:lnTo>
                <a:lnTo>
                  <a:pt x="143981" y="38912"/>
                </a:lnTo>
                <a:lnTo>
                  <a:pt x="176535" y="28936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69" name="Freeform: Shape 19047">
            <a:extLst>
              <a:ext uri="{FF2B5EF4-FFF2-40B4-BE49-F238E27FC236}">
                <a16:creationId xmlns:a16="http://schemas.microsoft.com/office/drawing/2014/main" id="{7E8D3651-442E-B91E-C40F-6A955D6495C3}"/>
              </a:ext>
            </a:extLst>
          </p:cNvPr>
          <p:cNvSpPr/>
          <p:nvPr/>
        </p:nvSpPr>
        <p:spPr>
          <a:xfrm>
            <a:off x="7795640" y="4470825"/>
            <a:ext cx="710339" cy="342568"/>
          </a:xfrm>
          <a:custGeom>
            <a:avLst/>
            <a:gdLst>
              <a:gd name="connsiteX0" fmla="*/ 416484 w 710339"/>
              <a:gd name="connsiteY0" fmla="*/ 325125 h 342568"/>
              <a:gd name="connsiteX1" fmla="*/ 432586 w 710339"/>
              <a:gd name="connsiteY1" fmla="*/ 326875 h 342568"/>
              <a:gd name="connsiteX2" fmla="*/ 478324 w 710339"/>
              <a:gd name="connsiteY2" fmla="*/ 326642 h 342568"/>
              <a:gd name="connsiteX3" fmla="*/ 491509 w 710339"/>
              <a:gd name="connsiteY3" fmla="*/ 342569 h 342568"/>
              <a:gd name="connsiteX4" fmla="*/ 515720 w 710339"/>
              <a:gd name="connsiteY4" fmla="*/ 332884 h 342568"/>
              <a:gd name="connsiteX5" fmla="*/ 537888 w 710339"/>
              <a:gd name="connsiteY5" fmla="*/ 332884 h 342568"/>
              <a:gd name="connsiteX6" fmla="*/ 561166 w 710339"/>
              <a:gd name="connsiteY6" fmla="*/ 322208 h 342568"/>
              <a:gd name="connsiteX7" fmla="*/ 575751 w 710339"/>
              <a:gd name="connsiteY7" fmla="*/ 320283 h 342568"/>
              <a:gd name="connsiteX8" fmla="*/ 586602 w 710339"/>
              <a:gd name="connsiteY8" fmla="*/ 321450 h 342568"/>
              <a:gd name="connsiteX9" fmla="*/ 631173 w 710339"/>
              <a:gd name="connsiteY9" fmla="*/ 296422 h 342568"/>
              <a:gd name="connsiteX10" fmla="*/ 660634 w 710339"/>
              <a:gd name="connsiteY10" fmla="*/ 286738 h 342568"/>
              <a:gd name="connsiteX11" fmla="*/ 676444 w 710339"/>
              <a:gd name="connsiteY11" fmla="*/ 266786 h 342568"/>
              <a:gd name="connsiteX12" fmla="*/ 665360 w 710339"/>
              <a:gd name="connsiteY12" fmla="*/ 247709 h 342568"/>
              <a:gd name="connsiteX13" fmla="*/ 667635 w 710339"/>
              <a:gd name="connsiteY13" fmla="*/ 228515 h 342568"/>
              <a:gd name="connsiteX14" fmla="*/ 676444 w 710339"/>
              <a:gd name="connsiteY14" fmla="*/ 204946 h 342568"/>
              <a:gd name="connsiteX15" fmla="*/ 658068 w 710339"/>
              <a:gd name="connsiteY15" fmla="*/ 183652 h 342568"/>
              <a:gd name="connsiteX16" fmla="*/ 662501 w 710339"/>
              <a:gd name="connsiteY16" fmla="*/ 174960 h 342568"/>
              <a:gd name="connsiteX17" fmla="*/ 706606 w 710339"/>
              <a:gd name="connsiteY17" fmla="*/ 175485 h 342568"/>
              <a:gd name="connsiteX18" fmla="*/ 710340 w 710339"/>
              <a:gd name="connsiteY18" fmla="*/ 155008 h 342568"/>
              <a:gd name="connsiteX19" fmla="*/ 707364 w 710339"/>
              <a:gd name="connsiteY19" fmla="*/ 134414 h 342568"/>
              <a:gd name="connsiteX20" fmla="*/ 699197 w 710339"/>
              <a:gd name="connsiteY20" fmla="*/ 77766 h 342568"/>
              <a:gd name="connsiteX21" fmla="*/ 701472 w 710339"/>
              <a:gd name="connsiteY21" fmla="*/ 45155 h 342568"/>
              <a:gd name="connsiteX22" fmla="*/ 661801 w 710339"/>
              <a:gd name="connsiteY22" fmla="*/ 35996 h 342568"/>
              <a:gd name="connsiteX23" fmla="*/ 644125 w 710339"/>
              <a:gd name="connsiteY23" fmla="*/ 22694 h 342568"/>
              <a:gd name="connsiteX24" fmla="*/ 616938 w 710339"/>
              <a:gd name="connsiteY24" fmla="*/ 28645 h 342568"/>
              <a:gd name="connsiteX25" fmla="*/ 588294 w 710339"/>
              <a:gd name="connsiteY25" fmla="*/ 27128 h 342568"/>
              <a:gd name="connsiteX26" fmla="*/ 563325 w 710339"/>
              <a:gd name="connsiteY26" fmla="*/ 9568 h 342568"/>
              <a:gd name="connsiteX27" fmla="*/ 525696 w 710339"/>
              <a:gd name="connsiteY27" fmla="*/ 8051 h 342568"/>
              <a:gd name="connsiteX28" fmla="*/ 505218 w 710339"/>
              <a:gd name="connsiteY28" fmla="*/ 0 h 342568"/>
              <a:gd name="connsiteX29" fmla="*/ 496993 w 710339"/>
              <a:gd name="connsiteY29" fmla="*/ 19019 h 342568"/>
              <a:gd name="connsiteX30" fmla="*/ 486783 w 710339"/>
              <a:gd name="connsiteY30" fmla="*/ 28645 h 342568"/>
              <a:gd name="connsiteX31" fmla="*/ 485383 w 710339"/>
              <a:gd name="connsiteY31" fmla="*/ 43988 h 342568"/>
              <a:gd name="connsiteX32" fmla="*/ 457439 w 710339"/>
              <a:gd name="connsiteY32" fmla="*/ 45505 h 342568"/>
              <a:gd name="connsiteX33" fmla="*/ 447813 w 710339"/>
              <a:gd name="connsiteY33" fmla="*/ 56531 h 342568"/>
              <a:gd name="connsiteX34" fmla="*/ 396474 w 710339"/>
              <a:gd name="connsiteY34" fmla="*/ 27128 h 342568"/>
              <a:gd name="connsiteX35" fmla="*/ 382064 w 710339"/>
              <a:gd name="connsiteY35" fmla="*/ 25669 h 342568"/>
              <a:gd name="connsiteX36" fmla="*/ 378272 w 710339"/>
              <a:gd name="connsiteY36" fmla="*/ 43988 h 342568"/>
              <a:gd name="connsiteX37" fmla="*/ 379497 w 710339"/>
              <a:gd name="connsiteY37" fmla="*/ 64465 h 342568"/>
              <a:gd name="connsiteX38" fmla="*/ 363396 w 710339"/>
              <a:gd name="connsiteY38" fmla="*/ 64465 h 342568"/>
              <a:gd name="connsiteX39" fmla="*/ 351553 w 710339"/>
              <a:gd name="connsiteY39" fmla="*/ 84650 h 342568"/>
              <a:gd name="connsiteX40" fmla="*/ 327925 w 710339"/>
              <a:gd name="connsiteY40" fmla="*/ 96318 h 342568"/>
              <a:gd name="connsiteX41" fmla="*/ 300798 w 710339"/>
              <a:gd name="connsiteY41" fmla="*/ 130739 h 342568"/>
              <a:gd name="connsiteX42" fmla="*/ 300798 w 710339"/>
              <a:gd name="connsiteY42" fmla="*/ 144098 h 342568"/>
              <a:gd name="connsiteX43" fmla="*/ 325883 w 710339"/>
              <a:gd name="connsiteY43" fmla="*/ 156525 h 342568"/>
              <a:gd name="connsiteX44" fmla="*/ 328800 w 710339"/>
              <a:gd name="connsiteY44" fmla="*/ 175485 h 342568"/>
              <a:gd name="connsiteX45" fmla="*/ 318533 w 710339"/>
              <a:gd name="connsiteY45" fmla="*/ 182894 h 342568"/>
              <a:gd name="connsiteX46" fmla="*/ 295664 w 710339"/>
              <a:gd name="connsiteY46" fmla="*/ 169826 h 342568"/>
              <a:gd name="connsiteX47" fmla="*/ 272911 w 710339"/>
              <a:gd name="connsiteY47" fmla="*/ 176360 h 342568"/>
              <a:gd name="connsiteX48" fmla="*/ 249342 w 710339"/>
              <a:gd name="connsiteY48" fmla="*/ 169826 h 342568"/>
              <a:gd name="connsiteX49" fmla="*/ 233299 w 710339"/>
              <a:gd name="connsiteY49" fmla="*/ 171926 h 342568"/>
              <a:gd name="connsiteX50" fmla="*/ 200862 w 710339"/>
              <a:gd name="connsiteY50" fmla="*/ 193220 h 342568"/>
              <a:gd name="connsiteX51" fmla="*/ 183244 w 710339"/>
              <a:gd name="connsiteY51" fmla="*/ 197012 h 342568"/>
              <a:gd name="connsiteX52" fmla="*/ 166967 w 710339"/>
              <a:gd name="connsiteY52" fmla="*/ 191820 h 342568"/>
              <a:gd name="connsiteX53" fmla="*/ 149407 w 710339"/>
              <a:gd name="connsiteY53" fmla="*/ 196254 h 342568"/>
              <a:gd name="connsiteX54" fmla="*/ 134764 w 710339"/>
              <a:gd name="connsiteY54" fmla="*/ 186627 h 342568"/>
              <a:gd name="connsiteX55" fmla="*/ 106878 w 710339"/>
              <a:gd name="connsiteY55" fmla="*/ 182252 h 342568"/>
              <a:gd name="connsiteX56" fmla="*/ 79575 w 710339"/>
              <a:gd name="connsiteY56" fmla="*/ 185986 h 342568"/>
              <a:gd name="connsiteX57" fmla="*/ 81792 w 710339"/>
              <a:gd name="connsiteY57" fmla="*/ 199871 h 342568"/>
              <a:gd name="connsiteX58" fmla="*/ 75141 w 710339"/>
              <a:gd name="connsiteY58" fmla="*/ 208038 h 342568"/>
              <a:gd name="connsiteX59" fmla="*/ 49530 w 710339"/>
              <a:gd name="connsiteY59" fmla="*/ 201329 h 342568"/>
              <a:gd name="connsiteX60" fmla="*/ 35470 w 710339"/>
              <a:gd name="connsiteY60" fmla="*/ 185986 h 342568"/>
              <a:gd name="connsiteX61" fmla="*/ 17268 w 710339"/>
              <a:gd name="connsiteY61" fmla="*/ 192812 h 342568"/>
              <a:gd name="connsiteX62" fmla="*/ 5367 w 710339"/>
              <a:gd name="connsiteY62" fmla="*/ 198646 h 342568"/>
              <a:gd name="connsiteX63" fmla="*/ 0 w 710339"/>
              <a:gd name="connsiteY63" fmla="*/ 198646 h 342568"/>
              <a:gd name="connsiteX64" fmla="*/ 12718 w 710339"/>
              <a:gd name="connsiteY64" fmla="*/ 207221 h 342568"/>
              <a:gd name="connsiteX65" fmla="*/ 11376 w 710339"/>
              <a:gd name="connsiteY65" fmla="*/ 221748 h 342568"/>
              <a:gd name="connsiteX66" fmla="*/ 22927 w 710339"/>
              <a:gd name="connsiteY66" fmla="*/ 230732 h 342568"/>
              <a:gd name="connsiteX67" fmla="*/ 22344 w 710339"/>
              <a:gd name="connsiteY67" fmla="*/ 249693 h 342568"/>
              <a:gd name="connsiteX68" fmla="*/ 38446 w 710339"/>
              <a:gd name="connsiteY68" fmla="*/ 250684 h 342568"/>
              <a:gd name="connsiteX69" fmla="*/ 50989 w 710339"/>
              <a:gd name="connsiteY69" fmla="*/ 245434 h 342568"/>
              <a:gd name="connsiteX70" fmla="*/ 72282 w 710339"/>
              <a:gd name="connsiteY70" fmla="*/ 266028 h 342568"/>
              <a:gd name="connsiteX71" fmla="*/ 89843 w 710339"/>
              <a:gd name="connsiteY71" fmla="*/ 249809 h 342568"/>
              <a:gd name="connsiteX72" fmla="*/ 106002 w 710339"/>
              <a:gd name="connsiteY72" fmla="*/ 249809 h 342568"/>
              <a:gd name="connsiteX73" fmla="*/ 114228 w 710339"/>
              <a:gd name="connsiteY73" fmla="*/ 266844 h 342568"/>
              <a:gd name="connsiteX74" fmla="*/ 114753 w 710339"/>
              <a:gd name="connsiteY74" fmla="*/ 266086 h 342568"/>
              <a:gd name="connsiteX75" fmla="*/ 148532 w 710339"/>
              <a:gd name="connsiteY75" fmla="*/ 280846 h 342568"/>
              <a:gd name="connsiteX76" fmla="*/ 201621 w 710339"/>
              <a:gd name="connsiteY76" fmla="*/ 250043 h 342568"/>
              <a:gd name="connsiteX77" fmla="*/ 223731 w 710339"/>
              <a:gd name="connsiteY77" fmla="*/ 255818 h 342568"/>
              <a:gd name="connsiteX78" fmla="*/ 258968 w 710339"/>
              <a:gd name="connsiteY78" fmla="*/ 252901 h 342568"/>
              <a:gd name="connsiteX79" fmla="*/ 256051 w 710339"/>
              <a:gd name="connsiteY79" fmla="*/ 273553 h 342568"/>
              <a:gd name="connsiteX80" fmla="*/ 306165 w 710339"/>
              <a:gd name="connsiteY80" fmla="*/ 303073 h 342568"/>
              <a:gd name="connsiteX81" fmla="*/ 368004 w 710339"/>
              <a:gd name="connsiteY81" fmla="*/ 314741 h 342568"/>
              <a:gd name="connsiteX82" fmla="*/ 401783 w 710339"/>
              <a:gd name="connsiteY82" fmla="*/ 311707 h 342568"/>
              <a:gd name="connsiteX83" fmla="*/ 416484 w 710339"/>
              <a:gd name="connsiteY83" fmla="*/ 325067 h 342568"/>
              <a:gd name="connsiteX84" fmla="*/ 416484 w 710339"/>
              <a:gd name="connsiteY84" fmla="*/ 325125 h 3425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710339" h="342568">
                <a:moveTo>
                  <a:pt x="416484" y="325125"/>
                </a:moveTo>
                <a:lnTo>
                  <a:pt x="432586" y="326875"/>
                </a:lnTo>
                <a:lnTo>
                  <a:pt x="478324" y="326642"/>
                </a:lnTo>
                <a:lnTo>
                  <a:pt x="491509" y="342569"/>
                </a:lnTo>
                <a:lnTo>
                  <a:pt x="515720" y="332884"/>
                </a:lnTo>
                <a:lnTo>
                  <a:pt x="537888" y="332884"/>
                </a:lnTo>
                <a:lnTo>
                  <a:pt x="561166" y="322208"/>
                </a:lnTo>
                <a:lnTo>
                  <a:pt x="575751" y="320283"/>
                </a:lnTo>
                <a:lnTo>
                  <a:pt x="586602" y="321450"/>
                </a:lnTo>
                <a:lnTo>
                  <a:pt x="631173" y="296422"/>
                </a:lnTo>
                <a:lnTo>
                  <a:pt x="660634" y="286738"/>
                </a:lnTo>
                <a:lnTo>
                  <a:pt x="676444" y="266786"/>
                </a:lnTo>
                <a:lnTo>
                  <a:pt x="665360" y="247709"/>
                </a:lnTo>
                <a:lnTo>
                  <a:pt x="667635" y="228515"/>
                </a:lnTo>
                <a:lnTo>
                  <a:pt x="676444" y="204946"/>
                </a:lnTo>
                <a:lnTo>
                  <a:pt x="658068" y="183652"/>
                </a:lnTo>
                <a:lnTo>
                  <a:pt x="662501" y="174960"/>
                </a:lnTo>
                <a:lnTo>
                  <a:pt x="706606" y="175485"/>
                </a:lnTo>
                <a:lnTo>
                  <a:pt x="710340" y="155008"/>
                </a:lnTo>
                <a:lnTo>
                  <a:pt x="707364" y="134414"/>
                </a:lnTo>
                <a:lnTo>
                  <a:pt x="699197" y="77766"/>
                </a:lnTo>
                <a:lnTo>
                  <a:pt x="701472" y="45155"/>
                </a:lnTo>
                <a:lnTo>
                  <a:pt x="661801" y="35996"/>
                </a:lnTo>
                <a:lnTo>
                  <a:pt x="644125" y="22694"/>
                </a:lnTo>
                <a:lnTo>
                  <a:pt x="616938" y="28645"/>
                </a:lnTo>
                <a:lnTo>
                  <a:pt x="588294" y="27128"/>
                </a:lnTo>
                <a:lnTo>
                  <a:pt x="563325" y="9568"/>
                </a:lnTo>
                <a:lnTo>
                  <a:pt x="525696" y="8051"/>
                </a:lnTo>
                <a:lnTo>
                  <a:pt x="505218" y="0"/>
                </a:lnTo>
                <a:lnTo>
                  <a:pt x="496993" y="19019"/>
                </a:lnTo>
                <a:lnTo>
                  <a:pt x="486783" y="28645"/>
                </a:lnTo>
                <a:lnTo>
                  <a:pt x="485383" y="43988"/>
                </a:lnTo>
                <a:lnTo>
                  <a:pt x="457439" y="45505"/>
                </a:lnTo>
                <a:lnTo>
                  <a:pt x="447813" y="56531"/>
                </a:lnTo>
                <a:lnTo>
                  <a:pt x="396474" y="27128"/>
                </a:lnTo>
                <a:lnTo>
                  <a:pt x="382064" y="25669"/>
                </a:lnTo>
                <a:lnTo>
                  <a:pt x="378272" y="43988"/>
                </a:lnTo>
                <a:lnTo>
                  <a:pt x="379497" y="64465"/>
                </a:lnTo>
                <a:lnTo>
                  <a:pt x="363396" y="64465"/>
                </a:lnTo>
                <a:lnTo>
                  <a:pt x="351553" y="84650"/>
                </a:lnTo>
                <a:lnTo>
                  <a:pt x="327925" y="96318"/>
                </a:lnTo>
                <a:lnTo>
                  <a:pt x="300798" y="130739"/>
                </a:lnTo>
                <a:lnTo>
                  <a:pt x="300798" y="144098"/>
                </a:lnTo>
                <a:lnTo>
                  <a:pt x="325883" y="156525"/>
                </a:lnTo>
                <a:lnTo>
                  <a:pt x="328800" y="175485"/>
                </a:lnTo>
                <a:lnTo>
                  <a:pt x="318533" y="182894"/>
                </a:lnTo>
                <a:lnTo>
                  <a:pt x="295664" y="169826"/>
                </a:lnTo>
                <a:lnTo>
                  <a:pt x="272911" y="176360"/>
                </a:lnTo>
                <a:lnTo>
                  <a:pt x="249342" y="169826"/>
                </a:lnTo>
                <a:lnTo>
                  <a:pt x="233299" y="171926"/>
                </a:lnTo>
                <a:lnTo>
                  <a:pt x="200862" y="193220"/>
                </a:lnTo>
                <a:lnTo>
                  <a:pt x="183244" y="197012"/>
                </a:lnTo>
                <a:lnTo>
                  <a:pt x="166967" y="191820"/>
                </a:lnTo>
                <a:lnTo>
                  <a:pt x="149407" y="196254"/>
                </a:lnTo>
                <a:lnTo>
                  <a:pt x="134764" y="186627"/>
                </a:lnTo>
                <a:lnTo>
                  <a:pt x="106878" y="182252"/>
                </a:lnTo>
                <a:lnTo>
                  <a:pt x="79575" y="185986"/>
                </a:lnTo>
                <a:lnTo>
                  <a:pt x="81792" y="199871"/>
                </a:lnTo>
                <a:lnTo>
                  <a:pt x="75141" y="208038"/>
                </a:lnTo>
                <a:lnTo>
                  <a:pt x="49530" y="201329"/>
                </a:lnTo>
                <a:lnTo>
                  <a:pt x="35470" y="185986"/>
                </a:lnTo>
                <a:lnTo>
                  <a:pt x="17268" y="192812"/>
                </a:lnTo>
                <a:lnTo>
                  <a:pt x="5367" y="198646"/>
                </a:lnTo>
                <a:lnTo>
                  <a:pt x="0" y="198646"/>
                </a:lnTo>
                <a:lnTo>
                  <a:pt x="12718" y="207221"/>
                </a:lnTo>
                <a:lnTo>
                  <a:pt x="11376" y="221748"/>
                </a:lnTo>
                <a:lnTo>
                  <a:pt x="22927" y="230732"/>
                </a:lnTo>
                <a:lnTo>
                  <a:pt x="22344" y="249693"/>
                </a:lnTo>
                <a:lnTo>
                  <a:pt x="38446" y="250684"/>
                </a:lnTo>
                <a:lnTo>
                  <a:pt x="50989" y="245434"/>
                </a:lnTo>
                <a:lnTo>
                  <a:pt x="72282" y="266028"/>
                </a:lnTo>
                <a:lnTo>
                  <a:pt x="89843" y="249809"/>
                </a:lnTo>
                <a:lnTo>
                  <a:pt x="106002" y="249809"/>
                </a:lnTo>
                <a:lnTo>
                  <a:pt x="114228" y="266844"/>
                </a:lnTo>
                <a:lnTo>
                  <a:pt x="114753" y="266086"/>
                </a:lnTo>
                <a:lnTo>
                  <a:pt x="148532" y="280846"/>
                </a:lnTo>
                <a:lnTo>
                  <a:pt x="201621" y="250043"/>
                </a:lnTo>
                <a:lnTo>
                  <a:pt x="223731" y="255818"/>
                </a:lnTo>
                <a:lnTo>
                  <a:pt x="258968" y="252901"/>
                </a:lnTo>
                <a:lnTo>
                  <a:pt x="256051" y="273553"/>
                </a:lnTo>
                <a:lnTo>
                  <a:pt x="306165" y="303073"/>
                </a:lnTo>
                <a:lnTo>
                  <a:pt x="368004" y="314741"/>
                </a:lnTo>
                <a:lnTo>
                  <a:pt x="401783" y="311707"/>
                </a:lnTo>
                <a:lnTo>
                  <a:pt x="416484" y="325067"/>
                </a:lnTo>
                <a:lnTo>
                  <a:pt x="416484" y="325125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70" name="Freeform: Shape 19048">
            <a:extLst>
              <a:ext uri="{FF2B5EF4-FFF2-40B4-BE49-F238E27FC236}">
                <a16:creationId xmlns:a16="http://schemas.microsoft.com/office/drawing/2014/main" id="{D63B352B-6FD7-6E69-5333-0748880B06D8}"/>
              </a:ext>
            </a:extLst>
          </p:cNvPr>
          <p:cNvSpPr/>
          <p:nvPr/>
        </p:nvSpPr>
        <p:spPr>
          <a:xfrm>
            <a:off x="8196489" y="3653375"/>
            <a:ext cx="937863" cy="792364"/>
          </a:xfrm>
          <a:custGeom>
            <a:avLst/>
            <a:gdLst>
              <a:gd name="connsiteX0" fmla="*/ 562799 w 937863"/>
              <a:gd name="connsiteY0" fmla="*/ 788456 h 792364"/>
              <a:gd name="connsiteX1" fmla="*/ 568400 w 937863"/>
              <a:gd name="connsiteY1" fmla="*/ 791432 h 792364"/>
              <a:gd name="connsiteX2" fmla="*/ 587419 w 937863"/>
              <a:gd name="connsiteY2" fmla="*/ 790790 h 792364"/>
              <a:gd name="connsiteX3" fmla="*/ 599612 w 937863"/>
              <a:gd name="connsiteY3" fmla="*/ 772355 h 792364"/>
              <a:gd name="connsiteX4" fmla="*/ 615830 w 937863"/>
              <a:gd name="connsiteY4" fmla="*/ 766754 h 792364"/>
              <a:gd name="connsiteX5" fmla="*/ 631640 w 937863"/>
              <a:gd name="connsiteY5" fmla="*/ 768621 h 792364"/>
              <a:gd name="connsiteX6" fmla="*/ 655851 w 937863"/>
              <a:gd name="connsiteY6" fmla="*/ 768621 h 792364"/>
              <a:gd name="connsiteX7" fmla="*/ 670202 w 937863"/>
              <a:gd name="connsiteY7" fmla="*/ 778538 h 792364"/>
              <a:gd name="connsiteX8" fmla="*/ 683212 w 937863"/>
              <a:gd name="connsiteY8" fmla="*/ 765179 h 792364"/>
              <a:gd name="connsiteX9" fmla="*/ 699722 w 937863"/>
              <a:gd name="connsiteY9" fmla="*/ 762962 h 792364"/>
              <a:gd name="connsiteX10" fmla="*/ 715590 w 937863"/>
              <a:gd name="connsiteY10" fmla="*/ 770371 h 792364"/>
              <a:gd name="connsiteX11" fmla="*/ 728483 w 937863"/>
              <a:gd name="connsiteY11" fmla="*/ 764537 h 792364"/>
              <a:gd name="connsiteX12" fmla="*/ 766871 w 937863"/>
              <a:gd name="connsiteY12" fmla="*/ 765937 h 792364"/>
              <a:gd name="connsiteX13" fmla="*/ 809341 w 937863"/>
              <a:gd name="connsiteY13" fmla="*/ 790906 h 792364"/>
              <a:gd name="connsiteX14" fmla="*/ 831394 w 937863"/>
              <a:gd name="connsiteY14" fmla="*/ 792365 h 792364"/>
              <a:gd name="connsiteX15" fmla="*/ 832852 w 937863"/>
              <a:gd name="connsiteY15" fmla="*/ 761503 h 792364"/>
              <a:gd name="connsiteX16" fmla="*/ 828418 w 937863"/>
              <a:gd name="connsiteY16" fmla="*/ 733559 h 792364"/>
              <a:gd name="connsiteX17" fmla="*/ 890900 w 937863"/>
              <a:gd name="connsiteY17" fmla="*/ 663785 h 792364"/>
              <a:gd name="connsiteX18" fmla="*/ 899709 w 937863"/>
              <a:gd name="connsiteY18" fmla="*/ 632923 h 792364"/>
              <a:gd name="connsiteX19" fmla="*/ 915169 w 937863"/>
              <a:gd name="connsiteY19" fmla="*/ 616764 h 792364"/>
              <a:gd name="connsiteX20" fmla="*/ 932088 w 937863"/>
              <a:gd name="connsiteY20" fmla="*/ 615947 h 792364"/>
              <a:gd name="connsiteX21" fmla="*/ 937863 w 937863"/>
              <a:gd name="connsiteY21" fmla="*/ 585669 h 792364"/>
              <a:gd name="connsiteX22" fmla="*/ 930279 w 937863"/>
              <a:gd name="connsiteY22" fmla="*/ 573068 h 792364"/>
              <a:gd name="connsiteX23" fmla="*/ 927420 w 937863"/>
              <a:gd name="connsiteY23" fmla="*/ 557141 h 792364"/>
              <a:gd name="connsiteX24" fmla="*/ 936288 w 937863"/>
              <a:gd name="connsiteY24" fmla="*/ 545706 h 792364"/>
              <a:gd name="connsiteX25" fmla="*/ 911552 w 937863"/>
              <a:gd name="connsiteY25" fmla="*/ 530421 h 792364"/>
              <a:gd name="connsiteX26" fmla="*/ 899709 w 937863"/>
              <a:gd name="connsiteY26" fmla="*/ 500551 h 792364"/>
              <a:gd name="connsiteX27" fmla="*/ 886816 w 937863"/>
              <a:gd name="connsiteY27" fmla="*/ 487133 h 792364"/>
              <a:gd name="connsiteX28" fmla="*/ 885591 w 937863"/>
              <a:gd name="connsiteY28" fmla="*/ 440287 h 792364"/>
              <a:gd name="connsiteX29" fmla="*/ 887983 w 937863"/>
              <a:gd name="connsiteY29" fmla="*/ 412984 h 792364"/>
              <a:gd name="connsiteX30" fmla="*/ 867272 w 937863"/>
              <a:gd name="connsiteY30" fmla="*/ 380081 h 792364"/>
              <a:gd name="connsiteX31" fmla="*/ 859338 w 937863"/>
              <a:gd name="connsiteY31" fmla="*/ 349978 h 792364"/>
              <a:gd name="connsiteX32" fmla="*/ 874623 w 937863"/>
              <a:gd name="connsiteY32" fmla="*/ 324775 h 792364"/>
              <a:gd name="connsiteX33" fmla="*/ 895275 w 937863"/>
              <a:gd name="connsiteY33" fmla="*/ 317541 h 792364"/>
              <a:gd name="connsiteX34" fmla="*/ 894400 w 937863"/>
              <a:gd name="connsiteY34" fmla="*/ 253718 h 792364"/>
              <a:gd name="connsiteX35" fmla="*/ 882732 w 937863"/>
              <a:gd name="connsiteY35" fmla="*/ 243333 h 792364"/>
              <a:gd name="connsiteX36" fmla="*/ 878298 w 937863"/>
              <a:gd name="connsiteY36" fmla="*/ 218481 h 792364"/>
              <a:gd name="connsiteX37" fmla="*/ 864355 w 937863"/>
              <a:gd name="connsiteY37" fmla="*/ 197187 h 792364"/>
              <a:gd name="connsiteX38" fmla="*/ 848837 w 937863"/>
              <a:gd name="connsiteY38" fmla="*/ 149874 h 792364"/>
              <a:gd name="connsiteX39" fmla="*/ 831394 w 937863"/>
              <a:gd name="connsiteY39" fmla="*/ 121229 h 792364"/>
              <a:gd name="connsiteX40" fmla="*/ 832852 w 937863"/>
              <a:gd name="connsiteY40" fmla="*/ 97077 h 792364"/>
              <a:gd name="connsiteX41" fmla="*/ 821826 w 937863"/>
              <a:gd name="connsiteY41" fmla="*/ 59506 h 792364"/>
              <a:gd name="connsiteX42" fmla="*/ 807766 w 937863"/>
              <a:gd name="connsiteY42" fmla="*/ 58048 h 792364"/>
              <a:gd name="connsiteX43" fmla="*/ 785189 w 937863"/>
              <a:gd name="connsiteY43" fmla="*/ 39729 h 792364"/>
              <a:gd name="connsiteX44" fmla="*/ 650542 w 937863"/>
              <a:gd name="connsiteY44" fmla="*/ 52914 h 792364"/>
              <a:gd name="connsiteX45" fmla="*/ 521028 w 937863"/>
              <a:gd name="connsiteY45" fmla="*/ 45563 h 792364"/>
              <a:gd name="connsiteX46" fmla="*/ 509069 w 937863"/>
              <a:gd name="connsiteY46" fmla="*/ 50172 h 792364"/>
              <a:gd name="connsiteX47" fmla="*/ 474474 w 937863"/>
              <a:gd name="connsiteY47" fmla="*/ 81092 h 792364"/>
              <a:gd name="connsiteX48" fmla="*/ 445129 w 937863"/>
              <a:gd name="connsiteY48" fmla="*/ 87976 h 792364"/>
              <a:gd name="connsiteX49" fmla="*/ 437370 w 937863"/>
              <a:gd name="connsiteY49" fmla="*/ 81092 h 792364"/>
              <a:gd name="connsiteX50" fmla="*/ 466831 w 937863"/>
              <a:gd name="connsiteY50" fmla="*/ 64698 h 792364"/>
              <a:gd name="connsiteX51" fmla="*/ 493784 w 937863"/>
              <a:gd name="connsiteY51" fmla="*/ 36871 h 792364"/>
              <a:gd name="connsiteX52" fmla="*/ 484391 w 937863"/>
              <a:gd name="connsiteY52" fmla="*/ 37804 h 792364"/>
              <a:gd name="connsiteX53" fmla="*/ 462981 w 937863"/>
              <a:gd name="connsiteY53" fmla="*/ 59448 h 792364"/>
              <a:gd name="connsiteX54" fmla="*/ 425060 w 937863"/>
              <a:gd name="connsiteY54" fmla="*/ 77125 h 792364"/>
              <a:gd name="connsiteX55" fmla="*/ 380956 w 937863"/>
              <a:gd name="connsiteY55" fmla="*/ 64698 h 792364"/>
              <a:gd name="connsiteX56" fmla="*/ 371797 w 937863"/>
              <a:gd name="connsiteY56" fmla="*/ 40896 h 792364"/>
              <a:gd name="connsiteX57" fmla="*/ 378681 w 937863"/>
              <a:gd name="connsiteY57" fmla="*/ 23978 h 792364"/>
              <a:gd name="connsiteX58" fmla="*/ 401841 w 937863"/>
              <a:gd name="connsiteY58" fmla="*/ 26895 h 792364"/>
              <a:gd name="connsiteX59" fmla="*/ 412634 w 937863"/>
              <a:gd name="connsiteY59" fmla="*/ 33895 h 792364"/>
              <a:gd name="connsiteX60" fmla="*/ 413334 w 937863"/>
              <a:gd name="connsiteY60" fmla="*/ 26895 h 792364"/>
              <a:gd name="connsiteX61" fmla="*/ 384865 w 937863"/>
              <a:gd name="connsiteY61" fmla="*/ 13068 h 792364"/>
              <a:gd name="connsiteX62" fmla="*/ 333176 w 937863"/>
              <a:gd name="connsiteY62" fmla="*/ 0 h 792364"/>
              <a:gd name="connsiteX63" fmla="*/ 293155 w 937863"/>
              <a:gd name="connsiteY63" fmla="*/ 20827 h 792364"/>
              <a:gd name="connsiteX64" fmla="*/ 263810 w 937863"/>
              <a:gd name="connsiteY64" fmla="*/ 18494 h 792364"/>
              <a:gd name="connsiteX65" fmla="*/ 233707 w 937863"/>
              <a:gd name="connsiteY65" fmla="*/ 30045 h 792364"/>
              <a:gd name="connsiteX66" fmla="*/ 215214 w 937863"/>
              <a:gd name="connsiteY66" fmla="*/ 55481 h 792364"/>
              <a:gd name="connsiteX67" fmla="*/ 185927 w 937863"/>
              <a:gd name="connsiteY67" fmla="*/ 56356 h 792364"/>
              <a:gd name="connsiteX68" fmla="*/ 167376 w 937863"/>
              <a:gd name="connsiteY68" fmla="*/ 77125 h 792364"/>
              <a:gd name="connsiteX69" fmla="*/ 167376 w 937863"/>
              <a:gd name="connsiteY69" fmla="*/ 93226 h 792364"/>
              <a:gd name="connsiteX70" fmla="*/ 135756 w 937863"/>
              <a:gd name="connsiteY70" fmla="*/ 94101 h 792364"/>
              <a:gd name="connsiteX71" fmla="*/ 87859 w 937863"/>
              <a:gd name="connsiteY71" fmla="*/ 120412 h 792364"/>
              <a:gd name="connsiteX72" fmla="*/ 55481 w 937863"/>
              <a:gd name="connsiteY72" fmla="*/ 122629 h 792364"/>
              <a:gd name="connsiteX73" fmla="*/ 43988 w 937863"/>
              <a:gd name="connsiteY73" fmla="*/ 147482 h 792364"/>
              <a:gd name="connsiteX74" fmla="*/ 36112 w 937863"/>
              <a:gd name="connsiteY74" fmla="*/ 171985 h 792364"/>
              <a:gd name="connsiteX75" fmla="*/ 29228 w 937863"/>
              <a:gd name="connsiteY75" fmla="*/ 175952 h 792364"/>
              <a:gd name="connsiteX76" fmla="*/ 30687 w 937863"/>
              <a:gd name="connsiteY76" fmla="*/ 185869 h 792364"/>
              <a:gd name="connsiteX77" fmla="*/ 20710 w 937863"/>
              <a:gd name="connsiteY77" fmla="*/ 186511 h 792364"/>
              <a:gd name="connsiteX78" fmla="*/ 31678 w 937863"/>
              <a:gd name="connsiteY78" fmla="*/ 232307 h 792364"/>
              <a:gd name="connsiteX79" fmla="*/ 28586 w 937863"/>
              <a:gd name="connsiteY79" fmla="*/ 266028 h 792364"/>
              <a:gd name="connsiteX80" fmla="*/ 0 w 937863"/>
              <a:gd name="connsiteY80" fmla="*/ 280787 h 792364"/>
              <a:gd name="connsiteX81" fmla="*/ 0 w 937863"/>
              <a:gd name="connsiteY81" fmla="*/ 294847 h 792364"/>
              <a:gd name="connsiteX82" fmla="*/ 31678 w 937863"/>
              <a:gd name="connsiteY82" fmla="*/ 328567 h 792364"/>
              <a:gd name="connsiteX83" fmla="*/ 27828 w 937863"/>
              <a:gd name="connsiteY83" fmla="*/ 349219 h 792364"/>
              <a:gd name="connsiteX84" fmla="*/ 42704 w 937863"/>
              <a:gd name="connsiteY84" fmla="*/ 368238 h 792364"/>
              <a:gd name="connsiteX85" fmla="*/ 42704 w 937863"/>
              <a:gd name="connsiteY85" fmla="*/ 383815 h 792364"/>
              <a:gd name="connsiteX86" fmla="*/ 51455 w 937863"/>
              <a:gd name="connsiteY86" fmla="*/ 405167 h 792364"/>
              <a:gd name="connsiteX87" fmla="*/ 43346 w 937863"/>
              <a:gd name="connsiteY87" fmla="*/ 422669 h 792364"/>
              <a:gd name="connsiteX88" fmla="*/ 61781 w 937863"/>
              <a:gd name="connsiteY88" fmla="*/ 464615 h 792364"/>
              <a:gd name="connsiteX89" fmla="*/ 75258 w 937863"/>
              <a:gd name="connsiteY89" fmla="*/ 472024 h 792364"/>
              <a:gd name="connsiteX90" fmla="*/ 87276 w 937863"/>
              <a:gd name="connsiteY90" fmla="*/ 487833 h 792364"/>
              <a:gd name="connsiteX91" fmla="*/ 88851 w 937863"/>
              <a:gd name="connsiteY91" fmla="*/ 542147 h 792364"/>
              <a:gd name="connsiteX92" fmla="*/ 83134 w 937863"/>
              <a:gd name="connsiteY92" fmla="*/ 551073 h 792364"/>
              <a:gd name="connsiteX93" fmla="*/ 90659 w 937863"/>
              <a:gd name="connsiteY93" fmla="*/ 567117 h 792364"/>
              <a:gd name="connsiteX94" fmla="*/ 99527 w 937863"/>
              <a:gd name="connsiteY94" fmla="*/ 556907 h 792364"/>
              <a:gd name="connsiteX95" fmla="*/ 117204 w 937863"/>
              <a:gd name="connsiteY95" fmla="*/ 560116 h 792364"/>
              <a:gd name="connsiteX96" fmla="*/ 127121 w 937863"/>
              <a:gd name="connsiteY96" fmla="*/ 554924 h 792364"/>
              <a:gd name="connsiteX97" fmla="*/ 168717 w 937863"/>
              <a:gd name="connsiteY97" fmla="*/ 561400 h 792364"/>
              <a:gd name="connsiteX98" fmla="*/ 167259 w 937863"/>
              <a:gd name="connsiteY98" fmla="*/ 573068 h 792364"/>
              <a:gd name="connsiteX99" fmla="*/ 184877 w 937863"/>
              <a:gd name="connsiteY99" fmla="*/ 591211 h 792364"/>
              <a:gd name="connsiteX100" fmla="*/ 201504 w 937863"/>
              <a:gd name="connsiteY100" fmla="*/ 588936 h 792364"/>
              <a:gd name="connsiteX101" fmla="*/ 216556 w 937863"/>
              <a:gd name="connsiteY101" fmla="*/ 601887 h 792364"/>
              <a:gd name="connsiteX102" fmla="*/ 206580 w 937863"/>
              <a:gd name="connsiteY102" fmla="*/ 624348 h 792364"/>
              <a:gd name="connsiteX103" fmla="*/ 214864 w 937863"/>
              <a:gd name="connsiteY103" fmla="*/ 636540 h 792364"/>
              <a:gd name="connsiteX104" fmla="*/ 222156 w 937863"/>
              <a:gd name="connsiteY104" fmla="*/ 640566 h 792364"/>
              <a:gd name="connsiteX105" fmla="*/ 221164 w 937863"/>
              <a:gd name="connsiteY105" fmla="*/ 660110 h 792364"/>
              <a:gd name="connsiteX106" fmla="*/ 235224 w 937863"/>
              <a:gd name="connsiteY106" fmla="*/ 665944 h 792364"/>
              <a:gd name="connsiteX107" fmla="*/ 244734 w 937863"/>
              <a:gd name="connsiteY107" fmla="*/ 655617 h 792364"/>
              <a:gd name="connsiteX108" fmla="*/ 258035 w 937863"/>
              <a:gd name="connsiteY108" fmla="*/ 655617 h 792364"/>
              <a:gd name="connsiteX109" fmla="*/ 234291 w 937863"/>
              <a:gd name="connsiteY109" fmla="*/ 624756 h 792364"/>
              <a:gd name="connsiteX110" fmla="*/ 243975 w 937863"/>
              <a:gd name="connsiteY110" fmla="*/ 618222 h 792364"/>
              <a:gd name="connsiteX111" fmla="*/ 291813 w 937863"/>
              <a:gd name="connsiteY111" fmla="*/ 644650 h 792364"/>
              <a:gd name="connsiteX112" fmla="*/ 321916 w 937863"/>
              <a:gd name="connsiteY112" fmla="*/ 641033 h 792364"/>
              <a:gd name="connsiteX113" fmla="*/ 316782 w 937863"/>
              <a:gd name="connsiteY113" fmla="*/ 658651 h 792364"/>
              <a:gd name="connsiteX114" fmla="*/ 338893 w 937863"/>
              <a:gd name="connsiteY114" fmla="*/ 676270 h 792364"/>
              <a:gd name="connsiteX115" fmla="*/ 377105 w 937863"/>
              <a:gd name="connsiteY115" fmla="*/ 667402 h 792364"/>
              <a:gd name="connsiteX116" fmla="*/ 407208 w 937863"/>
              <a:gd name="connsiteY116" fmla="*/ 677028 h 792364"/>
              <a:gd name="connsiteX117" fmla="*/ 468873 w 937863"/>
              <a:gd name="connsiteY117" fmla="*/ 721833 h 792364"/>
              <a:gd name="connsiteX118" fmla="*/ 488008 w 937863"/>
              <a:gd name="connsiteY118" fmla="*/ 754911 h 792364"/>
              <a:gd name="connsiteX119" fmla="*/ 505744 w 937863"/>
              <a:gd name="connsiteY119" fmla="*/ 755786 h 792364"/>
              <a:gd name="connsiteX120" fmla="*/ 514553 w 937863"/>
              <a:gd name="connsiteY120" fmla="*/ 745285 h 792364"/>
              <a:gd name="connsiteX121" fmla="*/ 541681 w 937863"/>
              <a:gd name="connsiteY121" fmla="*/ 746219 h 792364"/>
              <a:gd name="connsiteX122" fmla="*/ 557082 w 937863"/>
              <a:gd name="connsiteY122" fmla="*/ 762262 h 792364"/>
              <a:gd name="connsiteX123" fmla="*/ 562799 w 937863"/>
              <a:gd name="connsiteY123" fmla="*/ 788456 h 7923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</a:cxnLst>
            <a:rect l="l" t="t" r="r" b="b"/>
            <a:pathLst>
              <a:path w="937863" h="792364">
                <a:moveTo>
                  <a:pt x="562799" y="788456"/>
                </a:moveTo>
                <a:lnTo>
                  <a:pt x="568400" y="791432"/>
                </a:lnTo>
                <a:lnTo>
                  <a:pt x="587419" y="790790"/>
                </a:lnTo>
                <a:lnTo>
                  <a:pt x="599612" y="772355"/>
                </a:lnTo>
                <a:lnTo>
                  <a:pt x="615830" y="766754"/>
                </a:lnTo>
                <a:lnTo>
                  <a:pt x="631640" y="768621"/>
                </a:lnTo>
                <a:lnTo>
                  <a:pt x="655851" y="768621"/>
                </a:lnTo>
                <a:lnTo>
                  <a:pt x="670202" y="778538"/>
                </a:lnTo>
                <a:lnTo>
                  <a:pt x="683212" y="765179"/>
                </a:lnTo>
                <a:lnTo>
                  <a:pt x="699722" y="762962"/>
                </a:lnTo>
                <a:lnTo>
                  <a:pt x="715590" y="770371"/>
                </a:lnTo>
                <a:lnTo>
                  <a:pt x="728483" y="764537"/>
                </a:lnTo>
                <a:lnTo>
                  <a:pt x="766871" y="765937"/>
                </a:lnTo>
                <a:lnTo>
                  <a:pt x="809341" y="790906"/>
                </a:lnTo>
                <a:lnTo>
                  <a:pt x="831394" y="792365"/>
                </a:lnTo>
                <a:lnTo>
                  <a:pt x="832852" y="761503"/>
                </a:lnTo>
                <a:lnTo>
                  <a:pt x="828418" y="733559"/>
                </a:lnTo>
                <a:lnTo>
                  <a:pt x="890900" y="663785"/>
                </a:lnTo>
                <a:lnTo>
                  <a:pt x="899709" y="632923"/>
                </a:lnTo>
                <a:lnTo>
                  <a:pt x="915169" y="616764"/>
                </a:lnTo>
                <a:lnTo>
                  <a:pt x="932088" y="615947"/>
                </a:lnTo>
                <a:lnTo>
                  <a:pt x="937863" y="585669"/>
                </a:lnTo>
                <a:lnTo>
                  <a:pt x="930279" y="573068"/>
                </a:lnTo>
                <a:lnTo>
                  <a:pt x="927420" y="557141"/>
                </a:lnTo>
                <a:lnTo>
                  <a:pt x="936288" y="545706"/>
                </a:lnTo>
                <a:lnTo>
                  <a:pt x="911552" y="530421"/>
                </a:lnTo>
                <a:lnTo>
                  <a:pt x="899709" y="500551"/>
                </a:lnTo>
                <a:lnTo>
                  <a:pt x="886816" y="487133"/>
                </a:lnTo>
                <a:lnTo>
                  <a:pt x="885591" y="440287"/>
                </a:lnTo>
                <a:lnTo>
                  <a:pt x="887983" y="412984"/>
                </a:lnTo>
                <a:lnTo>
                  <a:pt x="867272" y="380081"/>
                </a:lnTo>
                <a:lnTo>
                  <a:pt x="859338" y="349978"/>
                </a:lnTo>
                <a:lnTo>
                  <a:pt x="874623" y="324775"/>
                </a:lnTo>
                <a:lnTo>
                  <a:pt x="895275" y="317541"/>
                </a:lnTo>
                <a:lnTo>
                  <a:pt x="894400" y="253718"/>
                </a:lnTo>
                <a:lnTo>
                  <a:pt x="882732" y="243333"/>
                </a:lnTo>
                <a:lnTo>
                  <a:pt x="878298" y="218481"/>
                </a:lnTo>
                <a:lnTo>
                  <a:pt x="864355" y="197187"/>
                </a:lnTo>
                <a:lnTo>
                  <a:pt x="848837" y="149874"/>
                </a:lnTo>
                <a:lnTo>
                  <a:pt x="831394" y="121229"/>
                </a:lnTo>
                <a:lnTo>
                  <a:pt x="832852" y="97077"/>
                </a:lnTo>
                <a:lnTo>
                  <a:pt x="821826" y="59506"/>
                </a:lnTo>
                <a:lnTo>
                  <a:pt x="807766" y="58048"/>
                </a:lnTo>
                <a:lnTo>
                  <a:pt x="785189" y="39729"/>
                </a:lnTo>
                <a:lnTo>
                  <a:pt x="650542" y="52914"/>
                </a:lnTo>
                <a:lnTo>
                  <a:pt x="521028" y="45563"/>
                </a:lnTo>
                <a:lnTo>
                  <a:pt x="509069" y="50172"/>
                </a:lnTo>
                <a:lnTo>
                  <a:pt x="474474" y="81092"/>
                </a:lnTo>
                <a:lnTo>
                  <a:pt x="445129" y="87976"/>
                </a:lnTo>
                <a:lnTo>
                  <a:pt x="437370" y="81092"/>
                </a:lnTo>
                <a:lnTo>
                  <a:pt x="466831" y="64698"/>
                </a:lnTo>
                <a:lnTo>
                  <a:pt x="493784" y="36871"/>
                </a:lnTo>
                <a:lnTo>
                  <a:pt x="484391" y="37804"/>
                </a:lnTo>
                <a:lnTo>
                  <a:pt x="462981" y="59448"/>
                </a:lnTo>
                <a:lnTo>
                  <a:pt x="425060" y="77125"/>
                </a:lnTo>
                <a:lnTo>
                  <a:pt x="380956" y="64698"/>
                </a:lnTo>
                <a:lnTo>
                  <a:pt x="371797" y="40896"/>
                </a:lnTo>
                <a:lnTo>
                  <a:pt x="378681" y="23978"/>
                </a:lnTo>
                <a:lnTo>
                  <a:pt x="401841" y="26895"/>
                </a:lnTo>
                <a:lnTo>
                  <a:pt x="412634" y="33895"/>
                </a:lnTo>
                <a:lnTo>
                  <a:pt x="413334" y="26895"/>
                </a:lnTo>
                <a:lnTo>
                  <a:pt x="384865" y="13068"/>
                </a:lnTo>
                <a:lnTo>
                  <a:pt x="333176" y="0"/>
                </a:lnTo>
                <a:lnTo>
                  <a:pt x="293155" y="20827"/>
                </a:lnTo>
                <a:lnTo>
                  <a:pt x="263810" y="18494"/>
                </a:lnTo>
                <a:lnTo>
                  <a:pt x="233707" y="30045"/>
                </a:lnTo>
                <a:lnTo>
                  <a:pt x="215214" y="55481"/>
                </a:lnTo>
                <a:lnTo>
                  <a:pt x="185927" y="56356"/>
                </a:lnTo>
                <a:lnTo>
                  <a:pt x="167376" y="77125"/>
                </a:lnTo>
                <a:lnTo>
                  <a:pt x="167376" y="93226"/>
                </a:lnTo>
                <a:lnTo>
                  <a:pt x="135756" y="94101"/>
                </a:lnTo>
                <a:lnTo>
                  <a:pt x="87859" y="120412"/>
                </a:lnTo>
                <a:lnTo>
                  <a:pt x="55481" y="122629"/>
                </a:lnTo>
                <a:lnTo>
                  <a:pt x="43988" y="147482"/>
                </a:lnTo>
                <a:lnTo>
                  <a:pt x="36112" y="171985"/>
                </a:lnTo>
                <a:lnTo>
                  <a:pt x="29228" y="175952"/>
                </a:lnTo>
                <a:lnTo>
                  <a:pt x="30687" y="185869"/>
                </a:lnTo>
                <a:lnTo>
                  <a:pt x="20710" y="186511"/>
                </a:lnTo>
                <a:lnTo>
                  <a:pt x="31678" y="232307"/>
                </a:lnTo>
                <a:lnTo>
                  <a:pt x="28586" y="266028"/>
                </a:lnTo>
                <a:lnTo>
                  <a:pt x="0" y="280787"/>
                </a:lnTo>
                <a:lnTo>
                  <a:pt x="0" y="294847"/>
                </a:lnTo>
                <a:lnTo>
                  <a:pt x="31678" y="328567"/>
                </a:lnTo>
                <a:lnTo>
                  <a:pt x="27828" y="349219"/>
                </a:lnTo>
                <a:lnTo>
                  <a:pt x="42704" y="368238"/>
                </a:lnTo>
                <a:lnTo>
                  <a:pt x="42704" y="383815"/>
                </a:lnTo>
                <a:lnTo>
                  <a:pt x="51455" y="405167"/>
                </a:lnTo>
                <a:lnTo>
                  <a:pt x="43346" y="422669"/>
                </a:lnTo>
                <a:lnTo>
                  <a:pt x="61781" y="464615"/>
                </a:lnTo>
                <a:lnTo>
                  <a:pt x="75258" y="472024"/>
                </a:lnTo>
                <a:lnTo>
                  <a:pt x="87276" y="487833"/>
                </a:lnTo>
                <a:lnTo>
                  <a:pt x="88851" y="542147"/>
                </a:lnTo>
                <a:lnTo>
                  <a:pt x="83134" y="551073"/>
                </a:lnTo>
                <a:lnTo>
                  <a:pt x="90659" y="567117"/>
                </a:lnTo>
                <a:lnTo>
                  <a:pt x="99527" y="556907"/>
                </a:lnTo>
                <a:lnTo>
                  <a:pt x="117204" y="560116"/>
                </a:lnTo>
                <a:lnTo>
                  <a:pt x="127121" y="554924"/>
                </a:lnTo>
                <a:lnTo>
                  <a:pt x="168717" y="561400"/>
                </a:lnTo>
                <a:lnTo>
                  <a:pt x="167259" y="573068"/>
                </a:lnTo>
                <a:lnTo>
                  <a:pt x="184877" y="591211"/>
                </a:lnTo>
                <a:lnTo>
                  <a:pt x="201504" y="588936"/>
                </a:lnTo>
                <a:lnTo>
                  <a:pt x="216556" y="601887"/>
                </a:lnTo>
                <a:lnTo>
                  <a:pt x="206580" y="624348"/>
                </a:lnTo>
                <a:lnTo>
                  <a:pt x="214864" y="636540"/>
                </a:lnTo>
                <a:lnTo>
                  <a:pt x="222156" y="640566"/>
                </a:lnTo>
                <a:lnTo>
                  <a:pt x="221164" y="660110"/>
                </a:lnTo>
                <a:lnTo>
                  <a:pt x="235224" y="665944"/>
                </a:lnTo>
                <a:lnTo>
                  <a:pt x="244734" y="655617"/>
                </a:lnTo>
                <a:lnTo>
                  <a:pt x="258035" y="655617"/>
                </a:lnTo>
                <a:lnTo>
                  <a:pt x="234291" y="624756"/>
                </a:lnTo>
                <a:lnTo>
                  <a:pt x="243975" y="618222"/>
                </a:lnTo>
                <a:lnTo>
                  <a:pt x="291813" y="644650"/>
                </a:lnTo>
                <a:lnTo>
                  <a:pt x="321916" y="641033"/>
                </a:lnTo>
                <a:lnTo>
                  <a:pt x="316782" y="658651"/>
                </a:lnTo>
                <a:lnTo>
                  <a:pt x="338893" y="676270"/>
                </a:lnTo>
                <a:lnTo>
                  <a:pt x="377105" y="667402"/>
                </a:lnTo>
                <a:lnTo>
                  <a:pt x="407208" y="677028"/>
                </a:lnTo>
                <a:lnTo>
                  <a:pt x="468873" y="721833"/>
                </a:lnTo>
                <a:lnTo>
                  <a:pt x="488008" y="754911"/>
                </a:lnTo>
                <a:lnTo>
                  <a:pt x="505744" y="755786"/>
                </a:lnTo>
                <a:lnTo>
                  <a:pt x="514553" y="745285"/>
                </a:lnTo>
                <a:lnTo>
                  <a:pt x="541681" y="746219"/>
                </a:lnTo>
                <a:lnTo>
                  <a:pt x="557082" y="762262"/>
                </a:lnTo>
                <a:lnTo>
                  <a:pt x="562799" y="788456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71" name="Freeform: Shape 19049">
            <a:extLst>
              <a:ext uri="{FF2B5EF4-FFF2-40B4-BE49-F238E27FC236}">
                <a16:creationId xmlns:a16="http://schemas.microsoft.com/office/drawing/2014/main" id="{CE69047B-3D42-EA75-985B-93190583C18E}"/>
              </a:ext>
            </a:extLst>
          </p:cNvPr>
          <p:cNvSpPr/>
          <p:nvPr/>
        </p:nvSpPr>
        <p:spPr>
          <a:xfrm>
            <a:off x="7431194" y="3660026"/>
            <a:ext cx="854146" cy="1018838"/>
          </a:xfrm>
          <a:custGeom>
            <a:avLst/>
            <a:gdLst>
              <a:gd name="connsiteX0" fmla="*/ 237791 w 854146"/>
              <a:gd name="connsiteY0" fmla="*/ 1225 h 1018838"/>
              <a:gd name="connsiteX1" fmla="*/ 264686 w 854146"/>
              <a:gd name="connsiteY1" fmla="*/ 0 h 1018838"/>
              <a:gd name="connsiteX2" fmla="*/ 302081 w 854146"/>
              <a:gd name="connsiteY2" fmla="*/ 10326 h 1018838"/>
              <a:gd name="connsiteX3" fmla="*/ 313224 w 854146"/>
              <a:gd name="connsiteY3" fmla="*/ 15343 h 1018838"/>
              <a:gd name="connsiteX4" fmla="*/ 331076 w 854146"/>
              <a:gd name="connsiteY4" fmla="*/ 12251 h 1018838"/>
              <a:gd name="connsiteX5" fmla="*/ 350911 w 854146"/>
              <a:gd name="connsiteY5" fmla="*/ 33604 h 1018838"/>
              <a:gd name="connsiteX6" fmla="*/ 370921 w 854146"/>
              <a:gd name="connsiteY6" fmla="*/ 35820 h 1018838"/>
              <a:gd name="connsiteX7" fmla="*/ 360187 w 854146"/>
              <a:gd name="connsiteY7" fmla="*/ 58864 h 1018838"/>
              <a:gd name="connsiteX8" fmla="*/ 350153 w 854146"/>
              <a:gd name="connsiteY8" fmla="*/ 69074 h 1018838"/>
              <a:gd name="connsiteX9" fmla="*/ 355462 w 854146"/>
              <a:gd name="connsiteY9" fmla="*/ 80508 h 1018838"/>
              <a:gd name="connsiteX10" fmla="*/ 371680 w 854146"/>
              <a:gd name="connsiteY10" fmla="*/ 85117 h 1018838"/>
              <a:gd name="connsiteX11" fmla="*/ 377864 w 854146"/>
              <a:gd name="connsiteY11" fmla="*/ 102152 h 1018838"/>
              <a:gd name="connsiteX12" fmla="*/ 393616 w 854146"/>
              <a:gd name="connsiteY12" fmla="*/ 90601 h 1018838"/>
              <a:gd name="connsiteX13" fmla="*/ 398866 w 854146"/>
              <a:gd name="connsiteY13" fmla="*/ 79867 h 1018838"/>
              <a:gd name="connsiteX14" fmla="*/ 408550 w 854146"/>
              <a:gd name="connsiteY14" fmla="*/ 74091 h 1018838"/>
              <a:gd name="connsiteX15" fmla="*/ 416251 w 854146"/>
              <a:gd name="connsiteY15" fmla="*/ 84767 h 1018838"/>
              <a:gd name="connsiteX16" fmla="*/ 442037 w 854146"/>
              <a:gd name="connsiteY16" fmla="*/ 103261 h 1018838"/>
              <a:gd name="connsiteX17" fmla="*/ 447404 w 854146"/>
              <a:gd name="connsiteY17" fmla="*/ 96085 h 1018838"/>
              <a:gd name="connsiteX18" fmla="*/ 463623 w 854146"/>
              <a:gd name="connsiteY18" fmla="*/ 83367 h 1018838"/>
              <a:gd name="connsiteX19" fmla="*/ 471673 w 854146"/>
              <a:gd name="connsiteY19" fmla="*/ 87859 h 1018838"/>
              <a:gd name="connsiteX20" fmla="*/ 472140 w 854146"/>
              <a:gd name="connsiteY20" fmla="*/ 105302 h 1018838"/>
              <a:gd name="connsiteX21" fmla="*/ 458664 w 854146"/>
              <a:gd name="connsiteY21" fmla="*/ 121463 h 1018838"/>
              <a:gd name="connsiteX22" fmla="*/ 446296 w 854146"/>
              <a:gd name="connsiteY22" fmla="*/ 119537 h 1018838"/>
              <a:gd name="connsiteX23" fmla="*/ 428269 w 854146"/>
              <a:gd name="connsiteY23" fmla="*/ 131789 h 1018838"/>
              <a:gd name="connsiteX24" fmla="*/ 453880 w 854146"/>
              <a:gd name="connsiteY24" fmla="*/ 139431 h 1018838"/>
              <a:gd name="connsiteX25" fmla="*/ 463214 w 854146"/>
              <a:gd name="connsiteY25" fmla="*/ 135406 h 1018838"/>
              <a:gd name="connsiteX26" fmla="*/ 481591 w 854146"/>
              <a:gd name="connsiteY26" fmla="*/ 137156 h 1018838"/>
              <a:gd name="connsiteX27" fmla="*/ 488300 w 854146"/>
              <a:gd name="connsiteY27" fmla="*/ 148299 h 1018838"/>
              <a:gd name="connsiteX28" fmla="*/ 509477 w 854146"/>
              <a:gd name="connsiteY28" fmla="*/ 146432 h 1018838"/>
              <a:gd name="connsiteX29" fmla="*/ 512861 w 854146"/>
              <a:gd name="connsiteY29" fmla="*/ 131789 h 1018838"/>
              <a:gd name="connsiteX30" fmla="*/ 527096 w 854146"/>
              <a:gd name="connsiteY30" fmla="*/ 112303 h 1018838"/>
              <a:gd name="connsiteX31" fmla="*/ 564433 w 854146"/>
              <a:gd name="connsiteY31" fmla="*/ 106528 h 1018838"/>
              <a:gd name="connsiteX32" fmla="*/ 565717 w 854146"/>
              <a:gd name="connsiteY32" fmla="*/ 97368 h 1018838"/>
              <a:gd name="connsiteX33" fmla="*/ 585960 w 854146"/>
              <a:gd name="connsiteY33" fmla="*/ 86751 h 1018838"/>
              <a:gd name="connsiteX34" fmla="*/ 588235 w 854146"/>
              <a:gd name="connsiteY34" fmla="*/ 76425 h 1018838"/>
              <a:gd name="connsiteX35" fmla="*/ 597161 w 854146"/>
              <a:gd name="connsiteY35" fmla="*/ 71816 h 1018838"/>
              <a:gd name="connsiteX36" fmla="*/ 623647 w 854146"/>
              <a:gd name="connsiteY36" fmla="*/ 74499 h 1018838"/>
              <a:gd name="connsiteX37" fmla="*/ 602470 w 854146"/>
              <a:gd name="connsiteY37" fmla="*/ 82900 h 1018838"/>
              <a:gd name="connsiteX38" fmla="*/ 594769 w 854146"/>
              <a:gd name="connsiteY38" fmla="*/ 91068 h 1018838"/>
              <a:gd name="connsiteX39" fmla="*/ 591269 w 854146"/>
              <a:gd name="connsiteY39" fmla="*/ 88209 h 1018838"/>
              <a:gd name="connsiteX40" fmla="*/ 580651 w 854146"/>
              <a:gd name="connsiteY40" fmla="*/ 98943 h 1018838"/>
              <a:gd name="connsiteX41" fmla="*/ 588585 w 854146"/>
              <a:gd name="connsiteY41" fmla="*/ 106761 h 1018838"/>
              <a:gd name="connsiteX42" fmla="*/ 609296 w 854146"/>
              <a:gd name="connsiteY42" fmla="*/ 92118 h 1018838"/>
              <a:gd name="connsiteX43" fmla="*/ 631698 w 854146"/>
              <a:gd name="connsiteY43" fmla="*/ 89726 h 1018838"/>
              <a:gd name="connsiteX44" fmla="*/ 640916 w 854146"/>
              <a:gd name="connsiteY44" fmla="*/ 85117 h 1018838"/>
              <a:gd name="connsiteX45" fmla="*/ 648033 w 854146"/>
              <a:gd name="connsiteY45" fmla="*/ 95910 h 1018838"/>
              <a:gd name="connsiteX46" fmla="*/ 665652 w 854146"/>
              <a:gd name="connsiteY46" fmla="*/ 98943 h 1018838"/>
              <a:gd name="connsiteX47" fmla="*/ 691029 w 854146"/>
              <a:gd name="connsiteY47" fmla="*/ 124496 h 1018838"/>
              <a:gd name="connsiteX48" fmla="*/ 711915 w 854146"/>
              <a:gd name="connsiteY48" fmla="*/ 120646 h 1018838"/>
              <a:gd name="connsiteX49" fmla="*/ 723641 w 854146"/>
              <a:gd name="connsiteY49" fmla="*/ 138323 h 1018838"/>
              <a:gd name="connsiteX50" fmla="*/ 719616 w 854146"/>
              <a:gd name="connsiteY50" fmla="*/ 157691 h 1018838"/>
              <a:gd name="connsiteX51" fmla="*/ 738284 w 854146"/>
              <a:gd name="connsiteY51" fmla="*/ 172334 h 1018838"/>
              <a:gd name="connsiteX52" fmla="*/ 755144 w 854146"/>
              <a:gd name="connsiteY52" fmla="*/ 169943 h 1018838"/>
              <a:gd name="connsiteX53" fmla="*/ 767570 w 854146"/>
              <a:gd name="connsiteY53" fmla="*/ 180969 h 1018838"/>
              <a:gd name="connsiteX54" fmla="*/ 786006 w 854146"/>
              <a:gd name="connsiteY54" fmla="*/ 179860 h 1018838"/>
              <a:gd name="connsiteX55" fmla="*/ 796974 w 854146"/>
              <a:gd name="connsiteY55" fmla="*/ 225656 h 1018838"/>
              <a:gd name="connsiteX56" fmla="*/ 793882 w 854146"/>
              <a:gd name="connsiteY56" fmla="*/ 259377 h 1018838"/>
              <a:gd name="connsiteX57" fmla="*/ 765295 w 854146"/>
              <a:gd name="connsiteY57" fmla="*/ 274136 h 1018838"/>
              <a:gd name="connsiteX58" fmla="*/ 765295 w 854146"/>
              <a:gd name="connsiteY58" fmla="*/ 288196 h 1018838"/>
              <a:gd name="connsiteX59" fmla="*/ 796974 w 854146"/>
              <a:gd name="connsiteY59" fmla="*/ 321916 h 1018838"/>
              <a:gd name="connsiteX60" fmla="*/ 793123 w 854146"/>
              <a:gd name="connsiteY60" fmla="*/ 342568 h 1018838"/>
              <a:gd name="connsiteX61" fmla="*/ 808000 w 854146"/>
              <a:gd name="connsiteY61" fmla="*/ 361587 h 1018838"/>
              <a:gd name="connsiteX62" fmla="*/ 808000 w 854146"/>
              <a:gd name="connsiteY62" fmla="*/ 377164 h 1018838"/>
              <a:gd name="connsiteX63" fmla="*/ 816751 w 854146"/>
              <a:gd name="connsiteY63" fmla="*/ 398516 h 1018838"/>
              <a:gd name="connsiteX64" fmla="*/ 808641 w 854146"/>
              <a:gd name="connsiteY64" fmla="*/ 416018 h 1018838"/>
              <a:gd name="connsiteX65" fmla="*/ 827077 w 854146"/>
              <a:gd name="connsiteY65" fmla="*/ 457964 h 1018838"/>
              <a:gd name="connsiteX66" fmla="*/ 840553 w 854146"/>
              <a:gd name="connsiteY66" fmla="*/ 465373 h 1018838"/>
              <a:gd name="connsiteX67" fmla="*/ 852571 w 854146"/>
              <a:gd name="connsiteY67" fmla="*/ 481183 h 1018838"/>
              <a:gd name="connsiteX68" fmla="*/ 854146 w 854146"/>
              <a:gd name="connsiteY68" fmla="*/ 535497 h 1018838"/>
              <a:gd name="connsiteX69" fmla="*/ 844753 w 854146"/>
              <a:gd name="connsiteY69" fmla="*/ 550490 h 1018838"/>
              <a:gd name="connsiteX70" fmla="*/ 829877 w 854146"/>
              <a:gd name="connsiteY70" fmla="*/ 543197 h 1018838"/>
              <a:gd name="connsiteX71" fmla="*/ 816751 w 854146"/>
              <a:gd name="connsiteY71" fmla="*/ 552065 h 1018838"/>
              <a:gd name="connsiteX72" fmla="*/ 785189 w 854146"/>
              <a:gd name="connsiteY72" fmla="*/ 544714 h 1018838"/>
              <a:gd name="connsiteX73" fmla="*/ 785189 w 854146"/>
              <a:gd name="connsiteY73" fmla="*/ 563091 h 1018838"/>
              <a:gd name="connsiteX74" fmla="*/ 768212 w 854146"/>
              <a:gd name="connsiteY74" fmla="*/ 573359 h 1018838"/>
              <a:gd name="connsiteX75" fmla="*/ 753569 w 854146"/>
              <a:gd name="connsiteY75" fmla="*/ 569625 h 1018838"/>
              <a:gd name="connsiteX76" fmla="*/ 719616 w 854146"/>
              <a:gd name="connsiteY76" fmla="*/ 570384 h 1018838"/>
              <a:gd name="connsiteX77" fmla="*/ 708706 w 854146"/>
              <a:gd name="connsiteY77" fmla="*/ 587244 h 1018838"/>
              <a:gd name="connsiteX78" fmla="*/ 686596 w 854146"/>
              <a:gd name="connsiteY78" fmla="*/ 588060 h 1018838"/>
              <a:gd name="connsiteX79" fmla="*/ 666760 w 854146"/>
              <a:gd name="connsiteY79" fmla="*/ 610813 h 1018838"/>
              <a:gd name="connsiteX80" fmla="*/ 649142 w 854146"/>
              <a:gd name="connsiteY80" fmla="*/ 612330 h 1018838"/>
              <a:gd name="connsiteX81" fmla="*/ 613146 w 854146"/>
              <a:gd name="connsiteY81" fmla="*/ 645233 h 1018838"/>
              <a:gd name="connsiteX82" fmla="*/ 596111 w 854146"/>
              <a:gd name="connsiteY82" fmla="*/ 637240 h 1018838"/>
              <a:gd name="connsiteX83" fmla="*/ 586485 w 854146"/>
              <a:gd name="connsiteY83" fmla="*/ 629190 h 1018838"/>
              <a:gd name="connsiteX84" fmla="*/ 577501 w 854146"/>
              <a:gd name="connsiteY84" fmla="*/ 635782 h 1018838"/>
              <a:gd name="connsiteX85" fmla="*/ 578668 w 854146"/>
              <a:gd name="connsiteY85" fmla="*/ 650950 h 1018838"/>
              <a:gd name="connsiteX86" fmla="*/ 605621 w 854146"/>
              <a:gd name="connsiteY86" fmla="*/ 667110 h 1018838"/>
              <a:gd name="connsiteX87" fmla="*/ 626973 w 854146"/>
              <a:gd name="connsiteY87" fmla="*/ 700305 h 1018838"/>
              <a:gd name="connsiteX88" fmla="*/ 625456 w 854146"/>
              <a:gd name="connsiteY88" fmla="*/ 725041 h 1018838"/>
              <a:gd name="connsiteX89" fmla="*/ 630998 w 854146"/>
              <a:gd name="connsiteY89" fmla="*/ 740151 h 1018838"/>
              <a:gd name="connsiteX90" fmla="*/ 650717 w 854146"/>
              <a:gd name="connsiteY90" fmla="*/ 751294 h 1018838"/>
              <a:gd name="connsiteX91" fmla="*/ 685837 w 854146"/>
              <a:gd name="connsiteY91" fmla="*/ 775155 h 1018838"/>
              <a:gd name="connsiteX92" fmla="*/ 705789 w 854146"/>
              <a:gd name="connsiteY92" fmla="*/ 788573 h 1018838"/>
              <a:gd name="connsiteX93" fmla="*/ 746627 w 854146"/>
              <a:gd name="connsiteY93" fmla="*/ 835769 h 1018838"/>
              <a:gd name="connsiteX94" fmla="*/ 742718 w 854146"/>
              <a:gd name="connsiteY94" fmla="*/ 854788 h 1018838"/>
              <a:gd name="connsiteX95" fmla="*/ 743943 w 854146"/>
              <a:gd name="connsiteY95" fmla="*/ 875265 h 1018838"/>
              <a:gd name="connsiteX96" fmla="*/ 727841 w 854146"/>
              <a:gd name="connsiteY96" fmla="*/ 875265 h 1018838"/>
              <a:gd name="connsiteX97" fmla="*/ 715999 w 854146"/>
              <a:gd name="connsiteY97" fmla="*/ 895450 h 1018838"/>
              <a:gd name="connsiteX98" fmla="*/ 692371 w 854146"/>
              <a:gd name="connsiteY98" fmla="*/ 907118 h 1018838"/>
              <a:gd name="connsiteX99" fmla="*/ 665243 w 854146"/>
              <a:gd name="connsiteY99" fmla="*/ 941539 h 1018838"/>
              <a:gd name="connsiteX100" fmla="*/ 665243 w 854146"/>
              <a:gd name="connsiteY100" fmla="*/ 954898 h 1018838"/>
              <a:gd name="connsiteX101" fmla="*/ 690329 w 854146"/>
              <a:gd name="connsiteY101" fmla="*/ 967324 h 1018838"/>
              <a:gd name="connsiteX102" fmla="*/ 693246 w 854146"/>
              <a:gd name="connsiteY102" fmla="*/ 986285 h 1018838"/>
              <a:gd name="connsiteX103" fmla="*/ 682978 w 854146"/>
              <a:gd name="connsiteY103" fmla="*/ 993694 h 1018838"/>
              <a:gd name="connsiteX104" fmla="*/ 660110 w 854146"/>
              <a:gd name="connsiteY104" fmla="*/ 980626 h 1018838"/>
              <a:gd name="connsiteX105" fmla="*/ 637357 w 854146"/>
              <a:gd name="connsiteY105" fmla="*/ 987160 h 1018838"/>
              <a:gd name="connsiteX106" fmla="*/ 613788 w 854146"/>
              <a:gd name="connsiteY106" fmla="*/ 980626 h 1018838"/>
              <a:gd name="connsiteX107" fmla="*/ 597745 w 854146"/>
              <a:gd name="connsiteY107" fmla="*/ 982726 h 1018838"/>
              <a:gd name="connsiteX108" fmla="*/ 565308 w 854146"/>
              <a:gd name="connsiteY108" fmla="*/ 1004020 h 1018838"/>
              <a:gd name="connsiteX109" fmla="*/ 547690 w 854146"/>
              <a:gd name="connsiteY109" fmla="*/ 1007812 h 1018838"/>
              <a:gd name="connsiteX110" fmla="*/ 531413 w 854146"/>
              <a:gd name="connsiteY110" fmla="*/ 1002620 h 1018838"/>
              <a:gd name="connsiteX111" fmla="*/ 513853 w 854146"/>
              <a:gd name="connsiteY111" fmla="*/ 1007054 h 1018838"/>
              <a:gd name="connsiteX112" fmla="*/ 499210 w 854146"/>
              <a:gd name="connsiteY112" fmla="*/ 997427 h 1018838"/>
              <a:gd name="connsiteX113" fmla="*/ 471323 w 854146"/>
              <a:gd name="connsiteY113" fmla="*/ 993052 h 1018838"/>
              <a:gd name="connsiteX114" fmla="*/ 444021 w 854146"/>
              <a:gd name="connsiteY114" fmla="*/ 996786 h 1018838"/>
              <a:gd name="connsiteX115" fmla="*/ 446238 w 854146"/>
              <a:gd name="connsiteY115" fmla="*/ 1010671 h 1018838"/>
              <a:gd name="connsiteX116" fmla="*/ 439587 w 854146"/>
              <a:gd name="connsiteY116" fmla="*/ 1018838 h 1018838"/>
              <a:gd name="connsiteX117" fmla="*/ 413976 w 854146"/>
              <a:gd name="connsiteY117" fmla="*/ 1012129 h 1018838"/>
              <a:gd name="connsiteX118" fmla="*/ 399916 w 854146"/>
              <a:gd name="connsiteY118" fmla="*/ 996786 h 1018838"/>
              <a:gd name="connsiteX119" fmla="*/ 381714 w 854146"/>
              <a:gd name="connsiteY119" fmla="*/ 1003612 h 1018838"/>
              <a:gd name="connsiteX120" fmla="*/ 369813 w 854146"/>
              <a:gd name="connsiteY120" fmla="*/ 1009446 h 1018838"/>
              <a:gd name="connsiteX121" fmla="*/ 364446 w 854146"/>
              <a:gd name="connsiteY121" fmla="*/ 1009446 h 1018838"/>
              <a:gd name="connsiteX122" fmla="*/ 354353 w 854146"/>
              <a:gd name="connsiteY122" fmla="*/ 1002620 h 1018838"/>
              <a:gd name="connsiteX123" fmla="*/ 326467 w 854146"/>
              <a:gd name="connsiteY123" fmla="*/ 982084 h 1018838"/>
              <a:gd name="connsiteX124" fmla="*/ 312349 w 854146"/>
              <a:gd name="connsiteY124" fmla="*/ 981268 h 1018838"/>
              <a:gd name="connsiteX125" fmla="*/ 302081 w 854146"/>
              <a:gd name="connsiteY125" fmla="*/ 990835 h 1018838"/>
              <a:gd name="connsiteX126" fmla="*/ 289655 w 854146"/>
              <a:gd name="connsiteY126" fmla="*/ 987160 h 1018838"/>
              <a:gd name="connsiteX127" fmla="*/ 282246 w 854146"/>
              <a:gd name="connsiteY127" fmla="*/ 967324 h 1018838"/>
              <a:gd name="connsiteX128" fmla="*/ 261710 w 854146"/>
              <a:gd name="connsiteY128" fmla="*/ 974675 h 1018838"/>
              <a:gd name="connsiteX129" fmla="*/ 263869 w 854146"/>
              <a:gd name="connsiteY129" fmla="*/ 987160 h 1018838"/>
              <a:gd name="connsiteX130" fmla="*/ 256576 w 854146"/>
              <a:gd name="connsiteY130" fmla="*/ 999703 h 1018838"/>
              <a:gd name="connsiteX131" fmla="*/ 231665 w 854146"/>
              <a:gd name="connsiteY131" fmla="*/ 990835 h 1018838"/>
              <a:gd name="connsiteX132" fmla="*/ 213230 w 854146"/>
              <a:gd name="connsiteY132" fmla="*/ 1001045 h 1018838"/>
              <a:gd name="connsiteX133" fmla="*/ 196487 w 854146"/>
              <a:gd name="connsiteY133" fmla="*/ 996261 h 1018838"/>
              <a:gd name="connsiteX134" fmla="*/ 196954 w 854146"/>
              <a:gd name="connsiteY134" fmla="*/ 996086 h 1018838"/>
              <a:gd name="connsiteX135" fmla="*/ 187561 w 854146"/>
              <a:gd name="connsiteY135" fmla="*/ 976075 h 1018838"/>
              <a:gd name="connsiteX136" fmla="*/ 169767 w 854146"/>
              <a:gd name="connsiteY136" fmla="*/ 965108 h 1018838"/>
              <a:gd name="connsiteX137" fmla="*/ 168367 w 854146"/>
              <a:gd name="connsiteY137" fmla="*/ 935763 h 1018838"/>
              <a:gd name="connsiteX138" fmla="*/ 178693 w 854146"/>
              <a:gd name="connsiteY138" fmla="*/ 900409 h 1018838"/>
              <a:gd name="connsiteX139" fmla="*/ 192578 w 854146"/>
              <a:gd name="connsiteY139" fmla="*/ 887225 h 1018838"/>
              <a:gd name="connsiteX140" fmla="*/ 192578 w 854146"/>
              <a:gd name="connsiteY140" fmla="*/ 871765 h 1018838"/>
              <a:gd name="connsiteX141" fmla="*/ 203604 w 854146"/>
              <a:gd name="connsiteY141" fmla="*/ 840962 h 1018838"/>
              <a:gd name="connsiteX142" fmla="*/ 226473 w 854146"/>
              <a:gd name="connsiteY142" fmla="*/ 817451 h 1018838"/>
              <a:gd name="connsiteX143" fmla="*/ 206580 w 854146"/>
              <a:gd name="connsiteY143" fmla="*/ 804091 h 1018838"/>
              <a:gd name="connsiteX144" fmla="*/ 187561 w 854146"/>
              <a:gd name="connsiteY144" fmla="*/ 804091 h 1018838"/>
              <a:gd name="connsiteX145" fmla="*/ 163175 w 854146"/>
              <a:gd name="connsiteY145" fmla="*/ 793006 h 1018838"/>
              <a:gd name="connsiteX146" fmla="*/ 144915 w 854146"/>
              <a:gd name="connsiteY146" fmla="*/ 799016 h 1018838"/>
              <a:gd name="connsiteX147" fmla="*/ 131497 w 854146"/>
              <a:gd name="connsiteY147" fmla="*/ 793823 h 1018838"/>
              <a:gd name="connsiteX148" fmla="*/ 113878 w 854146"/>
              <a:gd name="connsiteY148" fmla="*/ 793823 h 1018838"/>
              <a:gd name="connsiteX149" fmla="*/ 97077 w 854146"/>
              <a:gd name="connsiteY149" fmla="*/ 799774 h 1018838"/>
              <a:gd name="connsiteX150" fmla="*/ 79341 w 854146"/>
              <a:gd name="connsiteY150" fmla="*/ 785189 h 1018838"/>
              <a:gd name="connsiteX151" fmla="*/ 79341 w 854146"/>
              <a:gd name="connsiteY151" fmla="*/ 772529 h 1018838"/>
              <a:gd name="connsiteX152" fmla="*/ 60323 w 854146"/>
              <a:gd name="connsiteY152" fmla="*/ 757886 h 1018838"/>
              <a:gd name="connsiteX153" fmla="*/ 59798 w 854146"/>
              <a:gd name="connsiteY153" fmla="*/ 757886 h 1018838"/>
              <a:gd name="connsiteX154" fmla="*/ 61723 w 854146"/>
              <a:gd name="connsiteY154" fmla="*/ 725625 h 1018838"/>
              <a:gd name="connsiteX155" fmla="*/ 50639 w 854146"/>
              <a:gd name="connsiteY155" fmla="*/ 715882 h 1018838"/>
              <a:gd name="connsiteX156" fmla="*/ 46322 w 854146"/>
              <a:gd name="connsiteY156" fmla="*/ 694005 h 1018838"/>
              <a:gd name="connsiteX157" fmla="*/ 22052 w 854146"/>
              <a:gd name="connsiteY157" fmla="*/ 663668 h 1018838"/>
              <a:gd name="connsiteX158" fmla="*/ 15402 w 854146"/>
              <a:gd name="connsiteY158" fmla="*/ 663668 h 1018838"/>
              <a:gd name="connsiteX159" fmla="*/ 27186 w 854146"/>
              <a:gd name="connsiteY159" fmla="*/ 635782 h 1018838"/>
              <a:gd name="connsiteX160" fmla="*/ 14760 w 854146"/>
              <a:gd name="connsiteY160" fmla="*/ 616647 h 1018838"/>
              <a:gd name="connsiteX161" fmla="*/ 15402 w 854146"/>
              <a:gd name="connsiteY161" fmla="*/ 604221 h 1018838"/>
              <a:gd name="connsiteX162" fmla="*/ 0 w 854146"/>
              <a:gd name="connsiteY162" fmla="*/ 572601 h 1018838"/>
              <a:gd name="connsiteX163" fmla="*/ 6592 w 854146"/>
              <a:gd name="connsiteY163" fmla="*/ 557841 h 1018838"/>
              <a:gd name="connsiteX164" fmla="*/ 4025 w 854146"/>
              <a:gd name="connsiteY164" fmla="*/ 557082 h 1018838"/>
              <a:gd name="connsiteX165" fmla="*/ 12601 w 854146"/>
              <a:gd name="connsiteY165" fmla="*/ 534738 h 1018838"/>
              <a:gd name="connsiteX166" fmla="*/ 19194 w 854146"/>
              <a:gd name="connsiteY166" fmla="*/ 500727 h 1018838"/>
              <a:gd name="connsiteX167" fmla="*/ 13243 w 854146"/>
              <a:gd name="connsiteY167" fmla="*/ 471207 h 1018838"/>
              <a:gd name="connsiteX168" fmla="*/ 26544 w 854146"/>
              <a:gd name="connsiteY168" fmla="*/ 455047 h 1018838"/>
              <a:gd name="connsiteX169" fmla="*/ 38912 w 854146"/>
              <a:gd name="connsiteY169" fmla="*/ 434453 h 1018838"/>
              <a:gd name="connsiteX170" fmla="*/ 66215 w 854146"/>
              <a:gd name="connsiteY170" fmla="*/ 427744 h 1018838"/>
              <a:gd name="connsiteX171" fmla="*/ 91885 w 854146"/>
              <a:gd name="connsiteY171" fmla="*/ 433636 h 1018838"/>
              <a:gd name="connsiteX172" fmla="*/ 106528 w 854146"/>
              <a:gd name="connsiteY172" fmla="*/ 425644 h 1018838"/>
              <a:gd name="connsiteX173" fmla="*/ 95560 w 854146"/>
              <a:gd name="connsiteY173" fmla="*/ 406334 h 1018838"/>
              <a:gd name="connsiteX174" fmla="*/ 108744 w 854146"/>
              <a:gd name="connsiteY174" fmla="*/ 396824 h 1018838"/>
              <a:gd name="connsiteX175" fmla="*/ 111836 w 854146"/>
              <a:gd name="connsiteY175" fmla="*/ 374830 h 1018838"/>
              <a:gd name="connsiteX176" fmla="*/ 117554 w 854146"/>
              <a:gd name="connsiteY176" fmla="*/ 362346 h 1018838"/>
              <a:gd name="connsiteX177" fmla="*/ 107228 w 854146"/>
              <a:gd name="connsiteY177" fmla="*/ 352778 h 1018838"/>
              <a:gd name="connsiteX178" fmla="*/ 82317 w 854146"/>
              <a:gd name="connsiteY178" fmla="*/ 353536 h 1018838"/>
              <a:gd name="connsiteX179" fmla="*/ 79341 w 854146"/>
              <a:gd name="connsiteY179" fmla="*/ 340293 h 1018838"/>
              <a:gd name="connsiteX180" fmla="*/ 88209 w 854146"/>
              <a:gd name="connsiteY180" fmla="*/ 320458 h 1018838"/>
              <a:gd name="connsiteX181" fmla="*/ 109561 w 854146"/>
              <a:gd name="connsiteY181" fmla="*/ 329967 h 1018838"/>
              <a:gd name="connsiteX182" fmla="*/ 122804 w 854146"/>
              <a:gd name="connsiteY182" fmla="*/ 318999 h 1018838"/>
              <a:gd name="connsiteX183" fmla="*/ 123096 w 854146"/>
              <a:gd name="connsiteY183" fmla="*/ 299106 h 1018838"/>
              <a:gd name="connsiteX184" fmla="*/ 131147 w 854146"/>
              <a:gd name="connsiteY184" fmla="*/ 281370 h 1018838"/>
              <a:gd name="connsiteX185" fmla="*/ 132722 w 854146"/>
              <a:gd name="connsiteY185" fmla="*/ 269878 h 1018838"/>
              <a:gd name="connsiteX186" fmla="*/ 138498 w 854146"/>
              <a:gd name="connsiteY186" fmla="*/ 262527 h 1018838"/>
              <a:gd name="connsiteX187" fmla="*/ 139023 w 854146"/>
              <a:gd name="connsiteY187" fmla="*/ 258152 h 1018838"/>
              <a:gd name="connsiteX188" fmla="*/ 140948 w 854146"/>
              <a:gd name="connsiteY188" fmla="*/ 258852 h 1018838"/>
              <a:gd name="connsiteX189" fmla="*/ 136281 w 854146"/>
              <a:gd name="connsiteY189" fmla="*/ 239483 h 1018838"/>
              <a:gd name="connsiteX190" fmla="*/ 113878 w 854146"/>
              <a:gd name="connsiteY190" fmla="*/ 235691 h 1018838"/>
              <a:gd name="connsiteX191" fmla="*/ 104661 w 854146"/>
              <a:gd name="connsiteY191" fmla="*/ 217781 h 1018838"/>
              <a:gd name="connsiteX192" fmla="*/ 108569 w 854146"/>
              <a:gd name="connsiteY192" fmla="*/ 197770 h 1018838"/>
              <a:gd name="connsiteX193" fmla="*/ 154132 w 854146"/>
              <a:gd name="connsiteY193" fmla="*/ 185519 h 1018838"/>
              <a:gd name="connsiteX194" fmla="*/ 167084 w 854146"/>
              <a:gd name="connsiteY194" fmla="*/ 179218 h 1018838"/>
              <a:gd name="connsiteX195" fmla="*/ 189661 w 854146"/>
              <a:gd name="connsiteY195" fmla="*/ 195495 h 1018838"/>
              <a:gd name="connsiteX196" fmla="*/ 189661 w 854146"/>
              <a:gd name="connsiteY196" fmla="*/ 218714 h 1018838"/>
              <a:gd name="connsiteX197" fmla="*/ 206580 w 854146"/>
              <a:gd name="connsiteY197" fmla="*/ 238724 h 1018838"/>
              <a:gd name="connsiteX198" fmla="*/ 216731 w 854146"/>
              <a:gd name="connsiteY198" fmla="*/ 227932 h 1018838"/>
              <a:gd name="connsiteX199" fmla="*/ 207455 w 854146"/>
              <a:gd name="connsiteY199" fmla="*/ 210255 h 1018838"/>
              <a:gd name="connsiteX200" fmla="*/ 207455 w 854146"/>
              <a:gd name="connsiteY200" fmla="*/ 195495 h 1018838"/>
              <a:gd name="connsiteX201" fmla="*/ 216731 w 854146"/>
              <a:gd name="connsiteY201" fmla="*/ 191645 h 1018838"/>
              <a:gd name="connsiteX202" fmla="*/ 231315 w 854146"/>
              <a:gd name="connsiteY202" fmla="*/ 204654 h 1018838"/>
              <a:gd name="connsiteX203" fmla="*/ 229799 w 854146"/>
              <a:gd name="connsiteY203" fmla="*/ 227932 h 1018838"/>
              <a:gd name="connsiteX204" fmla="*/ 252143 w 854146"/>
              <a:gd name="connsiteY204" fmla="*/ 253309 h 1018838"/>
              <a:gd name="connsiteX205" fmla="*/ 242925 w 854146"/>
              <a:gd name="connsiteY205" fmla="*/ 233999 h 1018838"/>
              <a:gd name="connsiteX206" fmla="*/ 242108 w 854146"/>
              <a:gd name="connsiteY206" fmla="*/ 204654 h 1018838"/>
              <a:gd name="connsiteX207" fmla="*/ 238141 w 854146"/>
              <a:gd name="connsiteY207" fmla="*/ 187794 h 1018838"/>
              <a:gd name="connsiteX208" fmla="*/ 250509 w 854146"/>
              <a:gd name="connsiteY208" fmla="*/ 167667 h 1018838"/>
              <a:gd name="connsiteX209" fmla="*/ 266786 w 854146"/>
              <a:gd name="connsiteY209" fmla="*/ 164517 h 1018838"/>
              <a:gd name="connsiteX210" fmla="*/ 282946 w 854146"/>
              <a:gd name="connsiteY210" fmla="*/ 173093 h 1018838"/>
              <a:gd name="connsiteX211" fmla="*/ 304590 w 854146"/>
              <a:gd name="connsiteY211" fmla="*/ 164517 h 1018838"/>
              <a:gd name="connsiteX212" fmla="*/ 336676 w 854146"/>
              <a:gd name="connsiteY212" fmla="*/ 199987 h 1018838"/>
              <a:gd name="connsiteX213" fmla="*/ 380781 w 854146"/>
              <a:gd name="connsiteY213" fmla="*/ 208563 h 1018838"/>
              <a:gd name="connsiteX214" fmla="*/ 338951 w 854146"/>
              <a:gd name="connsiteY214" fmla="*/ 191120 h 1018838"/>
              <a:gd name="connsiteX215" fmla="*/ 306748 w 854146"/>
              <a:gd name="connsiteY215" fmla="*/ 157691 h 1018838"/>
              <a:gd name="connsiteX216" fmla="*/ 282246 w 854146"/>
              <a:gd name="connsiteY216" fmla="*/ 156116 h 1018838"/>
              <a:gd name="connsiteX217" fmla="*/ 268303 w 854146"/>
              <a:gd name="connsiteY217" fmla="*/ 147657 h 1018838"/>
              <a:gd name="connsiteX218" fmla="*/ 268303 w 854146"/>
              <a:gd name="connsiteY218" fmla="*/ 133014 h 1018838"/>
              <a:gd name="connsiteX219" fmla="*/ 284521 w 854146"/>
              <a:gd name="connsiteY219" fmla="*/ 120646 h 1018838"/>
              <a:gd name="connsiteX220" fmla="*/ 265969 w 854146"/>
              <a:gd name="connsiteY220" fmla="*/ 109095 h 1018838"/>
              <a:gd name="connsiteX221" fmla="*/ 265969 w 854146"/>
              <a:gd name="connsiteY221" fmla="*/ 85117 h 1018838"/>
              <a:gd name="connsiteX222" fmla="*/ 248234 w 854146"/>
              <a:gd name="connsiteY222" fmla="*/ 92935 h 1018838"/>
              <a:gd name="connsiteX223" fmla="*/ 247417 w 854146"/>
              <a:gd name="connsiteY223" fmla="*/ 75141 h 1018838"/>
              <a:gd name="connsiteX224" fmla="*/ 264452 w 854146"/>
              <a:gd name="connsiteY224" fmla="*/ 75141 h 1018838"/>
              <a:gd name="connsiteX225" fmla="*/ 282946 w 854146"/>
              <a:gd name="connsiteY225" fmla="*/ 68082 h 1018838"/>
              <a:gd name="connsiteX226" fmla="*/ 260544 w 854146"/>
              <a:gd name="connsiteY226" fmla="*/ 47372 h 1018838"/>
              <a:gd name="connsiteX227" fmla="*/ 262060 w 854146"/>
              <a:gd name="connsiteY227" fmla="*/ 32670 h 1018838"/>
              <a:gd name="connsiteX228" fmla="*/ 251326 w 854146"/>
              <a:gd name="connsiteY228" fmla="*/ 31970 h 1018838"/>
              <a:gd name="connsiteX229" fmla="*/ 237441 w 854146"/>
              <a:gd name="connsiteY229" fmla="*/ 22752 h 1018838"/>
              <a:gd name="connsiteX230" fmla="*/ 239016 w 854146"/>
              <a:gd name="connsiteY230" fmla="*/ 5717 h 1018838"/>
              <a:gd name="connsiteX231" fmla="*/ 237791 w 854146"/>
              <a:gd name="connsiteY231" fmla="*/ 1225 h 10188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</a:cxnLst>
            <a:rect l="l" t="t" r="r" b="b"/>
            <a:pathLst>
              <a:path w="854146" h="1018838">
                <a:moveTo>
                  <a:pt x="237791" y="1225"/>
                </a:moveTo>
                <a:lnTo>
                  <a:pt x="264686" y="0"/>
                </a:lnTo>
                <a:lnTo>
                  <a:pt x="302081" y="10326"/>
                </a:lnTo>
                <a:lnTo>
                  <a:pt x="313224" y="15343"/>
                </a:lnTo>
                <a:lnTo>
                  <a:pt x="331076" y="12251"/>
                </a:lnTo>
                <a:lnTo>
                  <a:pt x="350911" y="33604"/>
                </a:lnTo>
                <a:lnTo>
                  <a:pt x="370921" y="35820"/>
                </a:lnTo>
                <a:lnTo>
                  <a:pt x="360187" y="58864"/>
                </a:lnTo>
                <a:lnTo>
                  <a:pt x="350153" y="69074"/>
                </a:lnTo>
                <a:lnTo>
                  <a:pt x="355462" y="80508"/>
                </a:lnTo>
                <a:lnTo>
                  <a:pt x="371680" y="85117"/>
                </a:lnTo>
                <a:lnTo>
                  <a:pt x="377864" y="102152"/>
                </a:lnTo>
                <a:lnTo>
                  <a:pt x="393616" y="90601"/>
                </a:lnTo>
                <a:lnTo>
                  <a:pt x="398866" y="79867"/>
                </a:lnTo>
                <a:lnTo>
                  <a:pt x="408550" y="74091"/>
                </a:lnTo>
                <a:lnTo>
                  <a:pt x="416251" y="84767"/>
                </a:lnTo>
                <a:lnTo>
                  <a:pt x="442037" y="103261"/>
                </a:lnTo>
                <a:lnTo>
                  <a:pt x="447404" y="96085"/>
                </a:lnTo>
                <a:lnTo>
                  <a:pt x="463623" y="83367"/>
                </a:lnTo>
                <a:lnTo>
                  <a:pt x="471673" y="87859"/>
                </a:lnTo>
                <a:lnTo>
                  <a:pt x="472140" y="105302"/>
                </a:lnTo>
                <a:lnTo>
                  <a:pt x="458664" y="121463"/>
                </a:lnTo>
                <a:lnTo>
                  <a:pt x="446296" y="119537"/>
                </a:lnTo>
                <a:lnTo>
                  <a:pt x="428269" y="131789"/>
                </a:lnTo>
                <a:lnTo>
                  <a:pt x="453880" y="139431"/>
                </a:lnTo>
                <a:lnTo>
                  <a:pt x="463214" y="135406"/>
                </a:lnTo>
                <a:lnTo>
                  <a:pt x="481591" y="137156"/>
                </a:lnTo>
                <a:lnTo>
                  <a:pt x="488300" y="148299"/>
                </a:lnTo>
                <a:lnTo>
                  <a:pt x="509477" y="146432"/>
                </a:lnTo>
                <a:lnTo>
                  <a:pt x="512861" y="131789"/>
                </a:lnTo>
                <a:lnTo>
                  <a:pt x="527096" y="112303"/>
                </a:lnTo>
                <a:lnTo>
                  <a:pt x="564433" y="106528"/>
                </a:lnTo>
                <a:lnTo>
                  <a:pt x="565717" y="97368"/>
                </a:lnTo>
                <a:lnTo>
                  <a:pt x="585960" y="86751"/>
                </a:lnTo>
                <a:lnTo>
                  <a:pt x="588235" y="76425"/>
                </a:lnTo>
                <a:lnTo>
                  <a:pt x="597161" y="71816"/>
                </a:lnTo>
                <a:lnTo>
                  <a:pt x="623647" y="74499"/>
                </a:lnTo>
                <a:lnTo>
                  <a:pt x="602470" y="82900"/>
                </a:lnTo>
                <a:lnTo>
                  <a:pt x="594769" y="91068"/>
                </a:lnTo>
                <a:lnTo>
                  <a:pt x="591269" y="88209"/>
                </a:lnTo>
                <a:lnTo>
                  <a:pt x="580651" y="98943"/>
                </a:lnTo>
                <a:lnTo>
                  <a:pt x="588585" y="106761"/>
                </a:lnTo>
                <a:lnTo>
                  <a:pt x="609296" y="92118"/>
                </a:lnTo>
                <a:lnTo>
                  <a:pt x="631698" y="89726"/>
                </a:lnTo>
                <a:lnTo>
                  <a:pt x="640916" y="85117"/>
                </a:lnTo>
                <a:lnTo>
                  <a:pt x="648033" y="95910"/>
                </a:lnTo>
                <a:lnTo>
                  <a:pt x="665652" y="98943"/>
                </a:lnTo>
                <a:lnTo>
                  <a:pt x="691029" y="124496"/>
                </a:lnTo>
                <a:lnTo>
                  <a:pt x="711915" y="120646"/>
                </a:lnTo>
                <a:lnTo>
                  <a:pt x="723641" y="138323"/>
                </a:lnTo>
                <a:lnTo>
                  <a:pt x="719616" y="157691"/>
                </a:lnTo>
                <a:lnTo>
                  <a:pt x="738284" y="172334"/>
                </a:lnTo>
                <a:lnTo>
                  <a:pt x="755144" y="169943"/>
                </a:lnTo>
                <a:lnTo>
                  <a:pt x="767570" y="180969"/>
                </a:lnTo>
                <a:lnTo>
                  <a:pt x="786006" y="179860"/>
                </a:lnTo>
                <a:lnTo>
                  <a:pt x="796974" y="225656"/>
                </a:lnTo>
                <a:lnTo>
                  <a:pt x="793882" y="259377"/>
                </a:lnTo>
                <a:lnTo>
                  <a:pt x="765295" y="274136"/>
                </a:lnTo>
                <a:lnTo>
                  <a:pt x="765295" y="288196"/>
                </a:lnTo>
                <a:lnTo>
                  <a:pt x="796974" y="321916"/>
                </a:lnTo>
                <a:lnTo>
                  <a:pt x="793123" y="342568"/>
                </a:lnTo>
                <a:lnTo>
                  <a:pt x="808000" y="361587"/>
                </a:lnTo>
                <a:lnTo>
                  <a:pt x="808000" y="377164"/>
                </a:lnTo>
                <a:lnTo>
                  <a:pt x="816751" y="398516"/>
                </a:lnTo>
                <a:lnTo>
                  <a:pt x="808641" y="416018"/>
                </a:lnTo>
                <a:lnTo>
                  <a:pt x="827077" y="457964"/>
                </a:lnTo>
                <a:lnTo>
                  <a:pt x="840553" y="465373"/>
                </a:lnTo>
                <a:lnTo>
                  <a:pt x="852571" y="481183"/>
                </a:lnTo>
                <a:lnTo>
                  <a:pt x="854146" y="535497"/>
                </a:lnTo>
                <a:lnTo>
                  <a:pt x="844753" y="550490"/>
                </a:lnTo>
                <a:lnTo>
                  <a:pt x="829877" y="543197"/>
                </a:lnTo>
                <a:lnTo>
                  <a:pt x="816751" y="552065"/>
                </a:lnTo>
                <a:lnTo>
                  <a:pt x="785189" y="544714"/>
                </a:lnTo>
                <a:lnTo>
                  <a:pt x="785189" y="563091"/>
                </a:lnTo>
                <a:lnTo>
                  <a:pt x="768212" y="573359"/>
                </a:lnTo>
                <a:lnTo>
                  <a:pt x="753569" y="569625"/>
                </a:lnTo>
                <a:lnTo>
                  <a:pt x="719616" y="570384"/>
                </a:lnTo>
                <a:lnTo>
                  <a:pt x="708706" y="587244"/>
                </a:lnTo>
                <a:lnTo>
                  <a:pt x="686596" y="588060"/>
                </a:lnTo>
                <a:lnTo>
                  <a:pt x="666760" y="610813"/>
                </a:lnTo>
                <a:lnTo>
                  <a:pt x="649142" y="612330"/>
                </a:lnTo>
                <a:lnTo>
                  <a:pt x="613146" y="645233"/>
                </a:lnTo>
                <a:lnTo>
                  <a:pt x="596111" y="637240"/>
                </a:lnTo>
                <a:lnTo>
                  <a:pt x="586485" y="629190"/>
                </a:lnTo>
                <a:lnTo>
                  <a:pt x="577501" y="635782"/>
                </a:lnTo>
                <a:lnTo>
                  <a:pt x="578668" y="650950"/>
                </a:lnTo>
                <a:lnTo>
                  <a:pt x="605621" y="667110"/>
                </a:lnTo>
                <a:lnTo>
                  <a:pt x="626973" y="700305"/>
                </a:lnTo>
                <a:lnTo>
                  <a:pt x="625456" y="725041"/>
                </a:lnTo>
                <a:lnTo>
                  <a:pt x="630998" y="740151"/>
                </a:lnTo>
                <a:lnTo>
                  <a:pt x="650717" y="751294"/>
                </a:lnTo>
                <a:lnTo>
                  <a:pt x="685837" y="775155"/>
                </a:lnTo>
                <a:lnTo>
                  <a:pt x="705789" y="788573"/>
                </a:lnTo>
                <a:lnTo>
                  <a:pt x="746627" y="835769"/>
                </a:lnTo>
                <a:lnTo>
                  <a:pt x="742718" y="854788"/>
                </a:lnTo>
                <a:lnTo>
                  <a:pt x="743943" y="875265"/>
                </a:lnTo>
                <a:lnTo>
                  <a:pt x="727841" y="875265"/>
                </a:lnTo>
                <a:lnTo>
                  <a:pt x="715999" y="895450"/>
                </a:lnTo>
                <a:lnTo>
                  <a:pt x="692371" y="907118"/>
                </a:lnTo>
                <a:lnTo>
                  <a:pt x="665243" y="941539"/>
                </a:lnTo>
                <a:lnTo>
                  <a:pt x="665243" y="954898"/>
                </a:lnTo>
                <a:lnTo>
                  <a:pt x="690329" y="967324"/>
                </a:lnTo>
                <a:lnTo>
                  <a:pt x="693246" y="986285"/>
                </a:lnTo>
                <a:lnTo>
                  <a:pt x="682978" y="993694"/>
                </a:lnTo>
                <a:lnTo>
                  <a:pt x="660110" y="980626"/>
                </a:lnTo>
                <a:lnTo>
                  <a:pt x="637357" y="987160"/>
                </a:lnTo>
                <a:lnTo>
                  <a:pt x="613788" y="980626"/>
                </a:lnTo>
                <a:lnTo>
                  <a:pt x="597745" y="982726"/>
                </a:lnTo>
                <a:lnTo>
                  <a:pt x="565308" y="1004020"/>
                </a:lnTo>
                <a:lnTo>
                  <a:pt x="547690" y="1007812"/>
                </a:lnTo>
                <a:lnTo>
                  <a:pt x="531413" y="1002620"/>
                </a:lnTo>
                <a:lnTo>
                  <a:pt x="513853" y="1007054"/>
                </a:lnTo>
                <a:lnTo>
                  <a:pt x="499210" y="997427"/>
                </a:lnTo>
                <a:lnTo>
                  <a:pt x="471323" y="993052"/>
                </a:lnTo>
                <a:lnTo>
                  <a:pt x="444021" y="996786"/>
                </a:lnTo>
                <a:lnTo>
                  <a:pt x="446238" y="1010671"/>
                </a:lnTo>
                <a:lnTo>
                  <a:pt x="439587" y="1018838"/>
                </a:lnTo>
                <a:lnTo>
                  <a:pt x="413976" y="1012129"/>
                </a:lnTo>
                <a:lnTo>
                  <a:pt x="399916" y="996786"/>
                </a:lnTo>
                <a:lnTo>
                  <a:pt x="381714" y="1003612"/>
                </a:lnTo>
                <a:lnTo>
                  <a:pt x="369813" y="1009446"/>
                </a:lnTo>
                <a:lnTo>
                  <a:pt x="364446" y="1009446"/>
                </a:lnTo>
                <a:lnTo>
                  <a:pt x="354353" y="1002620"/>
                </a:lnTo>
                <a:lnTo>
                  <a:pt x="326467" y="982084"/>
                </a:lnTo>
                <a:lnTo>
                  <a:pt x="312349" y="981268"/>
                </a:lnTo>
                <a:lnTo>
                  <a:pt x="302081" y="990835"/>
                </a:lnTo>
                <a:lnTo>
                  <a:pt x="289655" y="987160"/>
                </a:lnTo>
                <a:lnTo>
                  <a:pt x="282246" y="967324"/>
                </a:lnTo>
                <a:lnTo>
                  <a:pt x="261710" y="974675"/>
                </a:lnTo>
                <a:lnTo>
                  <a:pt x="263869" y="987160"/>
                </a:lnTo>
                <a:lnTo>
                  <a:pt x="256576" y="999703"/>
                </a:lnTo>
                <a:lnTo>
                  <a:pt x="231665" y="990835"/>
                </a:lnTo>
                <a:lnTo>
                  <a:pt x="213230" y="1001045"/>
                </a:lnTo>
                <a:lnTo>
                  <a:pt x="196487" y="996261"/>
                </a:lnTo>
                <a:lnTo>
                  <a:pt x="196954" y="996086"/>
                </a:lnTo>
                <a:lnTo>
                  <a:pt x="187561" y="976075"/>
                </a:lnTo>
                <a:lnTo>
                  <a:pt x="169767" y="965108"/>
                </a:lnTo>
                <a:lnTo>
                  <a:pt x="168367" y="935763"/>
                </a:lnTo>
                <a:lnTo>
                  <a:pt x="178693" y="900409"/>
                </a:lnTo>
                <a:lnTo>
                  <a:pt x="192578" y="887225"/>
                </a:lnTo>
                <a:lnTo>
                  <a:pt x="192578" y="871765"/>
                </a:lnTo>
                <a:lnTo>
                  <a:pt x="203604" y="840962"/>
                </a:lnTo>
                <a:lnTo>
                  <a:pt x="226473" y="817451"/>
                </a:lnTo>
                <a:lnTo>
                  <a:pt x="206580" y="804091"/>
                </a:lnTo>
                <a:lnTo>
                  <a:pt x="187561" y="804091"/>
                </a:lnTo>
                <a:lnTo>
                  <a:pt x="163175" y="793006"/>
                </a:lnTo>
                <a:lnTo>
                  <a:pt x="144915" y="799016"/>
                </a:lnTo>
                <a:lnTo>
                  <a:pt x="131497" y="793823"/>
                </a:lnTo>
                <a:lnTo>
                  <a:pt x="113878" y="793823"/>
                </a:lnTo>
                <a:lnTo>
                  <a:pt x="97077" y="799774"/>
                </a:lnTo>
                <a:lnTo>
                  <a:pt x="79341" y="785189"/>
                </a:lnTo>
                <a:lnTo>
                  <a:pt x="79341" y="772529"/>
                </a:lnTo>
                <a:lnTo>
                  <a:pt x="60323" y="757886"/>
                </a:lnTo>
                <a:lnTo>
                  <a:pt x="59798" y="757886"/>
                </a:lnTo>
                <a:lnTo>
                  <a:pt x="61723" y="725625"/>
                </a:lnTo>
                <a:lnTo>
                  <a:pt x="50639" y="715882"/>
                </a:lnTo>
                <a:lnTo>
                  <a:pt x="46322" y="694005"/>
                </a:lnTo>
                <a:lnTo>
                  <a:pt x="22052" y="663668"/>
                </a:lnTo>
                <a:lnTo>
                  <a:pt x="15402" y="663668"/>
                </a:lnTo>
                <a:lnTo>
                  <a:pt x="27186" y="635782"/>
                </a:lnTo>
                <a:lnTo>
                  <a:pt x="14760" y="616647"/>
                </a:lnTo>
                <a:lnTo>
                  <a:pt x="15402" y="604221"/>
                </a:lnTo>
                <a:lnTo>
                  <a:pt x="0" y="572601"/>
                </a:lnTo>
                <a:lnTo>
                  <a:pt x="6592" y="557841"/>
                </a:lnTo>
                <a:lnTo>
                  <a:pt x="4025" y="557082"/>
                </a:lnTo>
                <a:lnTo>
                  <a:pt x="12601" y="534738"/>
                </a:lnTo>
                <a:lnTo>
                  <a:pt x="19194" y="500727"/>
                </a:lnTo>
                <a:lnTo>
                  <a:pt x="13243" y="471207"/>
                </a:lnTo>
                <a:lnTo>
                  <a:pt x="26544" y="455047"/>
                </a:lnTo>
                <a:lnTo>
                  <a:pt x="38912" y="434453"/>
                </a:lnTo>
                <a:lnTo>
                  <a:pt x="66215" y="427744"/>
                </a:lnTo>
                <a:lnTo>
                  <a:pt x="91885" y="433636"/>
                </a:lnTo>
                <a:lnTo>
                  <a:pt x="106528" y="425644"/>
                </a:lnTo>
                <a:lnTo>
                  <a:pt x="95560" y="406334"/>
                </a:lnTo>
                <a:lnTo>
                  <a:pt x="108744" y="396824"/>
                </a:lnTo>
                <a:lnTo>
                  <a:pt x="111836" y="374830"/>
                </a:lnTo>
                <a:lnTo>
                  <a:pt x="117554" y="362346"/>
                </a:lnTo>
                <a:lnTo>
                  <a:pt x="107228" y="352778"/>
                </a:lnTo>
                <a:lnTo>
                  <a:pt x="82317" y="353536"/>
                </a:lnTo>
                <a:lnTo>
                  <a:pt x="79341" y="340293"/>
                </a:lnTo>
                <a:lnTo>
                  <a:pt x="88209" y="320458"/>
                </a:lnTo>
                <a:lnTo>
                  <a:pt x="109561" y="329967"/>
                </a:lnTo>
                <a:lnTo>
                  <a:pt x="122804" y="318999"/>
                </a:lnTo>
                <a:lnTo>
                  <a:pt x="123096" y="299106"/>
                </a:lnTo>
                <a:lnTo>
                  <a:pt x="131147" y="281370"/>
                </a:lnTo>
                <a:lnTo>
                  <a:pt x="132722" y="269878"/>
                </a:lnTo>
                <a:lnTo>
                  <a:pt x="138498" y="262527"/>
                </a:lnTo>
                <a:lnTo>
                  <a:pt x="139023" y="258152"/>
                </a:lnTo>
                <a:lnTo>
                  <a:pt x="140948" y="258852"/>
                </a:lnTo>
                <a:lnTo>
                  <a:pt x="136281" y="239483"/>
                </a:lnTo>
                <a:lnTo>
                  <a:pt x="113878" y="235691"/>
                </a:lnTo>
                <a:lnTo>
                  <a:pt x="104661" y="217781"/>
                </a:lnTo>
                <a:lnTo>
                  <a:pt x="108569" y="197770"/>
                </a:lnTo>
                <a:lnTo>
                  <a:pt x="154132" y="185519"/>
                </a:lnTo>
                <a:lnTo>
                  <a:pt x="167084" y="179218"/>
                </a:lnTo>
                <a:lnTo>
                  <a:pt x="189661" y="195495"/>
                </a:lnTo>
                <a:lnTo>
                  <a:pt x="189661" y="218714"/>
                </a:lnTo>
                <a:lnTo>
                  <a:pt x="206580" y="238724"/>
                </a:lnTo>
                <a:lnTo>
                  <a:pt x="216731" y="227932"/>
                </a:lnTo>
                <a:lnTo>
                  <a:pt x="207455" y="210255"/>
                </a:lnTo>
                <a:lnTo>
                  <a:pt x="207455" y="195495"/>
                </a:lnTo>
                <a:lnTo>
                  <a:pt x="216731" y="191645"/>
                </a:lnTo>
                <a:lnTo>
                  <a:pt x="231315" y="204654"/>
                </a:lnTo>
                <a:lnTo>
                  <a:pt x="229799" y="227932"/>
                </a:lnTo>
                <a:lnTo>
                  <a:pt x="252143" y="253309"/>
                </a:lnTo>
                <a:lnTo>
                  <a:pt x="242925" y="233999"/>
                </a:lnTo>
                <a:lnTo>
                  <a:pt x="242108" y="204654"/>
                </a:lnTo>
                <a:lnTo>
                  <a:pt x="238141" y="187794"/>
                </a:lnTo>
                <a:lnTo>
                  <a:pt x="250509" y="167667"/>
                </a:lnTo>
                <a:lnTo>
                  <a:pt x="266786" y="164517"/>
                </a:lnTo>
                <a:lnTo>
                  <a:pt x="282946" y="173093"/>
                </a:lnTo>
                <a:lnTo>
                  <a:pt x="304590" y="164517"/>
                </a:lnTo>
                <a:lnTo>
                  <a:pt x="336676" y="199987"/>
                </a:lnTo>
                <a:lnTo>
                  <a:pt x="380781" y="208563"/>
                </a:lnTo>
                <a:lnTo>
                  <a:pt x="338951" y="191120"/>
                </a:lnTo>
                <a:lnTo>
                  <a:pt x="306748" y="157691"/>
                </a:lnTo>
                <a:lnTo>
                  <a:pt x="282246" y="156116"/>
                </a:lnTo>
                <a:lnTo>
                  <a:pt x="268303" y="147657"/>
                </a:lnTo>
                <a:lnTo>
                  <a:pt x="268303" y="133014"/>
                </a:lnTo>
                <a:lnTo>
                  <a:pt x="284521" y="120646"/>
                </a:lnTo>
                <a:lnTo>
                  <a:pt x="265969" y="109095"/>
                </a:lnTo>
                <a:lnTo>
                  <a:pt x="265969" y="85117"/>
                </a:lnTo>
                <a:lnTo>
                  <a:pt x="248234" y="92935"/>
                </a:lnTo>
                <a:lnTo>
                  <a:pt x="247417" y="75141"/>
                </a:lnTo>
                <a:lnTo>
                  <a:pt x="264452" y="75141"/>
                </a:lnTo>
                <a:lnTo>
                  <a:pt x="282946" y="68082"/>
                </a:lnTo>
                <a:lnTo>
                  <a:pt x="260544" y="47372"/>
                </a:lnTo>
                <a:lnTo>
                  <a:pt x="262060" y="32670"/>
                </a:lnTo>
                <a:lnTo>
                  <a:pt x="251326" y="31970"/>
                </a:lnTo>
                <a:lnTo>
                  <a:pt x="237441" y="22752"/>
                </a:lnTo>
                <a:lnTo>
                  <a:pt x="239016" y="5717"/>
                </a:lnTo>
                <a:lnTo>
                  <a:pt x="237791" y="1225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sp>
        <p:nvSpPr>
          <p:cNvPr id="72" name="Freeform: Shape 19050">
            <a:extLst>
              <a:ext uri="{FF2B5EF4-FFF2-40B4-BE49-F238E27FC236}">
                <a16:creationId xmlns:a16="http://schemas.microsoft.com/office/drawing/2014/main" id="{9AFF66C8-35AF-64B1-99B8-8BC8A1AE2C75}"/>
              </a:ext>
            </a:extLst>
          </p:cNvPr>
          <p:cNvSpPr/>
          <p:nvPr/>
        </p:nvSpPr>
        <p:spPr>
          <a:xfrm>
            <a:off x="6493506" y="4204798"/>
            <a:ext cx="1328736" cy="1234868"/>
          </a:xfrm>
          <a:custGeom>
            <a:avLst/>
            <a:gdLst>
              <a:gd name="connsiteX0" fmla="*/ 1073852 w 1328736"/>
              <a:gd name="connsiteY0" fmla="*/ 674111 h 1234868"/>
              <a:gd name="connsiteX1" fmla="*/ 1070702 w 1328736"/>
              <a:gd name="connsiteY1" fmla="*/ 657134 h 1234868"/>
              <a:gd name="connsiteX2" fmla="*/ 1058975 w 1328736"/>
              <a:gd name="connsiteY2" fmla="*/ 647508 h 1234868"/>
              <a:gd name="connsiteX3" fmla="*/ 1051566 w 1328736"/>
              <a:gd name="connsiteY3" fmla="*/ 622539 h 1234868"/>
              <a:gd name="connsiteX4" fmla="*/ 1041299 w 1328736"/>
              <a:gd name="connsiteY4" fmla="*/ 603462 h 1234868"/>
              <a:gd name="connsiteX5" fmla="*/ 1011195 w 1328736"/>
              <a:gd name="connsiteY5" fmla="*/ 602062 h 1234868"/>
              <a:gd name="connsiteX6" fmla="*/ 997311 w 1328736"/>
              <a:gd name="connsiteY6" fmla="*/ 614371 h 1234868"/>
              <a:gd name="connsiteX7" fmla="*/ 1006820 w 1328736"/>
              <a:gd name="connsiteY7" fmla="*/ 639457 h 1234868"/>
              <a:gd name="connsiteX8" fmla="*/ 981909 w 1328736"/>
              <a:gd name="connsiteY8" fmla="*/ 649842 h 1234868"/>
              <a:gd name="connsiteX9" fmla="*/ 959799 w 1328736"/>
              <a:gd name="connsiteY9" fmla="*/ 647567 h 1234868"/>
              <a:gd name="connsiteX10" fmla="*/ 957698 w 1328736"/>
              <a:gd name="connsiteY10" fmla="*/ 631465 h 1234868"/>
              <a:gd name="connsiteX11" fmla="*/ 969308 w 1328736"/>
              <a:gd name="connsiteY11" fmla="*/ 625456 h 1234868"/>
              <a:gd name="connsiteX12" fmla="*/ 981559 w 1328736"/>
              <a:gd name="connsiteY12" fmla="*/ 626214 h 1234868"/>
              <a:gd name="connsiteX13" fmla="*/ 981151 w 1328736"/>
              <a:gd name="connsiteY13" fmla="*/ 606262 h 1234868"/>
              <a:gd name="connsiteX14" fmla="*/ 985701 w 1328736"/>
              <a:gd name="connsiteY14" fmla="*/ 575401 h 1234868"/>
              <a:gd name="connsiteX15" fmla="*/ 1012129 w 1328736"/>
              <a:gd name="connsiteY15" fmla="*/ 533630 h 1234868"/>
              <a:gd name="connsiteX16" fmla="*/ 1027647 w 1328736"/>
              <a:gd name="connsiteY16" fmla="*/ 527738 h 1234868"/>
              <a:gd name="connsiteX17" fmla="*/ 1047483 w 1328736"/>
              <a:gd name="connsiteY17" fmla="*/ 501951 h 1234868"/>
              <a:gd name="connsiteX18" fmla="*/ 1065743 w 1328736"/>
              <a:gd name="connsiteY18" fmla="*/ 493901 h 1234868"/>
              <a:gd name="connsiteX19" fmla="*/ 1062126 w 1328736"/>
              <a:gd name="connsiteY19" fmla="*/ 474882 h 1234868"/>
              <a:gd name="connsiteX20" fmla="*/ 1040774 w 1328736"/>
              <a:gd name="connsiteY20" fmla="*/ 463798 h 1234868"/>
              <a:gd name="connsiteX21" fmla="*/ 1054075 w 1328736"/>
              <a:gd name="connsiteY21" fmla="*/ 447696 h 1234868"/>
              <a:gd name="connsiteX22" fmla="*/ 1077527 w 1328736"/>
              <a:gd name="connsiteY22" fmla="*/ 446121 h 1234868"/>
              <a:gd name="connsiteX23" fmla="*/ 1083420 w 1328736"/>
              <a:gd name="connsiteY23" fmla="*/ 459305 h 1234868"/>
              <a:gd name="connsiteX24" fmla="*/ 1101797 w 1328736"/>
              <a:gd name="connsiteY24" fmla="*/ 461522 h 1234868"/>
              <a:gd name="connsiteX25" fmla="*/ 1134817 w 1328736"/>
              <a:gd name="connsiteY25" fmla="*/ 451371 h 1234868"/>
              <a:gd name="connsiteX26" fmla="*/ 1125424 w 1328736"/>
              <a:gd name="connsiteY26" fmla="*/ 431361 h 1234868"/>
              <a:gd name="connsiteX27" fmla="*/ 1107631 w 1328736"/>
              <a:gd name="connsiteY27" fmla="*/ 420393 h 1234868"/>
              <a:gd name="connsiteX28" fmla="*/ 1106230 w 1328736"/>
              <a:gd name="connsiteY28" fmla="*/ 391048 h 1234868"/>
              <a:gd name="connsiteX29" fmla="*/ 1116498 w 1328736"/>
              <a:gd name="connsiteY29" fmla="*/ 355695 h 1234868"/>
              <a:gd name="connsiteX30" fmla="*/ 1130383 w 1328736"/>
              <a:gd name="connsiteY30" fmla="*/ 342452 h 1234868"/>
              <a:gd name="connsiteX31" fmla="*/ 1130383 w 1328736"/>
              <a:gd name="connsiteY31" fmla="*/ 326992 h 1234868"/>
              <a:gd name="connsiteX32" fmla="*/ 1141409 w 1328736"/>
              <a:gd name="connsiteY32" fmla="*/ 296189 h 1234868"/>
              <a:gd name="connsiteX33" fmla="*/ 1164278 w 1328736"/>
              <a:gd name="connsiteY33" fmla="*/ 272678 h 1234868"/>
              <a:gd name="connsiteX34" fmla="*/ 1144384 w 1328736"/>
              <a:gd name="connsiteY34" fmla="*/ 259377 h 1234868"/>
              <a:gd name="connsiteX35" fmla="*/ 1125366 w 1328736"/>
              <a:gd name="connsiteY35" fmla="*/ 259377 h 1234868"/>
              <a:gd name="connsiteX36" fmla="*/ 1100980 w 1328736"/>
              <a:gd name="connsiteY36" fmla="*/ 248292 h 1234868"/>
              <a:gd name="connsiteX37" fmla="*/ 1082661 w 1328736"/>
              <a:gd name="connsiteY37" fmla="*/ 254301 h 1234868"/>
              <a:gd name="connsiteX38" fmla="*/ 1069243 w 1328736"/>
              <a:gd name="connsiteY38" fmla="*/ 249109 h 1234868"/>
              <a:gd name="connsiteX39" fmla="*/ 1051625 w 1328736"/>
              <a:gd name="connsiteY39" fmla="*/ 249109 h 1234868"/>
              <a:gd name="connsiteX40" fmla="*/ 1034765 w 1328736"/>
              <a:gd name="connsiteY40" fmla="*/ 255001 h 1234868"/>
              <a:gd name="connsiteX41" fmla="*/ 1017088 w 1328736"/>
              <a:gd name="connsiteY41" fmla="*/ 240417 h 1234868"/>
              <a:gd name="connsiteX42" fmla="*/ 1017088 w 1328736"/>
              <a:gd name="connsiteY42" fmla="*/ 227757 h 1234868"/>
              <a:gd name="connsiteX43" fmla="*/ 998011 w 1328736"/>
              <a:gd name="connsiteY43" fmla="*/ 213113 h 1234868"/>
              <a:gd name="connsiteX44" fmla="*/ 983309 w 1328736"/>
              <a:gd name="connsiteY44" fmla="*/ 216789 h 1234868"/>
              <a:gd name="connsiteX45" fmla="*/ 957640 w 1328736"/>
              <a:gd name="connsiteY45" fmla="*/ 211538 h 1234868"/>
              <a:gd name="connsiteX46" fmla="*/ 945856 w 1328736"/>
              <a:gd name="connsiteY46" fmla="*/ 192461 h 1234868"/>
              <a:gd name="connsiteX47" fmla="*/ 929579 w 1328736"/>
              <a:gd name="connsiteY47" fmla="*/ 192461 h 1234868"/>
              <a:gd name="connsiteX48" fmla="*/ 920711 w 1328736"/>
              <a:gd name="connsiteY48" fmla="*/ 198354 h 1234868"/>
              <a:gd name="connsiteX49" fmla="*/ 902393 w 1328736"/>
              <a:gd name="connsiteY49" fmla="*/ 185111 h 1234868"/>
              <a:gd name="connsiteX50" fmla="*/ 881799 w 1328736"/>
              <a:gd name="connsiteY50" fmla="*/ 183652 h 1234868"/>
              <a:gd name="connsiteX51" fmla="*/ 858288 w 1328736"/>
              <a:gd name="connsiteY51" fmla="*/ 154191 h 1234868"/>
              <a:gd name="connsiteX52" fmla="*/ 845103 w 1328736"/>
              <a:gd name="connsiteY52" fmla="*/ 151274 h 1234868"/>
              <a:gd name="connsiteX53" fmla="*/ 836236 w 1328736"/>
              <a:gd name="connsiteY53" fmla="*/ 141064 h 1234868"/>
              <a:gd name="connsiteX54" fmla="*/ 823751 w 1328736"/>
              <a:gd name="connsiteY54" fmla="*/ 141064 h 1234868"/>
              <a:gd name="connsiteX55" fmla="*/ 812725 w 1328736"/>
              <a:gd name="connsiteY55" fmla="*/ 148415 h 1234868"/>
              <a:gd name="connsiteX56" fmla="*/ 791373 w 1328736"/>
              <a:gd name="connsiteY56" fmla="*/ 137331 h 1234868"/>
              <a:gd name="connsiteX57" fmla="*/ 789914 w 1328736"/>
              <a:gd name="connsiteY57" fmla="*/ 109445 h 1234868"/>
              <a:gd name="connsiteX58" fmla="*/ 775971 w 1328736"/>
              <a:gd name="connsiteY58" fmla="*/ 102794 h 1234868"/>
              <a:gd name="connsiteX59" fmla="*/ 763370 w 1328736"/>
              <a:gd name="connsiteY59" fmla="*/ 92526 h 1234868"/>
              <a:gd name="connsiteX60" fmla="*/ 750944 w 1328736"/>
              <a:gd name="connsiteY60" fmla="*/ 93226 h 1234868"/>
              <a:gd name="connsiteX61" fmla="*/ 722299 w 1328736"/>
              <a:gd name="connsiteY61" fmla="*/ 69832 h 1234868"/>
              <a:gd name="connsiteX62" fmla="*/ 718682 w 1328736"/>
              <a:gd name="connsiteY62" fmla="*/ 52855 h 1234868"/>
              <a:gd name="connsiteX63" fmla="*/ 695055 w 1328736"/>
              <a:gd name="connsiteY63" fmla="*/ 43988 h 1234868"/>
              <a:gd name="connsiteX64" fmla="*/ 690679 w 1328736"/>
              <a:gd name="connsiteY64" fmla="*/ 8693 h 1234868"/>
              <a:gd name="connsiteX65" fmla="*/ 678895 w 1328736"/>
              <a:gd name="connsiteY65" fmla="*/ 0 h 1234868"/>
              <a:gd name="connsiteX66" fmla="*/ 675744 w 1328736"/>
              <a:gd name="connsiteY66" fmla="*/ 5426 h 1234868"/>
              <a:gd name="connsiteX67" fmla="*/ 639691 w 1328736"/>
              <a:gd name="connsiteY67" fmla="*/ 18085 h 1234868"/>
              <a:gd name="connsiteX68" fmla="*/ 631115 w 1328736"/>
              <a:gd name="connsiteY68" fmla="*/ 11026 h 1234868"/>
              <a:gd name="connsiteX69" fmla="*/ 601945 w 1328736"/>
              <a:gd name="connsiteY69" fmla="*/ 28003 h 1234868"/>
              <a:gd name="connsiteX70" fmla="*/ 594944 w 1328736"/>
              <a:gd name="connsiteY70" fmla="*/ 48072 h 1234868"/>
              <a:gd name="connsiteX71" fmla="*/ 599612 w 1328736"/>
              <a:gd name="connsiteY71" fmla="*/ 71991 h 1234868"/>
              <a:gd name="connsiteX72" fmla="*/ 593369 w 1328736"/>
              <a:gd name="connsiteY72" fmla="*/ 109911 h 1234868"/>
              <a:gd name="connsiteX73" fmla="*/ 564141 w 1328736"/>
              <a:gd name="connsiteY73" fmla="*/ 138381 h 1234868"/>
              <a:gd name="connsiteX74" fmla="*/ 564141 w 1328736"/>
              <a:gd name="connsiteY74" fmla="*/ 150749 h 1234868"/>
              <a:gd name="connsiteX75" fmla="*/ 531646 w 1328736"/>
              <a:gd name="connsiteY75" fmla="*/ 160025 h 1234868"/>
              <a:gd name="connsiteX76" fmla="*/ 514786 w 1328736"/>
              <a:gd name="connsiteY76" fmla="*/ 160666 h 1234868"/>
              <a:gd name="connsiteX77" fmla="*/ 496176 w 1328736"/>
              <a:gd name="connsiteY77" fmla="*/ 154716 h 1234868"/>
              <a:gd name="connsiteX78" fmla="*/ 457672 w 1328736"/>
              <a:gd name="connsiteY78" fmla="*/ 175426 h 1234868"/>
              <a:gd name="connsiteX79" fmla="*/ 448513 w 1328736"/>
              <a:gd name="connsiteY79" fmla="*/ 193220 h 1234868"/>
              <a:gd name="connsiteX80" fmla="*/ 455338 w 1328736"/>
              <a:gd name="connsiteY80" fmla="*/ 205529 h 1234868"/>
              <a:gd name="connsiteX81" fmla="*/ 473074 w 1328736"/>
              <a:gd name="connsiteY81" fmla="*/ 211597 h 1234868"/>
              <a:gd name="connsiteX82" fmla="*/ 449154 w 1328736"/>
              <a:gd name="connsiteY82" fmla="*/ 228690 h 1234868"/>
              <a:gd name="connsiteX83" fmla="*/ 419810 w 1328736"/>
              <a:gd name="connsiteY83" fmla="*/ 234757 h 1234868"/>
              <a:gd name="connsiteX84" fmla="*/ 379789 w 1328736"/>
              <a:gd name="connsiteY84" fmla="*/ 229390 h 1234868"/>
              <a:gd name="connsiteX85" fmla="*/ 361996 w 1328736"/>
              <a:gd name="connsiteY85" fmla="*/ 219998 h 1234868"/>
              <a:gd name="connsiteX86" fmla="*/ 347352 w 1328736"/>
              <a:gd name="connsiteY86" fmla="*/ 228632 h 1234868"/>
              <a:gd name="connsiteX87" fmla="*/ 341227 w 1328736"/>
              <a:gd name="connsiteY87" fmla="*/ 214689 h 1234868"/>
              <a:gd name="connsiteX88" fmla="*/ 328100 w 1328736"/>
              <a:gd name="connsiteY88" fmla="*/ 204829 h 1234868"/>
              <a:gd name="connsiteX89" fmla="*/ 334226 w 1328736"/>
              <a:gd name="connsiteY89" fmla="*/ 188553 h 1234868"/>
              <a:gd name="connsiteX90" fmla="*/ 317949 w 1328736"/>
              <a:gd name="connsiteY90" fmla="*/ 180852 h 1234868"/>
              <a:gd name="connsiteX91" fmla="*/ 301089 w 1328736"/>
              <a:gd name="connsiteY91" fmla="*/ 186977 h 1234868"/>
              <a:gd name="connsiteX92" fmla="*/ 277112 w 1328736"/>
              <a:gd name="connsiteY92" fmla="*/ 186219 h 1234868"/>
              <a:gd name="connsiteX93" fmla="*/ 266377 w 1328736"/>
              <a:gd name="connsiteY93" fmla="*/ 181494 h 1234868"/>
              <a:gd name="connsiteX94" fmla="*/ 273320 w 1328736"/>
              <a:gd name="connsiteY94" fmla="*/ 204829 h 1234868"/>
              <a:gd name="connsiteX95" fmla="*/ 269411 w 1328736"/>
              <a:gd name="connsiteY95" fmla="*/ 214689 h 1234868"/>
              <a:gd name="connsiteX96" fmla="*/ 303364 w 1328736"/>
              <a:gd name="connsiteY96" fmla="*/ 246250 h 1234868"/>
              <a:gd name="connsiteX97" fmla="*/ 297239 w 1328736"/>
              <a:gd name="connsiteY97" fmla="*/ 256401 h 1234868"/>
              <a:gd name="connsiteX98" fmla="*/ 301789 w 1328736"/>
              <a:gd name="connsiteY98" fmla="*/ 271803 h 1234868"/>
              <a:gd name="connsiteX99" fmla="*/ 298056 w 1328736"/>
              <a:gd name="connsiteY99" fmla="*/ 287263 h 1234868"/>
              <a:gd name="connsiteX100" fmla="*/ 308790 w 1328736"/>
              <a:gd name="connsiteY100" fmla="*/ 301148 h 1234868"/>
              <a:gd name="connsiteX101" fmla="*/ 311124 w 1328736"/>
              <a:gd name="connsiteY101" fmla="*/ 318825 h 1234868"/>
              <a:gd name="connsiteX102" fmla="*/ 275653 w 1328736"/>
              <a:gd name="connsiteY102" fmla="*/ 314274 h 1234868"/>
              <a:gd name="connsiteX103" fmla="*/ 260135 w 1328736"/>
              <a:gd name="connsiteY103" fmla="*/ 319525 h 1234868"/>
              <a:gd name="connsiteX104" fmla="*/ 245434 w 1328736"/>
              <a:gd name="connsiteY104" fmla="*/ 315849 h 1234868"/>
              <a:gd name="connsiteX105" fmla="*/ 227640 w 1328736"/>
              <a:gd name="connsiteY105" fmla="*/ 320341 h 1234868"/>
              <a:gd name="connsiteX106" fmla="*/ 220756 w 1328736"/>
              <a:gd name="connsiteY106" fmla="*/ 313399 h 1234868"/>
              <a:gd name="connsiteX107" fmla="*/ 198295 w 1328736"/>
              <a:gd name="connsiteY107" fmla="*/ 331951 h 1234868"/>
              <a:gd name="connsiteX108" fmla="*/ 169826 w 1328736"/>
              <a:gd name="connsiteY108" fmla="*/ 294205 h 1234868"/>
              <a:gd name="connsiteX109" fmla="*/ 153607 w 1328736"/>
              <a:gd name="connsiteY109" fmla="*/ 288605 h 1234868"/>
              <a:gd name="connsiteX110" fmla="*/ 129688 w 1328736"/>
              <a:gd name="connsiteY110" fmla="*/ 294205 h 1234868"/>
              <a:gd name="connsiteX111" fmla="*/ 110436 w 1328736"/>
              <a:gd name="connsiteY111" fmla="*/ 311882 h 1234868"/>
              <a:gd name="connsiteX112" fmla="*/ 100285 w 1328736"/>
              <a:gd name="connsiteY112" fmla="*/ 306456 h 1234868"/>
              <a:gd name="connsiteX113" fmla="*/ 88676 w 1328736"/>
              <a:gd name="connsiteY113" fmla="*/ 317308 h 1234868"/>
              <a:gd name="connsiteX114" fmla="*/ 78758 w 1328736"/>
              <a:gd name="connsiteY114" fmla="*/ 310365 h 1234868"/>
              <a:gd name="connsiteX115" fmla="*/ 57873 w 1328736"/>
              <a:gd name="connsiteY115" fmla="*/ 312524 h 1234868"/>
              <a:gd name="connsiteX116" fmla="*/ 44746 w 1328736"/>
              <a:gd name="connsiteY116" fmla="*/ 325767 h 1234868"/>
              <a:gd name="connsiteX117" fmla="*/ 13885 w 1328736"/>
              <a:gd name="connsiteY117" fmla="*/ 327926 h 1234868"/>
              <a:gd name="connsiteX118" fmla="*/ 0 w 1328736"/>
              <a:gd name="connsiteY118" fmla="*/ 344260 h 1234868"/>
              <a:gd name="connsiteX119" fmla="*/ 7759 w 1328736"/>
              <a:gd name="connsiteY119" fmla="*/ 357270 h 1234868"/>
              <a:gd name="connsiteX120" fmla="*/ 25436 w 1328736"/>
              <a:gd name="connsiteY120" fmla="*/ 351086 h 1234868"/>
              <a:gd name="connsiteX121" fmla="*/ 43229 w 1328736"/>
              <a:gd name="connsiteY121" fmla="*/ 356453 h 1234868"/>
              <a:gd name="connsiteX122" fmla="*/ 47897 w 1328736"/>
              <a:gd name="connsiteY122" fmla="*/ 363512 h 1234868"/>
              <a:gd name="connsiteX123" fmla="*/ 28586 w 1328736"/>
              <a:gd name="connsiteY123" fmla="*/ 359604 h 1234868"/>
              <a:gd name="connsiteX124" fmla="*/ 16977 w 1328736"/>
              <a:gd name="connsiteY124" fmla="*/ 361179 h 1234868"/>
              <a:gd name="connsiteX125" fmla="*/ 23919 w 1328736"/>
              <a:gd name="connsiteY125" fmla="*/ 380489 h 1234868"/>
              <a:gd name="connsiteX126" fmla="*/ 30103 w 1328736"/>
              <a:gd name="connsiteY126" fmla="*/ 365846 h 1234868"/>
              <a:gd name="connsiteX127" fmla="*/ 42413 w 1328736"/>
              <a:gd name="connsiteY127" fmla="*/ 370513 h 1234868"/>
              <a:gd name="connsiteX128" fmla="*/ 45505 w 1328736"/>
              <a:gd name="connsiteY128" fmla="*/ 383581 h 1234868"/>
              <a:gd name="connsiteX129" fmla="*/ 33953 w 1328736"/>
              <a:gd name="connsiteY129" fmla="*/ 388131 h 1234868"/>
              <a:gd name="connsiteX130" fmla="*/ 15460 w 1328736"/>
              <a:gd name="connsiteY130" fmla="*/ 395132 h 1234868"/>
              <a:gd name="connsiteX131" fmla="*/ 16218 w 1328736"/>
              <a:gd name="connsiteY131" fmla="*/ 400500 h 1234868"/>
              <a:gd name="connsiteX132" fmla="*/ 33953 w 1328736"/>
              <a:gd name="connsiteY132" fmla="*/ 400500 h 1234868"/>
              <a:gd name="connsiteX133" fmla="*/ 41654 w 1328736"/>
              <a:gd name="connsiteY133" fmla="*/ 422085 h 1234868"/>
              <a:gd name="connsiteX134" fmla="*/ 39321 w 1328736"/>
              <a:gd name="connsiteY134" fmla="*/ 434453 h 1234868"/>
              <a:gd name="connsiteX135" fmla="*/ 60206 w 1328736"/>
              <a:gd name="connsiteY135" fmla="*/ 420510 h 1234868"/>
              <a:gd name="connsiteX136" fmla="*/ 74908 w 1328736"/>
              <a:gd name="connsiteY136" fmla="*/ 424360 h 1234868"/>
              <a:gd name="connsiteX137" fmla="*/ 87217 w 1328736"/>
              <a:gd name="connsiteY137" fmla="*/ 422085 h 1234868"/>
              <a:gd name="connsiteX138" fmla="*/ 119596 w 1328736"/>
              <a:gd name="connsiteY138" fmla="*/ 435153 h 1234868"/>
              <a:gd name="connsiteX139" fmla="*/ 126538 w 1328736"/>
              <a:gd name="connsiteY139" fmla="*/ 446763 h 1234868"/>
              <a:gd name="connsiteX140" fmla="*/ 139548 w 1328736"/>
              <a:gd name="connsiteY140" fmla="*/ 446763 h 1234868"/>
              <a:gd name="connsiteX141" fmla="*/ 161950 w 1328736"/>
              <a:gd name="connsiteY141" fmla="*/ 461522 h 1234868"/>
              <a:gd name="connsiteX142" fmla="*/ 178227 w 1328736"/>
              <a:gd name="connsiteY142" fmla="*/ 446763 h 1234868"/>
              <a:gd name="connsiteX143" fmla="*/ 188319 w 1328736"/>
              <a:gd name="connsiteY143" fmla="*/ 449096 h 1234868"/>
              <a:gd name="connsiteX144" fmla="*/ 184411 w 1328736"/>
              <a:gd name="connsiteY144" fmla="*/ 460822 h 1234868"/>
              <a:gd name="connsiteX145" fmla="*/ 189836 w 1328736"/>
              <a:gd name="connsiteY145" fmla="*/ 467706 h 1234868"/>
              <a:gd name="connsiteX146" fmla="*/ 206813 w 1328736"/>
              <a:gd name="connsiteY146" fmla="*/ 457672 h 1234868"/>
              <a:gd name="connsiteX147" fmla="*/ 216789 w 1328736"/>
              <a:gd name="connsiteY147" fmla="*/ 467706 h 1234868"/>
              <a:gd name="connsiteX148" fmla="*/ 209205 w 1328736"/>
              <a:gd name="connsiteY148" fmla="*/ 487658 h 1234868"/>
              <a:gd name="connsiteX149" fmla="*/ 218364 w 1328736"/>
              <a:gd name="connsiteY149" fmla="*/ 502360 h 1234868"/>
              <a:gd name="connsiteX150" fmla="*/ 230732 w 1328736"/>
              <a:gd name="connsiteY150" fmla="*/ 503177 h 1234868"/>
              <a:gd name="connsiteX151" fmla="*/ 250042 w 1328736"/>
              <a:gd name="connsiteY151" fmla="*/ 490809 h 1234868"/>
              <a:gd name="connsiteX152" fmla="*/ 270928 w 1328736"/>
              <a:gd name="connsiteY152" fmla="*/ 493026 h 1234868"/>
              <a:gd name="connsiteX153" fmla="*/ 283937 w 1328736"/>
              <a:gd name="connsiteY153" fmla="*/ 510878 h 1234868"/>
              <a:gd name="connsiteX154" fmla="*/ 267777 w 1328736"/>
              <a:gd name="connsiteY154" fmla="*/ 501660 h 1234868"/>
              <a:gd name="connsiteX155" fmla="*/ 249226 w 1328736"/>
              <a:gd name="connsiteY155" fmla="*/ 502302 h 1234868"/>
              <a:gd name="connsiteX156" fmla="*/ 237616 w 1328736"/>
              <a:gd name="connsiteY156" fmla="*/ 518520 h 1234868"/>
              <a:gd name="connsiteX157" fmla="*/ 248467 w 1328736"/>
              <a:gd name="connsiteY157" fmla="*/ 523187 h 1234868"/>
              <a:gd name="connsiteX158" fmla="*/ 252318 w 1328736"/>
              <a:gd name="connsiteY158" fmla="*/ 543256 h 1234868"/>
              <a:gd name="connsiteX159" fmla="*/ 243042 w 1328736"/>
              <a:gd name="connsiteY159" fmla="*/ 560116 h 1234868"/>
              <a:gd name="connsiteX160" fmla="*/ 247067 w 1328736"/>
              <a:gd name="connsiteY160" fmla="*/ 573301 h 1234868"/>
              <a:gd name="connsiteX161" fmla="*/ 263985 w 1328736"/>
              <a:gd name="connsiteY161" fmla="*/ 575518 h 1234868"/>
              <a:gd name="connsiteX162" fmla="*/ 289421 w 1328736"/>
              <a:gd name="connsiteY162" fmla="*/ 607137 h 1234868"/>
              <a:gd name="connsiteX163" fmla="*/ 314157 w 1328736"/>
              <a:gd name="connsiteY163" fmla="*/ 611105 h 1234868"/>
              <a:gd name="connsiteX164" fmla="*/ 337901 w 1328736"/>
              <a:gd name="connsiteY164" fmla="*/ 625048 h 1234868"/>
              <a:gd name="connsiteX165" fmla="*/ 337201 w 1328736"/>
              <a:gd name="connsiteY165" fmla="*/ 642724 h 1234868"/>
              <a:gd name="connsiteX166" fmla="*/ 346477 w 1328736"/>
              <a:gd name="connsiteY166" fmla="*/ 657484 h 1234868"/>
              <a:gd name="connsiteX167" fmla="*/ 338777 w 1328736"/>
              <a:gd name="connsiteY167" fmla="*/ 677378 h 1234868"/>
              <a:gd name="connsiteX168" fmla="*/ 334109 w 1328736"/>
              <a:gd name="connsiteY168" fmla="*/ 679770 h 1234868"/>
              <a:gd name="connsiteX169" fmla="*/ 329384 w 1328736"/>
              <a:gd name="connsiteY169" fmla="*/ 697563 h 1234868"/>
              <a:gd name="connsiteX170" fmla="*/ 346477 w 1328736"/>
              <a:gd name="connsiteY170" fmla="*/ 701297 h 1234868"/>
              <a:gd name="connsiteX171" fmla="*/ 377280 w 1328736"/>
              <a:gd name="connsiteY171" fmla="*/ 725275 h 1234868"/>
              <a:gd name="connsiteX172" fmla="*/ 401258 w 1328736"/>
              <a:gd name="connsiteY172" fmla="*/ 783089 h 1234868"/>
              <a:gd name="connsiteX173" fmla="*/ 375005 w 1328736"/>
              <a:gd name="connsiteY173" fmla="*/ 757711 h 1234868"/>
              <a:gd name="connsiteX174" fmla="*/ 367946 w 1328736"/>
              <a:gd name="connsiteY174" fmla="*/ 732975 h 1234868"/>
              <a:gd name="connsiteX175" fmla="*/ 347236 w 1328736"/>
              <a:gd name="connsiteY175" fmla="*/ 722124 h 1234868"/>
              <a:gd name="connsiteX176" fmla="*/ 337201 w 1328736"/>
              <a:gd name="connsiteY176" fmla="*/ 729183 h 1234868"/>
              <a:gd name="connsiteX177" fmla="*/ 327167 w 1328736"/>
              <a:gd name="connsiteY177" fmla="*/ 780055 h 1234868"/>
              <a:gd name="connsiteX178" fmla="*/ 327984 w 1328736"/>
              <a:gd name="connsiteY178" fmla="*/ 817159 h 1234868"/>
              <a:gd name="connsiteX179" fmla="*/ 344260 w 1328736"/>
              <a:gd name="connsiteY179" fmla="*/ 828010 h 1234868"/>
              <a:gd name="connsiteX180" fmla="*/ 331134 w 1328736"/>
              <a:gd name="connsiteY180" fmla="*/ 837986 h 1234868"/>
              <a:gd name="connsiteX181" fmla="*/ 325708 w 1328736"/>
              <a:gd name="connsiteY181" fmla="*/ 907410 h 1234868"/>
              <a:gd name="connsiteX182" fmla="*/ 307098 w 1328736"/>
              <a:gd name="connsiteY182" fmla="*/ 967616 h 1234868"/>
              <a:gd name="connsiteX183" fmla="*/ 283529 w 1328736"/>
              <a:gd name="connsiteY183" fmla="*/ 981618 h 1234868"/>
              <a:gd name="connsiteX184" fmla="*/ 301148 w 1328736"/>
              <a:gd name="connsiteY184" fmla="*/ 991302 h 1234868"/>
              <a:gd name="connsiteX185" fmla="*/ 303364 w 1328736"/>
              <a:gd name="connsiteY185" fmla="*/ 996494 h 1234868"/>
              <a:gd name="connsiteX186" fmla="*/ 315849 w 1328736"/>
              <a:gd name="connsiteY186" fmla="*/ 998653 h 1234868"/>
              <a:gd name="connsiteX187" fmla="*/ 319466 w 1328736"/>
              <a:gd name="connsiteY187" fmla="*/ 1019771 h 1234868"/>
              <a:gd name="connsiteX188" fmla="*/ 316549 w 1328736"/>
              <a:gd name="connsiteY188" fmla="*/ 1035990 h 1234868"/>
              <a:gd name="connsiteX189" fmla="*/ 346711 w 1328736"/>
              <a:gd name="connsiteY189" fmla="*/ 1032315 h 1234868"/>
              <a:gd name="connsiteX190" fmla="*/ 386965 w 1328736"/>
              <a:gd name="connsiteY190" fmla="*/ 1048708 h 1234868"/>
              <a:gd name="connsiteX191" fmla="*/ 406217 w 1328736"/>
              <a:gd name="connsiteY191" fmla="*/ 1069243 h 1234868"/>
              <a:gd name="connsiteX192" fmla="*/ 426811 w 1328736"/>
              <a:gd name="connsiteY192" fmla="*/ 1059676 h 1234868"/>
              <a:gd name="connsiteX193" fmla="*/ 449621 w 1328736"/>
              <a:gd name="connsiteY193" fmla="*/ 1083070 h 1234868"/>
              <a:gd name="connsiteX194" fmla="*/ 477507 w 1328736"/>
              <a:gd name="connsiteY194" fmla="*/ 1082428 h 1234868"/>
              <a:gd name="connsiteX195" fmla="*/ 491509 w 1328736"/>
              <a:gd name="connsiteY195" fmla="*/ 1089720 h 1234868"/>
              <a:gd name="connsiteX196" fmla="*/ 509186 w 1328736"/>
              <a:gd name="connsiteY196" fmla="*/ 1071227 h 1234868"/>
              <a:gd name="connsiteX197" fmla="*/ 555565 w 1328736"/>
              <a:gd name="connsiteY197" fmla="*/ 1069885 h 1234868"/>
              <a:gd name="connsiteX198" fmla="*/ 573184 w 1328736"/>
              <a:gd name="connsiteY198" fmla="*/ 1079394 h 1234868"/>
              <a:gd name="connsiteX199" fmla="*/ 601187 w 1328736"/>
              <a:gd name="connsiteY199" fmla="*/ 1076536 h 1234868"/>
              <a:gd name="connsiteX200" fmla="*/ 630473 w 1328736"/>
              <a:gd name="connsiteY200" fmla="*/ 1092637 h 1234868"/>
              <a:gd name="connsiteX201" fmla="*/ 678253 w 1328736"/>
              <a:gd name="connsiteY201" fmla="*/ 1088203 h 1234868"/>
              <a:gd name="connsiteX202" fmla="*/ 712148 w 1328736"/>
              <a:gd name="connsiteY202" fmla="*/ 1108797 h 1234868"/>
              <a:gd name="connsiteX203" fmla="*/ 724924 w 1328736"/>
              <a:gd name="connsiteY203" fmla="*/ 1113114 h 1234868"/>
              <a:gd name="connsiteX204" fmla="*/ 723758 w 1328736"/>
              <a:gd name="connsiteY204" fmla="*/ 1103255 h 1234868"/>
              <a:gd name="connsiteX205" fmla="*/ 716174 w 1328736"/>
              <a:gd name="connsiteY205" fmla="*/ 1073969 h 1234868"/>
              <a:gd name="connsiteX206" fmla="*/ 723758 w 1328736"/>
              <a:gd name="connsiteY206" fmla="*/ 1039199 h 1234868"/>
              <a:gd name="connsiteX207" fmla="*/ 726208 w 1328736"/>
              <a:gd name="connsiteY207" fmla="*/ 1022338 h 1234868"/>
              <a:gd name="connsiteX208" fmla="*/ 749252 w 1328736"/>
              <a:gd name="connsiteY208" fmla="*/ 1001453 h 1234868"/>
              <a:gd name="connsiteX209" fmla="*/ 784897 w 1328736"/>
              <a:gd name="connsiteY209" fmla="*/ 963649 h 1234868"/>
              <a:gd name="connsiteX210" fmla="*/ 796390 w 1328736"/>
              <a:gd name="connsiteY210" fmla="*/ 962891 h 1234868"/>
              <a:gd name="connsiteX211" fmla="*/ 808000 w 1328736"/>
              <a:gd name="connsiteY211" fmla="*/ 971408 h 1234868"/>
              <a:gd name="connsiteX212" fmla="*/ 831044 w 1328736"/>
              <a:gd name="connsiteY212" fmla="*/ 974558 h 1234868"/>
              <a:gd name="connsiteX213" fmla="*/ 855780 w 1328736"/>
              <a:gd name="connsiteY213" fmla="*/ 989143 h 1234868"/>
              <a:gd name="connsiteX214" fmla="*/ 872698 w 1328736"/>
              <a:gd name="connsiteY214" fmla="*/ 989143 h 1234868"/>
              <a:gd name="connsiteX215" fmla="*/ 888275 w 1328736"/>
              <a:gd name="connsiteY215" fmla="*/ 976775 h 1234868"/>
              <a:gd name="connsiteX216" fmla="*/ 902743 w 1328736"/>
              <a:gd name="connsiteY216" fmla="*/ 975200 h 1234868"/>
              <a:gd name="connsiteX217" fmla="*/ 964524 w 1328736"/>
              <a:gd name="connsiteY217" fmla="*/ 1013821 h 1234868"/>
              <a:gd name="connsiteX218" fmla="*/ 981618 w 1328736"/>
              <a:gd name="connsiteY218" fmla="*/ 1028464 h 1234868"/>
              <a:gd name="connsiteX219" fmla="*/ 1027122 w 1328736"/>
              <a:gd name="connsiteY219" fmla="*/ 1030798 h 1234868"/>
              <a:gd name="connsiteX220" fmla="*/ 1046374 w 1328736"/>
              <a:gd name="connsiteY220" fmla="*/ 1014638 h 1234868"/>
              <a:gd name="connsiteX221" fmla="*/ 1042465 w 1328736"/>
              <a:gd name="connsiteY221" fmla="*/ 1004545 h 1234868"/>
              <a:gd name="connsiteX222" fmla="*/ 1060317 w 1328736"/>
              <a:gd name="connsiteY222" fmla="*/ 982259 h 1234868"/>
              <a:gd name="connsiteX223" fmla="*/ 1124374 w 1328736"/>
              <a:gd name="connsiteY223" fmla="*/ 934479 h 1234868"/>
              <a:gd name="connsiteX224" fmla="*/ 1127874 w 1328736"/>
              <a:gd name="connsiteY224" fmla="*/ 933838 h 1234868"/>
              <a:gd name="connsiteX225" fmla="*/ 1120932 w 1328736"/>
              <a:gd name="connsiteY225" fmla="*/ 911785 h 1234868"/>
              <a:gd name="connsiteX226" fmla="*/ 1134233 w 1328736"/>
              <a:gd name="connsiteY226" fmla="*/ 880982 h 1234868"/>
              <a:gd name="connsiteX227" fmla="*/ 1103372 w 1328736"/>
              <a:gd name="connsiteY227" fmla="*/ 880982 h 1234868"/>
              <a:gd name="connsiteX228" fmla="*/ 1070877 w 1328736"/>
              <a:gd name="connsiteY228" fmla="*/ 858813 h 1234868"/>
              <a:gd name="connsiteX229" fmla="*/ 1066501 w 1328736"/>
              <a:gd name="connsiteY229" fmla="*/ 805900 h 1234868"/>
              <a:gd name="connsiteX230" fmla="*/ 1041532 w 1328736"/>
              <a:gd name="connsiteY230" fmla="*/ 779355 h 1234868"/>
              <a:gd name="connsiteX231" fmla="*/ 1056175 w 1328736"/>
              <a:gd name="connsiteY231" fmla="*/ 763195 h 1234868"/>
              <a:gd name="connsiteX232" fmla="*/ 1079686 w 1328736"/>
              <a:gd name="connsiteY232" fmla="*/ 760045 h 1234868"/>
              <a:gd name="connsiteX233" fmla="*/ 1085578 w 1328736"/>
              <a:gd name="connsiteY233" fmla="*/ 726325 h 1234868"/>
              <a:gd name="connsiteX234" fmla="*/ 1066443 w 1328736"/>
              <a:gd name="connsiteY234" fmla="*/ 708648 h 1234868"/>
              <a:gd name="connsiteX235" fmla="*/ 1063468 w 1328736"/>
              <a:gd name="connsiteY235" fmla="*/ 683562 h 1234868"/>
              <a:gd name="connsiteX236" fmla="*/ 1072219 w 1328736"/>
              <a:gd name="connsiteY236" fmla="*/ 673294 h 1234868"/>
              <a:gd name="connsiteX237" fmla="*/ 1073852 w 1328736"/>
              <a:gd name="connsiteY237" fmla="*/ 673878 h 1234868"/>
              <a:gd name="connsiteX238" fmla="*/ 1286966 w 1328736"/>
              <a:gd name="connsiteY238" fmla="*/ 1234810 h 1234868"/>
              <a:gd name="connsiteX239" fmla="*/ 1256162 w 1328736"/>
              <a:gd name="connsiteY239" fmla="*/ 1221801 h 1234868"/>
              <a:gd name="connsiteX240" fmla="*/ 1250854 w 1328736"/>
              <a:gd name="connsiteY240" fmla="*/ 1212408 h 1234868"/>
              <a:gd name="connsiteX241" fmla="*/ 1257621 w 1328736"/>
              <a:gd name="connsiteY241" fmla="*/ 1201615 h 1234868"/>
              <a:gd name="connsiteX242" fmla="*/ 1265205 w 1328736"/>
              <a:gd name="connsiteY242" fmla="*/ 1203132 h 1234868"/>
              <a:gd name="connsiteX243" fmla="*/ 1259954 w 1328736"/>
              <a:gd name="connsiteY243" fmla="*/ 1193856 h 1234868"/>
              <a:gd name="connsiteX244" fmla="*/ 1253012 w 1328736"/>
              <a:gd name="connsiteY244" fmla="*/ 1193856 h 1234868"/>
              <a:gd name="connsiteX245" fmla="*/ 1253712 w 1328736"/>
              <a:gd name="connsiteY245" fmla="*/ 1179971 h 1234868"/>
              <a:gd name="connsiteX246" fmla="*/ 1239886 w 1328736"/>
              <a:gd name="connsiteY246" fmla="*/ 1172271 h 1234868"/>
              <a:gd name="connsiteX247" fmla="*/ 1233818 w 1328736"/>
              <a:gd name="connsiteY247" fmla="*/ 1162294 h 1234868"/>
              <a:gd name="connsiteX248" fmla="*/ 1241461 w 1328736"/>
              <a:gd name="connsiteY248" fmla="*/ 1157569 h 1234868"/>
              <a:gd name="connsiteX249" fmla="*/ 1241461 w 1328736"/>
              <a:gd name="connsiteY249" fmla="*/ 1150043 h 1234868"/>
              <a:gd name="connsiteX250" fmla="*/ 1226876 w 1328736"/>
              <a:gd name="connsiteY250" fmla="*/ 1142167 h 1234868"/>
              <a:gd name="connsiteX251" fmla="*/ 1223026 w 1328736"/>
              <a:gd name="connsiteY251" fmla="*/ 1127641 h 1234868"/>
              <a:gd name="connsiteX252" fmla="*/ 1234577 w 1328736"/>
              <a:gd name="connsiteY252" fmla="*/ 1127641 h 1234868"/>
              <a:gd name="connsiteX253" fmla="*/ 1238369 w 1328736"/>
              <a:gd name="connsiteY253" fmla="*/ 1118307 h 1234868"/>
              <a:gd name="connsiteX254" fmla="*/ 1226876 w 1328736"/>
              <a:gd name="connsiteY254" fmla="*/ 1107514 h 1234868"/>
              <a:gd name="connsiteX255" fmla="*/ 1240703 w 1328736"/>
              <a:gd name="connsiteY255" fmla="*/ 1082836 h 1234868"/>
              <a:gd name="connsiteX256" fmla="*/ 1271622 w 1328736"/>
              <a:gd name="connsiteY256" fmla="*/ 1072044 h 1234868"/>
              <a:gd name="connsiteX257" fmla="*/ 1283932 w 1328736"/>
              <a:gd name="connsiteY257" fmla="*/ 1059734 h 1234868"/>
              <a:gd name="connsiteX258" fmla="*/ 1296241 w 1328736"/>
              <a:gd name="connsiteY258" fmla="*/ 1072860 h 1234868"/>
              <a:gd name="connsiteX259" fmla="*/ 1304117 w 1328736"/>
              <a:gd name="connsiteY259" fmla="*/ 1072860 h 1234868"/>
              <a:gd name="connsiteX260" fmla="*/ 1307093 w 1328736"/>
              <a:gd name="connsiteY260" fmla="*/ 1054308 h 1234868"/>
              <a:gd name="connsiteX261" fmla="*/ 1300850 w 1328736"/>
              <a:gd name="connsiteY261" fmla="*/ 1041182 h 1234868"/>
              <a:gd name="connsiteX262" fmla="*/ 1304701 w 1328736"/>
              <a:gd name="connsiteY262" fmla="*/ 1023447 h 1234868"/>
              <a:gd name="connsiteX263" fmla="*/ 1314852 w 1328736"/>
              <a:gd name="connsiteY263" fmla="*/ 1023447 h 1234868"/>
              <a:gd name="connsiteX264" fmla="*/ 1320161 w 1328736"/>
              <a:gd name="connsiteY264" fmla="*/ 1052792 h 1234868"/>
              <a:gd name="connsiteX265" fmla="*/ 1317944 w 1328736"/>
              <a:gd name="connsiteY265" fmla="*/ 1078928 h 1234868"/>
              <a:gd name="connsiteX266" fmla="*/ 1328737 w 1328736"/>
              <a:gd name="connsiteY266" fmla="*/ 1119824 h 1234868"/>
              <a:gd name="connsiteX267" fmla="*/ 1316252 w 1328736"/>
              <a:gd name="connsiteY267" fmla="*/ 1167020 h 1234868"/>
              <a:gd name="connsiteX268" fmla="*/ 1317127 w 1328736"/>
              <a:gd name="connsiteY268" fmla="*/ 1193156 h 1234868"/>
              <a:gd name="connsiteX269" fmla="*/ 1306392 w 1328736"/>
              <a:gd name="connsiteY269" fmla="*/ 1225534 h 1234868"/>
              <a:gd name="connsiteX270" fmla="*/ 1286966 w 1328736"/>
              <a:gd name="connsiteY270" fmla="*/ 1234869 h 1234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</a:cxnLst>
            <a:rect l="l" t="t" r="r" b="b"/>
            <a:pathLst>
              <a:path w="1328736" h="1234868">
                <a:moveTo>
                  <a:pt x="1073852" y="674111"/>
                </a:moveTo>
                <a:lnTo>
                  <a:pt x="1070702" y="657134"/>
                </a:lnTo>
                <a:lnTo>
                  <a:pt x="1058975" y="647508"/>
                </a:lnTo>
                <a:lnTo>
                  <a:pt x="1051566" y="622539"/>
                </a:lnTo>
                <a:lnTo>
                  <a:pt x="1041299" y="603462"/>
                </a:lnTo>
                <a:lnTo>
                  <a:pt x="1011195" y="602062"/>
                </a:lnTo>
                <a:lnTo>
                  <a:pt x="997311" y="614371"/>
                </a:lnTo>
                <a:lnTo>
                  <a:pt x="1006820" y="639457"/>
                </a:lnTo>
                <a:lnTo>
                  <a:pt x="981909" y="649842"/>
                </a:lnTo>
                <a:lnTo>
                  <a:pt x="959799" y="647567"/>
                </a:lnTo>
                <a:lnTo>
                  <a:pt x="957698" y="631465"/>
                </a:lnTo>
                <a:lnTo>
                  <a:pt x="969308" y="625456"/>
                </a:lnTo>
                <a:lnTo>
                  <a:pt x="981559" y="626214"/>
                </a:lnTo>
                <a:lnTo>
                  <a:pt x="981151" y="606262"/>
                </a:lnTo>
                <a:lnTo>
                  <a:pt x="985701" y="575401"/>
                </a:lnTo>
                <a:lnTo>
                  <a:pt x="1012129" y="533630"/>
                </a:lnTo>
                <a:lnTo>
                  <a:pt x="1027647" y="527738"/>
                </a:lnTo>
                <a:lnTo>
                  <a:pt x="1047483" y="501951"/>
                </a:lnTo>
                <a:lnTo>
                  <a:pt x="1065743" y="493901"/>
                </a:lnTo>
                <a:lnTo>
                  <a:pt x="1062126" y="474882"/>
                </a:lnTo>
                <a:lnTo>
                  <a:pt x="1040774" y="463798"/>
                </a:lnTo>
                <a:lnTo>
                  <a:pt x="1054075" y="447696"/>
                </a:lnTo>
                <a:lnTo>
                  <a:pt x="1077527" y="446121"/>
                </a:lnTo>
                <a:lnTo>
                  <a:pt x="1083420" y="459305"/>
                </a:lnTo>
                <a:lnTo>
                  <a:pt x="1101797" y="461522"/>
                </a:lnTo>
                <a:lnTo>
                  <a:pt x="1134817" y="451371"/>
                </a:lnTo>
                <a:lnTo>
                  <a:pt x="1125424" y="431361"/>
                </a:lnTo>
                <a:lnTo>
                  <a:pt x="1107631" y="420393"/>
                </a:lnTo>
                <a:lnTo>
                  <a:pt x="1106230" y="391048"/>
                </a:lnTo>
                <a:lnTo>
                  <a:pt x="1116498" y="355695"/>
                </a:lnTo>
                <a:lnTo>
                  <a:pt x="1130383" y="342452"/>
                </a:lnTo>
                <a:lnTo>
                  <a:pt x="1130383" y="326992"/>
                </a:lnTo>
                <a:lnTo>
                  <a:pt x="1141409" y="296189"/>
                </a:lnTo>
                <a:lnTo>
                  <a:pt x="1164278" y="272678"/>
                </a:lnTo>
                <a:lnTo>
                  <a:pt x="1144384" y="259377"/>
                </a:lnTo>
                <a:lnTo>
                  <a:pt x="1125366" y="259377"/>
                </a:lnTo>
                <a:lnTo>
                  <a:pt x="1100980" y="248292"/>
                </a:lnTo>
                <a:lnTo>
                  <a:pt x="1082661" y="254301"/>
                </a:lnTo>
                <a:lnTo>
                  <a:pt x="1069243" y="249109"/>
                </a:lnTo>
                <a:lnTo>
                  <a:pt x="1051625" y="249109"/>
                </a:lnTo>
                <a:lnTo>
                  <a:pt x="1034765" y="255001"/>
                </a:lnTo>
                <a:lnTo>
                  <a:pt x="1017088" y="240417"/>
                </a:lnTo>
                <a:lnTo>
                  <a:pt x="1017088" y="227757"/>
                </a:lnTo>
                <a:lnTo>
                  <a:pt x="998011" y="213113"/>
                </a:lnTo>
                <a:lnTo>
                  <a:pt x="983309" y="216789"/>
                </a:lnTo>
                <a:lnTo>
                  <a:pt x="957640" y="211538"/>
                </a:lnTo>
                <a:lnTo>
                  <a:pt x="945856" y="192461"/>
                </a:lnTo>
                <a:lnTo>
                  <a:pt x="929579" y="192461"/>
                </a:lnTo>
                <a:lnTo>
                  <a:pt x="920711" y="198354"/>
                </a:lnTo>
                <a:lnTo>
                  <a:pt x="902393" y="185111"/>
                </a:lnTo>
                <a:lnTo>
                  <a:pt x="881799" y="183652"/>
                </a:lnTo>
                <a:lnTo>
                  <a:pt x="858288" y="154191"/>
                </a:lnTo>
                <a:lnTo>
                  <a:pt x="845103" y="151274"/>
                </a:lnTo>
                <a:lnTo>
                  <a:pt x="836236" y="141064"/>
                </a:lnTo>
                <a:lnTo>
                  <a:pt x="823751" y="141064"/>
                </a:lnTo>
                <a:lnTo>
                  <a:pt x="812725" y="148415"/>
                </a:lnTo>
                <a:lnTo>
                  <a:pt x="791373" y="137331"/>
                </a:lnTo>
                <a:lnTo>
                  <a:pt x="789914" y="109445"/>
                </a:lnTo>
                <a:lnTo>
                  <a:pt x="775971" y="102794"/>
                </a:lnTo>
                <a:lnTo>
                  <a:pt x="763370" y="92526"/>
                </a:lnTo>
                <a:lnTo>
                  <a:pt x="750944" y="93226"/>
                </a:lnTo>
                <a:lnTo>
                  <a:pt x="722299" y="69832"/>
                </a:lnTo>
                <a:lnTo>
                  <a:pt x="718682" y="52855"/>
                </a:lnTo>
                <a:lnTo>
                  <a:pt x="695055" y="43988"/>
                </a:lnTo>
                <a:lnTo>
                  <a:pt x="690679" y="8693"/>
                </a:lnTo>
                <a:lnTo>
                  <a:pt x="678895" y="0"/>
                </a:lnTo>
                <a:lnTo>
                  <a:pt x="675744" y="5426"/>
                </a:lnTo>
                <a:lnTo>
                  <a:pt x="639691" y="18085"/>
                </a:lnTo>
                <a:lnTo>
                  <a:pt x="631115" y="11026"/>
                </a:lnTo>
                <a:lnTo>
                  <a:pt x="601945" y="28003"/>
                </a:lnTo>
                <a:lnTo>
                  <a:pt x="594944" y="48072"/>
                </a:lnTo>
                <a:lnTo>
                  <a:pt x="599612" y="71991"/>
                </a:lnTo>
                <a:lnTo>
                  <a:pt x="593369" y="109911"/>
                </a:lnTo>
                <a:lnTo>
                  <a:pt x="564141" y="138381"/>
                </a:lnTo>
                <a:lnTo>
                  <a:pt x="564141" y="150749"/>
                </a:lnTo>
                <a:lnTo>
                  <a:pt x="531646" y="160025"/>
                </a:lnTo>
                <a:lnTo>
                  <a:pt x="514786" y="160666"/>
                </a:lnTo>
                <a:lnTo>
                  <a:pt x="496176" y="154716"/>
                </a:lnTo>
                <a:lnTo>
                  <a:pt x="457672" y="175426"/>
                </a:lnTo>
                <a:lnTo>
                  <a:pt x="448513" y="193220"/>
                </a:lnTo>
                <a:lnTo>
                  <a:pt x="455338" y="205529"/>
                </a:lnTo>
                <a:lnTo>
                  <a:pt x="473074" y="211597"/>
                </a:lnTo>
                <a:lnTo>
                  <a:pt x="449154" y="228690"/>
                </a:lnTo>
                <a:lnTo>
                  <a:pt x="419810" y="234757"/>
                </a:lnTo>
                <a:lnTo>
                  <a:pt x="379789" y="229390"/>
                </a:lnTo>
                <a:lnTo>
                  <a:pt x="361996" y="219998"/>
                </a:lnTo>
                <a:lnTo>
                  <a:pt x="347352" y="228632"/>
                </a:lnTo>
                <a:lnTo>
                  <a:pt x="341227" y="214689"/>
                </a:lnTo>
                <a:lnTo>
                  <a:pt x="328100" y="204829"/>
                </a:lnTo>
                <a:lnTo>
                  <a:pt x="334226" y="188553"/>
                </a:lnTo>
                <a:lnTo>
                  <a:pt x="317949" y="180852"/>
                </a:lnTo>
                <a:lnTo>
                  <a:pt x="301089" y="186977"/>
                </a:lnTo>
                <a:lnTo>
                  <a:pt x="277112" y="186219"/>
                </a:lnTo>
                <a:lnTo>
                  <a:pt x="266377" y="181494"/>
                </a:lnTo>
                <a:lnTo>
                  <a:pt x="273320" y="204829"/>
                </a:lnTo>
                <a:lnTo>
                  <a:pt x="269411" y="214689"/>
                </a:lnTo>
                <a:lnTo>
                  <a:pt x="303364" y="246250"/>
                </a:lnTo>
                <a:lnTo>
                  <a:pt x="297239" y="256401"/>
                </a:lnTo>
                <a:lnTo>
                  <a:pt x="301789" y="271803"/>
                </a:lnTo>
                <a:lnTo>
                  <a:pt x="298056" y="287263"/>
                </a:lnTo>
                <a:lnTo>
                  <a:pt x="308790" y="301148"/>
                </a:lnTo>
                <a:lnTo>
                  <a:pt x="311124" y="318825"/>
                </a:lnTo>
                <a:lnTo>
                  <a:pt x="275653" y="314274"/>
                </a:lnTo>
                <a:lnTo>
                  <a:pt x="260135" y="319525"/>
                </a:lnTo>
                <a:lnTo>
                  <a:pt x="245434" y="315849"/>
                </a:lnTo>
                <a:lnTo>
                  <a:pt x="227640" y="320341"/>
                </a:lnTo>
                <a:lnTo>
                  <a:pt x="220756" y="313399"/>
                </a:lnTo>
                <a:lnTo>
                  <a:pt x="198295" y="331951"/>
                </a:lnTo>
                <a:lnTo>
                  <a:pt x="169826" y="294205"/>
                </a:lnTo>
                <a:lnTo>
                  <a:pt x="153607" y="288605"/>
                </a:lnTo>
                <a:lnTo>
                  <a:pt x="129688" y="294205"/>
                </a:lnTo>
                <a:lnTo>
                  <a:pt x="110436" y="311882"/>
                </a:lnTo>
                <a:lnTo>
                  <a:pt x="100285" y="306456"/>
                </a:lnTo>
                <a:lnTo>
                  <a:pt x="88676" y="317308"/>
                </a:lnTo>
                <a:lnTo>
                  <a:pt x="78758" y="310365"/>
                </a:lnTo>
                <a:lnTo>
                  <a:pt x="57873" y="312524"/>
                </a:lnTo>
                <a:lnTo>
                  <a:pt x="44746" y="325767"/>
                </a:lnTo>
                <a:lnTo>
                  <a:pt x="13885" y="327926"/>
                </a:lnTo>
                <a:lnTo>
                  <a:pt x="0" y="344260"/>
                </a:lnTo>
                <a:lnTo>
                  <a:pt x="7759" y="357270"/>
                </a:lnTo>
                <a:lnTo>
                  <a:pt x="25436" y="351086"/>
                </a:lnTo>
                <a:lnTo>
                  <a:pt x="43229" y="356453"/>
                </a:lnTo>
                <a:lnTo>
                  <a:pt x="47897" y="363512"/>
                </a:lnTo>
                <a:lnTo>
                  <a:pt x="28586" y="359604"/>
                </a:lnTo>
                <a:lnTo>
                  <a:pt x="16977" y="361179"/>
                </a:lnTo>
                <a:lnTo>
                  <a:pt x="23919" y="380489"/>
                </a:lnTo>
                <a:lnTo>
                  <a:pt x="30103" y="365846"/>
                </a:lnTo>
                <a:lnTo>
                  <a:pt x="42413" y="370513"/>
                </a:lnTo>
                <a:lnTo>
                  <a:pt x="45505" y="383581"/>
                </a:lnTo>
                <a:lnTo>
                  <a:pt x="33953" y="388131"/>
                </a:lnTo>
                <a:lnTo>
                  <a:pt x="15460" y="395132"/>
                </a:lnTo>
                <a:lnTo>
                  <a:pt x="16218" y="400500"/>
                </a:lnTo>
                <a:lnTo>
                  <a:pt x="33953" y="400500"/>
                </a:lnTo>
                <a:lnTo>
                  <a:pt x="41654" y="422085"/>
                </a:lnTo>
                <a:lnTo>
                  <a:pt x="39321" y="434453"/>
                </a:lnTo>
                <a:lnTo>
                  <a:pt x="60206" y="420510"/>
                </a:lnTo>
                <a:lnTo>
                  <a:pt x="74908" y="424360"/>
                </a:lnTo>
                <a:lnTo>
                  <a:pt x="87217" y="422085"/>
                </a:lnTo>
                <a:lnTo>
                  <a:pt x="119596" y="435153"/>
                </a:lnTo>
                <a:lnTo>
                  <a:pt x="126538" y="446763"/>
                </a:lnTo>
                <a:lnTo>
                  <a:pt x="139548" y="446763"/>
                </a:lnTo>
                <a:lnTo>
                  <a:pt x="161950" y="461522"/>
                </a:lnTo>
                <a:lnTo>
                  <a:pt x="178227" y="446763"/>
                </a:lnTo>
                <a:lnTo>
                  <a:pt x="188319" y="449096"/>
                </a:lnTo>
                <a:lnTo>
                  <a:pt x="184411" y="460822"/>
                </a:lnTo>
                <a:lnTo>
                  <a:pt x="189836" y="467706"/>
                </a:lnTo>
                <a:lnTo>
                  <a:pt x="206813" y="457672"/>
                </a:lnTo>
                <a:lnTo>
                  <a:pt x="216789" y="467706"/>
                </a:lnTo>
                <a:lnTo>
                  <a:pt x="209205" y="487658"/>
                </a:lnTo>
                <a:lnTo>
                  <a:pt x="218364" y="502360"/>
                </a:lnTo>
                <a:lnTo>
                  <a:pt x="230732" y="503177"/>
                </a:lnTo>
                <a:lnTo>
                  <a:pt x="250042" y="490809"/>
                </a:lnTo>
                <a:lnTo>
                  <a:pt x="270928" y="493026"/>
                </a:lnTo>
                <a:lnTo>
                  <a:pt x="283937" y="510878"/>
                </a:lnTo>
                <a:lnTo>
                  <a:pt x="267777" y="501660"/>
                </a:lnTo>
                <a:lnTo>
                  <a:pt x="249226" y="502302"/>
                </a:lnTo>
                <a:lnTo>
                  <a:pt x="237616" y="518520"/>
                </a:lnTo>
                <a:lnTo>
                  <a:pt x="248467" y="523187"/>
                </a:lnTo>
                <a:lnTo>
                  <a:pt x="252318" y="543256"/>
                </a:lnTo>
                <a:lnTo>
                  <a:pt x="243042" y="560116"/>
                </a:lnTo>
                <a:lnTo>
                  <a:pt x="247067" y="573301"/>
                </a:lnTo>
                <a:lnTo>
                  <a:pt x="263985" y="575518"/>
                </a:lnTo>
                <a:lnTo>
                  <a:pt x="289421" y="607137"/>
                </a:lnTo>
                <a:lnTo>
                  <a:pt x="314157" y="611105"/>
                </a:lnTo>
                <a:lnTo>
                  <a:pt x="337901" y="625048"/>
                </a:lnTo>
                <a:lnTo>
                  <a:pt x="337201" y="642724"/>
                </a:lnTo>
                <a:lnTo>
                  <a:pt x="346477" y="657484"/>
                </a:lnTo>
                <a:lnTo>
                  <a:pt x="338777" y="677378"/>
                </a:lnTo>
                <a:lnTo>
                  <a:pt x="334109" y="679770"/>
                </a:lnTo>
                <a:lnTo>
                  <a:pt x="329384" y="697563"/>
                </a:lnTo>
                <a:lnTo>
                  <a:pt x="346477" y="701297"/>
                </a:lnTo>
                <a:lnTo>
                  <a:pt x="377280" y="725275"/>
                </a:lnTo>
                <a:lnTo>
                  <a:pt x="401258" y="783089"/>
                </a:lnTo>
                <a:lnTo>
                  <a:pt x="375005" y="757711"/>
                </a:lnTo>
                <a:lnTo>
                  <a:pt x="367946" y="732975"/>
                </a:lnTo>
                <a:lnTo>
                  <a:pt x="347236" y="722124"/>
                </a:lnTo>
                <a:lnTo>
                  <a:pt x="337201" y="729183"/>
                </a:lnTo>
                <a:lnTo>
                  <a:pt x="327167" y="780055"/>
                </a:lnTo>
                <a:lnTo>
                  <a:pt x="327984" y="817159"/>
                </a:lnTo>
                <a:lnTo>
                  <a:pt x="344260" y="828010"/>
                </a:lnTo>
                <a:lnTo>
                  <a:pt x="331134" y="837986"/>
                </a:lnTo>
                <a:lnTo>
                  <a:pt x="325708" y="907410"/>
                </a:lnTo>
                <a:lnTo>
                  <a:pt x="307098" y="967616"/>
                </a:lnTo>
                <a:lnTo>
                  <a:pt x="283529" y="981618"/>
                </a:lnTo>
                <a:lnTo>
                  <a:pt x="301148" y="991302"/>
                </a:lnTo>
                <a:lnTo>
                  <a:pt x="303364" y="996494"/>
                </a:lnTo>
                <a:lnTo>
                  <a:pt x="315849" y="998653"/>
                </a:lnTo>
                <a:lnTo>
                  <a:pt x="319466" y="1019771"/>
                </a:lnTo>
                <a:lnTo>
                  <a:pt x="316549" y="1035990"/>
                </a:lnTo>
                <a:lnTo>
                  <a:pt x="346711" y="1032315"/>
                </a:lnTo>
                <a:lnTo>
                  <a:pt x="386965" y="1048708"/>
                </a:lnTo>
                <a:lnTo>
                  <a:pt x="406217" y="1069243"/>
                </a:lnTo>
                <a:lnTo>
                  <a:pt x="426811" y="1059676"/>
                </a:lnTo>
                <a:lnTo>
                  <a:pt x="449621" y="1083070"/>
                </a:lnTo>
                <a:lnTo>
                  <a:pt x="477507" y="1082428"/>
                </a:lnTo>
                <a:lnTo>
                  <a:pt x="491509" y="1089720"/>
                </a:lnTo>
                <a:lnTo>
                  <a:pt x="509186" y="1071227"/>
                </a:lnTo>
                <a:lnTo>
                  <a:pt x="555565" y="1069885"/>
                </a:lnTo>
                <a:lnTo>
                  <a:pt x="573184" y="1079394"/>
                </a:lnTo>
                <a:lnTo>
                  <a:pt x="601187" y="1076536"/>
                </a:lnTo>
                <a:lnTo>
                  <a:pt x="630473" y="1092637"/>
                </a:lnTo>
                <a:lnTo>
                  <a:pt x="678253" y="1088203"/>
                </a:lnTo>
                <a:lnTo>
                  <a:pt x="712148" y="1108797"/>
                </a:lnTo>
                <a:lnTo>
                  <a:pt x="724924" y="1113114"/>
                </a:lnTo>
                <a:lnTo>
                  <a:pt x="723758" y="1103255"/>
                </a:lnTo>
                <a:lnTo>
                  <a:pt x="716174" y="1073969"/>
                </a:lnTo>
                <a:lnTo>
                  <a:pt x="723758" y="1039199"/>
                </a:lnTo>
                <a:lnTo>
                  <a:pt x="726208" y="1022338"/>
                </a:lnTo>
                <a:lnTo>
                  <a:pt x="749252" y="1001453"/>
                </a:lnTo>
                <a:lnTo>
                  <a:pt x="784897" y="963649"/>
                </a:lnTo>
                <a:lnTo>
                  <a:pt x="796390" y="962891"/>
                </a:lnTo>
                <a:lnTo>
                  <a:pt x="808000" y="971408"/>
                </a:lnTo>
                <a:lnTo>
                  <a:pt x="831044" y="974558"/>
                </a:lnTo>
                <a:lnTo>
                  <a:pt x="855780" y="989143"/>
                </a:lnTo>
                <a:lnTo>
                  <a:pt x="872698" y="989143"/>
                </a:lnTo>
                <a:lnTo>
                  <a:pt x="888275" y="976775"/>
                </a:lnTo>
                <a:lnTo>
                  <a:pt x="902743" y="975200"/>
                </a:lnTo>
                <a:lnTo>
                  <a:pt x="964524" y="1013821"/>
                </a:lnTo>
                <a:lnTo>
                  <a:pt x="981618" y="1028464"/>
                </a:lnTo>
                <a:lnTo>
                  <a:pt x="1027122" y="1030798"/>
                </a:lnTo>
                <a:lnTo>
                  <a:pt x="1046374" y="1014638"/>
                </a:lnTo>
                <a:lnTo>
                  <a:pt x="1042465" y="1004545"/>
                </a:lnTo>
                <a:lnTo>
                  <a:pt x="1060317" y="982259"/>
                </a:lnTo>
                <a:lnTo>
                  <a:pt x="1124374" y="934479"/>
                </a:lnTo>
                <a:lnTo>
                  <a:pt x="1127874" y="933838"/>
                </a:lnTo>
                <a:lnTo>
                  <a:pt x="1120932" y="911785"/>
                </a:lnTo>
                <a:lnTo>
                  <a:pt x="1134233" y="880982"/>
                </a:lnTo>
                <a:lnTo>
                  <a:pt x="1103372" y="880982"/>
                </a:lnTo>
                <a:lnTo>
                  <a:pt x="1070877" y="858813"/>
                </a:lnTo>
                <a:lnTo>
                  <a:pt x="1066501" y="805900"/>
                </a:lnTo>
                <a:lnTo>
                  <a:pt x="1041532" y="779355"/>
                </a:lnTo>
                <a:lnTo>
                  <a:pt x="1056175" y="763195"/>
                </a:lnTo>
                <a:lnTo>
                  <a:pt x="1079686" y="760045"/>
                </a:lnTo>
                <a:lnTo>
                  <a:pt x="1085578" y="726325"/>
                </a:lnTo>
                <a:lnTo>
                  <a:pt x="1066443" y="708648"/>
                </a:lnTo>
                <a:lnTo>
                  <a:pt x="1063468" y="683562"/>
                </a:lnTo>
                <a:lnTo>
                  <a:pt x="1072219" y="673294"/>
                </a:lnTo>
                <a:lnTo>
                  <a:pt x="1073852" y="673878"/>
                </a:lnTo>
                <a:close/>
                <a:moveTo>
                  <a:pt x="1286966" y="1234810"/>
                </a:moveTo>
                <a:lnTo>
                  <a:pt x="1256162" y="1221801"/>
                </a:lnTo>
                <a:lnTo>
                  <a:pt x="1250854" y="1212408"/>
                </a:lnTo>
                <a:lnTo>
                  <a:pt x="1257621" y="1201615"/>
                </a:lnTo>
                <a:lnTo>
                  <a:pt x="1265205" y="1203132"/>
                </a:lnTo>
                <a:lnTo>
                  <a:pt x="1259954" y="1193856"/>
                </a:lnTo>
                <a:lnTo>
                  <a:pt x="1253012" y="1193856"/>
                </a:lnTo>
                <a:lnTo>
                  <a:pt x="1253712" y="1179971"/>
                </a:lnTo>
                <a:lnTo>
                  <a:pt x="1239886" y="1172271"/>
                </a:lnTo>
                <a:lnTo>
                  <a:pt x="1233818" y="1162294"/>
                </a:lnTo>
                <a:lnTo>
                  <a:pt x="1241461" y="1157569"/>
                </a:lnTo>
                <a:lnTo>
                  <a:pt x="1241461" y="1150043"/>
                </a:lnTo>
                <a:lnTo>
                  <a:pt x="1226876" y="1142167"/>
                </a:lnTo>
                <a:lnTo>
                  <a:pt x="1223026" y="1127641"/>
                </a:lnTo>
                <a:lnTo>
                  <a:pt x="1234577" y="1127641"/>
                </a:lnTo>
                <a:lnTo>
                  <a:pt x="1238369" y="1118307"/>
                </a:lnTo>
                <a:lnTo>
                  <a:pt x="1226876" y="1107514"/>
                </a:lnTo>
                <a:lnTo>
                  <a:pt x="1240703" y="1082836"/>
                </a:lnTo>
                <a:lnTo>
                  <a:pt x="1271622" y="1072044"/>
                </a:lnTo>
                <a:lnTo>
                  <a:pt x="1283932" y="1059734"/>
                </a:lnTo>
                <a:lnTo>
                  <a:pt x="1296241" y="1072860"/>
                </a:lnTo>
                <a:lnTo>
                  <a:pt x="1304117" y="1072860"/>
                </a:lnTo>
                <a:lnTo>
                  <a:pt x="1307093" y="1054308"/>
                </a:lnTo>
                <a:lnTo>
                  <a:pt x="1300850" y="1041182"/>
                </a:lnTo>
                <a:lnTo>
                  <a:pt x="1304701" y="1023447"/>
                </a:lnTo>
                <a:lnTo>
                  <a:pt x="1314852" y="1023447"/>
                </a:lnTo>
                <a:lnTo>
                  <a:pt x="1320161" y="1052792"/>
                </a:lnTo>
                <a:lnTo>
                  <a:pt x="1317944" y="1078928"/>
                </a:lnTo>
                <a:lnTo>
                  <a:pt x="1328737" y="1119824"/>
                </a:lnTo>
                <a:lnTo>
                  <a:pt x="1316252" y="1167020"/>
                </a:lnTo>
                <a:lnTo>
                  <a:pt x="1317127" y="1193156"/>
                </a:lnTo>
                <a:lnTo>
                  <a:pt x="1306392" y="1225534"/>
                </a:lnTo>
                <a:lnTo>
                  <a:pt x="1286966" y="1234869"/>
                </a:lnTo>
                <a:close/>
              </a:path>
            </a:pathLst>
          </a:custGeom>
          <a:solidFill>
            <a:srgbClr val="438AB5"/>
          </a:solidFill>
          <a:ln w="4374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/>
          </a:p>
        </p:txBody>
      </p:sp>
      <p:pic>
        <p:nvPicPr>
          <p:cNvPr id="73" name="Graphic 72">
            <a:extLst>
              <a:ext uri="{FF2B5EF4-FFF2-40B4-BE49-F238E27FC236}">
                <a16:creationId xmlns:a16="http://schemas.microsoft.com/office/drawing/2014/main" id="{B8A20CF4-F5CD-30B0-CD1D-2C4C3C29FE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489686" y="2723015"/>
            <a:ext cx="1444282" cy="984737"/>
          </a:xfrm>
          <a:prstGeom prst="rect">
            <a:avLst/>
          </a:prstGeom>
        </p:spPr>
      </p:pic>
      <p:pic>
        <p:nvPicPr>
          <p:cNvPr id="74" name="Graphic 73">
            <a:extLst>
              <a:ext uri="{FF2B5EF4-FFF2-40B4-BE49-F238E27FC236}">
                <a16:creationId xmlns:a16="http://schemas.microsoft.com/office/drawing/2014/main" id="{FF3ACCA4-F926-72F8-A0B1-B916E9F01C9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115111" y="4938201"/>
            <a:ext cx="1480719" cy="1009581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550A9817-CB7C-504D-B934-007E8958B2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306268" y="1855169"/>
            <a:ext cx="170072" cy="220093"/>
          </a:xfrm>
          <a:prstGeom prst="rect">
            <a:avLst/>
          </a:prstGeom>
        </p:spPr>
      </p:pic>
      <p:grpSp>
        <p:nvGrpSpPr>
          <p:cNvPr id="59" name="Group 58">
            <a:extLst>
              <a:ext uri="{FF2B5EF4-FFF2-40B4-BE49-F238E27FC236}">
                <a16:creationId xmlns:a16="http://schemas.microsoft.com/office/drawing/2014/main" id="{0CB3BCE5-D940-5578-C43E-A1FD94F135D4}"/>
              </a:ext>
            </a:extLst>
          </p:cNvPr>
          <p:cNvGrpSpPr/>
          <p:nvPr/>
        </p:nvGrpSpPr>
        <p:grpSpPr>
          <a:xfrm>
            <a:off x="8220291" y="5996663"/>
            <a:ext cx="522604" cy="679799"/>
            <a:chOff x="7863894" y="5971233"/>
            <a:chExt cx="522604" cy="679799"/>
          </a:xfrm>
        </p:grpSpPr>
        <p:pic>
          <p:nvPicPr>
            <p:cNvPr id="16" name="Afbeelding 879" descr="Afbeelding met silhouet, nachthemel&#10;&#10;Automatisch gegenereerde beschrijving">
              <a:extLst>
                <a:ext uri="{FF2B5EF4-FFF2-40B4-BE49-F238E27FC236}">
                  <a16:creationId xmlns:a16="http://schemas.microsoft.com/office/drawing/2014/main" id="{35104A29-9D96-0451-34D0-2FEC78070DA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screen">
              <a:duotone>
                <a:schemeClr val="accent2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l="35864" t="36888" r="34492" b="36288"/>
            <a:stretch/>
          </p:blipFill>
          <p:spPr>
            <a:xfrm>
              <a:off x="8003310" y="6293881"/>
              <a:ext cx="223601" cy="286200"/>
            </a:xfrm>
            <a:prstGeom prst="rect">
              <a:avLst/>
            </a:prstGeom>
            <a:noFill/>
          </p:spPr>
        </p:pic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2579032B-9027-A820-6402-1EEA7007A7DC}"/>
                </a:ext>
              </a:extLst>
            </p:cNvPr>
            <p:cNvSpPr/>
            <p:nvPr/>
          </p:nvSpPr>
          <p:spPr>
            <a:xfrm>
              <a:off x="7863894" y="6200095"/>
              <a:ext cx="522604" cy="450937"/>
            </a:xfrm>
            <a:prstGeom prst="rect">
              <a:avLst/>
            </a:prstGeom>
            <a:noFill/>
            <a:ln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7181A0BB-136A-1A91-94CF-E82240183C9A}"/>
                </a:ext>
              </a:extLst>
            </p:cNvPr>
            <p:cNvCxnSpPr>
              <a:cxnSpLocks/>
              <a:stCxn id="23" idx="0"/>
            </p:cNvCxnSpPr>
            <p:nvPr/>
          </p:nvCxnSpPr>
          <p:spPr>
            <a:xfrm flipV="1">
              <a:off x="8125196" y="5971233"/>
              <a:ext cx="0" cy="228862"/>
            </a:xfrm>
            <a:prstGeom prst="line">
              <a:avLst/>
            </a:prstGeom>
            <a:ln w="12700">
              <a:solidFill>
                <a:schemeClr val="accent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" name="Oval 13">
            <a:extLst>
              <a:ext uri="{FF2B5EF4-FFF2-40B4-BE49-F238E27FC236}">
                <a16:creationId xmlns:a16="http://schemas.microsoft.com/office/drawing/2014/main" id="{5584D6EA-2960-F1CA-56FD-D236A6F15A57}"/>
              </a:ext>
            </a:extLst>
          </p:cNvPr>
          <p:cNvSpPr/>
          <p:nvPr/>
        </p:nvSpPr>
        <p:spPr>
          <a:xfrm>
            <a:off x="10316015" y="2464954"/>
            <a:ext cx="168562" cy="168562"/>
          </a:xfrm>
          <a:prstGeom prst="ellipse">
            <a:avLst/>
          </a:prstGeom>
          <a:solidFill>
            <a:srgbClr val="B4D1E2"/>
          </a:solidFill>
          <a:ln w="2167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303641"/>
              </a:solidFill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E9F13FB-B88E-70A9-9AB9-63832AE13E85}"/>
              </a:ext>
            </a:extLst>
          </p:cNvPr>
          <p:cNvSpPr txBox="1"/>
          <p:nvPr/>
        </p:nvSpPr>
        <p:spPr>
          <a:xfrm>
            <a:off x="10480698" y="2463173"/>
            <a:ext cx="10618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noProof="0" dirty="0"/>
              <a:t>Fill data here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EBCAEE2-4C06-CE55-9BFE-F5D71ABEA24A}"/>
              </a:ext>
            </a:extLst>
          </p:cNvPr>
          <p:cNvSpPr/>
          <p:nvPr/>
        </p:nvSpPr>
        <p:spPr>
          <a:xfrm>
            <a:off x="10316015" y="2736927"/>
            <a:ext cx="168562" cy="168562"/>
          </a:xfrm>
          <a:prstGeom prst="ellipse">
            <a:avLst/>
          </a:prstGeom>
          <a:solidFill>
            <a:schemeClr val="accent4"/>
          </a:solidFill>
          <a:ln w="2167" cap="flat">
            <a:solidFill>
              <a:srgbClr val="FFFFFF"/>
            </a:solidFill>
            <a:prstDash val="solid"/>
            <a:miter/>
          </a:ln>
        </p:spPr>
        <p:txBody>
          <a:bodyPr rtlCol="0" anchor="ctr"/>
          <a:lstStyle/>
          <a:p>
            <a:endParaRPr lang="en-GB" noProof="0" dirty="0">
              <a:solidFill>
                <a:srgbClr val="303641"/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7012ECA-CCEB-585B-12AF-D4CCED12E462}"/>
              </a:ext>
            </a:extLst>
          </p:cNvPr>
          <p:cNvSpPr txBox="1"/>
          <p:nvPr/>
        </p:nvSpPr>
        <p:spPr>
          <a:xfrm>
            <a:off x="10480698" y="2735146"/>
            <a:ext cx="1061856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1" noProof="0" dirty="0"/>
              <a:t>Fill data here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1539E97-E424-4788-AEA3-59F5235D99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39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920259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46F3E-6F37-C6F1-6A4F-A8CD25817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noProof="0" dirty="0"/>
              <a:t>Icon library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B18BF-2490-B0E9-EDA4-C7A8FAA34C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GB" noProof="0" dirty="0"/>
              <a:t>Ready for use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2D9C9-5805-7F09-0810-67DD17AAD4EE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515938" y="1798204"/>
            <a:ext cx="2908155" cy="4068316"/>
          </a:xfrm>
        </p:spPr>
        <p:txBody>
          <a:bodyPr/>
          <a:lstStyle/>
          <a:p>
            <a:pPr marL="0" indent="0">
              <a:buNone/>
            </a:pPr>
            <a:r>
              <a:rPr lang="en-GB" noProof="0" dirty="0"/>
              <a:t>Copy and paste an icon to use on your slide. You can enlarge or shrink to fit your content.</a:t>
            </a:r>
          </a:p>
          <a:p>
            <a:pPr marL="0" indent="0">
              <a:buNone/>
            </a:pPr>
            <a:r>
              <a:rPr lang="en-GB" noProof="0" dirty="0"/>
              <a:t>Adjust the </a:t>
            </a:r>
            <a:r>
              <a:rPr lang="en-GB" noProof="0" dirty="0" err="1"/>
              <a:t>color</a:t>
            </a:r>
            <a:r>
              <a:rPr lang="en-GB" noProof="0" dirty="0"/>
              <a:t> of the icon by changing the line </a:t>
            </a:r>
            <a:r>
              <a:rPr lang="en-GB" noProof="0" dirty="0" err="1"/>
              <a:t>color</a:t>
            </a:r>
            <a:r>
              <a:rPr lang="en-GB" noProof="0" dirty="0"/>
              <a:t>. Make sure you only use a colour from the approved brand colours, programmed into this template.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44CEAA-D063-0226-09BD-9B73B401FA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GB" noProof="0" dirty="0"/>
              <a:t>© 2025 SD Worx. All rights reserved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9E57CE01-5B4B-3B8A-00EC-C2B851490B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422776" y="5288901"/>
            <a:ext cx="457200" cy="45720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52FACE6E-0BFD-2BB2-E767-49E507A8F8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39120" y="5288901"/>
            <a:ext cx="457200" cy="4572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0D55C81-B5FF-6ACB-BF42-41D82B77FF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614198" y="5288901"/>
            <a:ext cx="457200" cy="4572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CE92FD-7AEB-4737-C3A8-4394E378E74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40036" y="5288901"/>
            <a:ext cx="457200" cy="457200"/>
          </a:xfrm>
          <a:prstGeom prst="rect">
            <a:avLst/>
          </a:prstGeom>
        </p:spPr>
      </p:pic>
      <p:pic>
        <p:nvPicPr>
          <p:cNvPr id="17" name="Graphic 16">
            <a:extLst>
              <a:ext uri="{FF2B5EF4-FFF2-40B4-BE49-F238E27FC236}">
                <a16:creationId xmlns:a16="http://schemas.microsoft.com/office/drawing/2014/main" id="{5750BC33-4DFD-4D56-39E1-3972FB1E4A2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528598" y="5288901"/>
            <a:ext cx="457200" cy="457200"/>
          </a:xfrm>
          <a:prstGeom prst="rect">
            <a:avLst/>
          </a:prstGeom>
        </p:spPr>
      </p:pic>
      <p:pic>
        <p:nvPicPr>
          <p:cNvPr id="19" name="Graphic 18">
            <a:extLst>
              <a:ext uri="{FF2B5EF4-FFF2-40B4-BE49-F238E27FC236}">
                <a16:creationId xmlns:a16="http://schemas.microsoft.com/office/drawing/2014/main" id="{5A9DE79B-0174-EF74-7B39-F19395CF663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82320" y="5288901"/>
            <a:ext cx="457200" cy="457200"/>
          </a:xfrm>
          <a:prstGeom prst="rect">
            <a:avLst/>
          </a:prstGeom>
        </p:spPr>
      </p:pic>
      <p:pic>
        <p:nvPicPr>
          <p:cNvPr id="21" name="Graphic 20">
            <a:extLst>
              <a:ext uri="{FF2B5EF4-FFF2-40B4-BE49-F238E27FC236}">
                <a16:creationId xmlns:a16="http://schemas.microsoft.com/office/drawing/2014/main" id="{424A817D-A6D8-19A5-82FB-9D445A8F131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233761" y="5288901"/>
            <a:ext cx="457200" cy="457200"/>
          </a:xfrm>
          <a:prstGeom prst="rect">
            <a:avLst/>
          </a:prstGeom>
        </p:spPr>
      </p:pic>
      <p:pic>
        <p:nvPicPr>
          <p:cNvPr id="23" name="Graphic 22">
            <a:extLst>
              <a:ext uri="{FF2B5EF4-FFF2-40B4-BE49-F238E27FC236}">
                <a16:creationId xmlns:a16="http://schemas.microsoft.com/office/drawing/2014/main" id="{F12E663F-967E-D8F5-5C55-FB049EB8E40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5319361" y="5288901"/>
            <a:ext cx="457200" cy="457200"/>
          </a:xfrm>
          <a:prstGeom prst="rect">
            <a:avLst/>
          </a:prstGeom>
        </p:spPr>
      </p:pic>
      <p:pic>
        <p:nvPicPr>
          <p:cNvPr id="27" name="Graphic 26">
            <a:extLst>
              <a:ext uri="{FF2B5EF4-FFF2-40B4-BE49-F238E27FC236}">
                <a16:creationId xmlns:a16="http://schemas.microsoft.com/office/drawing/2014/main" id="{819CEF4F-17AD-6FB1-57E2-A4821C648C0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134806" y="5288901"/>
            <a:ext cx="457200" cy="457200"/>
          </a:xfrm>
          <a:prstGeom prst="rect">
            <a:avLst/>
          </a:prstGeom>
        </p:spPr>
      </p:pic>
      <p:pic>
        <p:nvPicPr>
          <p:cNvPr id="29" name="Graphic 28">
            <a:extLst>
              <a:ext uri="{FF2B5EF4-FFF2-40B4-BE49-F238E27FC236}">
                <a16:creationId xmlns:a16="http://schemas.microsoft.com/office/drawing/2014/main" id="{3087E902-E6BA-9523-AEEB-4E7CFB0DE1CE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4853520" y="5288901"/>
            <a:ext cx="457200" cy="457200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E468EC9A-02B2-E870-DEF9-935DBC6C76F9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396320" y="5288901"/>
            <a:ext cx="457200" cy="457200"/>
          </a:xfrm>
          <a:prstGeom prst="rect">
            <a:avLst/>
          </a:prstGeom>
        </p:spPr>
      </p:pic>
      <p:pic>
        <p:nvPicPr>
          <p:cNvPr id="47" name="Graphic 46">
            <a:extLst>
              <a:ext uri="{FF2B5EF4-FFF2-40B4-BE49-F238E27FC236}">
                <a16:creationId xmlns:a16="http://schemas.microsoft.com/office/drawing/2014/main" id="{B0841FE5-01E0-D0B5-BC01-182D171CC8F8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0339144" y="5288901"/>
            <a:ext cx="457200" cy="457200"/>
          </a:xfrm>
          <a:prstGeom prst="rect">
            <a:avLst/>
          </a:prstGeom>
        </p:spPr>
      </p:pic>
      <p:pic>
        <p:nvPicPr>
          <p:cNvPr id="49" name="Graphic 48">
            <a:extLst>
              <a:ext uri="{FF2B5EF4-FFF2-40B4-BE49-F238E27FC236}">
                <a16:creationId xmlns:a16="http://schemas.microsoft.com/office/drawing/2014/main" id="{53A4FC94-37BA-EC6D-BABF-6C3636750140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9879976" y="5288901"/>
            <a:ext cx="457200" cy="457200"/>
          </a:xfrm>
          <a:prstGeom prst="rect">
            <a:avLst/>
          </a:prstGeom>
        </p:spPr>
      </p:pic>
      <p:pic>
        <p:nvPicPr>
          <p:cNvPr id="67" name="Graphic 66">
            <a:extLst>
              <a:ext uri="{FF2B5EF4-FFF2-40B4-BE49-F238E27FC236}">
                <a16:creationId xmlns:a16="http://schemas.microsoft.com/office/drawing/2014/main" id="{D3AD7433-BCCE-6899-FA62-60277EF9CA59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5825070" y="5288901"/>
            <a:ext cx="457200" cy="457200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E9E3C1FC-E94C-D70A-3492-AE69A382C7D4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035851" y="5288901"/>
            <a:ext cx="457200" cy="457200"/>
          </a:xfrm>
          <a:prstGeom prst="rect">
            <a:avLst/>
          </a:prstGeom>
        </p:spPr>
      </p:pic>
      <p:pic>
        <p:nvPicPr>
          <p:cNvPr id="25" name="Graphic 24">
            <a:extLst>
              <a:ext uri="{FF2B5EF4-FFF2-40B4-BE49-F238E27FC236}">
                <a16:creationId xmlns:a16="http://schemas.microsoft.com/office/drawing/2014/main" id="{833A71F0-59D0-E9AE-3250-E8798D8A0E8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939120" y="4726558"/>
            <a:ext cx="457200" cy="457200"/>
          </a:xfrm>
          <a:prstGeom prst="rect">
            <a:avLst/>
          </a:prstGeom>
        </p:spPr>
      </p:pic>
      <p:pic>
        <p:nvPicPr>
          <p:cNvPr id="31" name="Graphic 30">
            <a:extLst>
              <a:ext uri="{FF2B5EF4-FFF2-40B4-BE49-F238E27FC236}">
                <a16:creationId xmlns:a16="http://schemas.microsoft.com/office/drawing/2014/main" id="{07C8C062-95FB-BA68-07AD-436D9AD53623}"/>
              </a:ext>
            </a:extLst>
          </p:cNvPr>
          <p:cNvPicPr>
            <a:picLocks noChangeAspect="1"/>
          </p:cNvPicPr>
          <p:nvPr/>
        </p:nvPicPr>
        <p:blipFill>
          <a:blip r:embed="rId34"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11256285" y="4726558"/>
            <a:ext cx="457200" cy="457200"/>
          </a:xfrm>
          <a:prstGeom prst="rect">
            <a:avLst/>
          </a:prstGeom>
        </p:spPr>
      </p:pic>
      <p:pic>
        <p:nvPicPr>
          <p:cNvPr id="33" name="Graphic 32">
            <a:extLst>
              <a:ext uri="{FF2B5EF4-FFF2-40B4-BE49-F238E27FC236}">
                <a16:creationId xmlns:a16="http://schemas.microsoft.com/office/drawing/2014/main" id="{FCC74B0D-54EB-BFF9-C9FA-79573A89D0A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9879976" y="4726558"/>
            <a:ext cx="457200" cy="457200"/>
          </a:xfrm>
          <a:prstGeom prst="rect">
            <a:avLst/>
          </a:prstGeom>
        </p:spPr>
      </p:pic>
      <p:pic>
        <p:nvPicPr>
          <p:cNvPr id="35" name="Graphic 34">
            <a:extLst>
              <a:ext uri="{FF2B5EF4-FFF2-40B4-BE49-F238E27FC236}">
                <a16:creationId xmlns:a16="http://schemas.microsoft.com/office/drawing/2014/main" id="{4D7E8612-7922-D6D5-7F7E-62E7D3A64220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6682320" y="4726558"/>
            <a:ext cx="457200" cy="457200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B8938D33-9F13-9BA3-0DC1-4CF3BD67C012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8940036" y="4726558"/>
            <a:ext cx="457200" cy="457200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45CD51AE-7A6F-E2BF-B3E4-9CB7E621CBEA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0816564" y="4726558"/>
            <a:ext cx="457200" cy="457200"/>
          </a:xfrm>
          <a:prstGeom prst="rect">
            <a:avLst/>
          </a:prstGeom>
        </p:spPr>
      </p:pic>
      <p:pic>
        <p:nvPicPr>
          <p:cNvPr id="43" name="Graphic 42">
            <a:extLst>
              <a:ext uri="{FF2B5EF4-FFF2-40B4-BE49-F238E27FC236}">
                <a16:creationId xmlns:a16="http://schemas.microsoft.com/office/drawing/2014/main" id="{F7319D76-401C-A4D2-EE97-68D015776887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8511120" y="4726558"/>
            <a:ext cx="457200" cy="457200"/>
          </a:xfrm>
          <a:prstGeom prst="rect">
            <a:avLst/>
          </a:prstGeom>
        </p:spPr>
      </p:pic>
      <p:pic>
        <p:nvPicPr>
          <p:cNvPr id="45" name="Graphic 44">
            <a:extLst>
              <a:ext uri="{FF2B5EF4-FFF2-40B4-BE49-F238E27FC236}">
                <a16:creationId xmlns:a16="http://schemas.microsoft.com/office/drawing/2014/main" id="{45D5C19A-7E65-14B9-012C-7C92B9FC2719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10339144" y="4726558"/>
            <a:ext cx="457200" cy="457200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55A671E4-6FEA-E34E-D847-D93DEFA16FBA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tretch>
            <a:fillRect/>
          </a:stretch>
        </p:blipFill>
        <p:spPr>
          <a:xfrm>
            <a:off x="7139520" y="4726558"/>
            <a:ext cx="457200" cy="457200"/>
          </a:xfrm>
          <a:prstGeom prst="rect">
            <a:avLst/>
          </a:prstGeom>
        </p:spPr>
      </p:pic>
      <p:pic>
        <p:nvPicPr>
          <p:cNvPr id="53" name="Graphic 52">
            <a:extLst>
              <a:ext uri="{FF2B5EF4-FFF2-40B4-BE49-F238E27FC236}">
                <a16:creationId xmlns:a16="http://schemas.microsoft.com/office/drawing/2014/main" id="{DA096874-825D-732A-9E1B-87BBA4EC50B4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tretch>
            <a:fillRect/>
          </a:stretch>
        </p:blipFill>
        <p:spPr>
          <a:xfrm>
            <a:off x="9410006" y="4726558"/>
            <a:ext cx="457200" cy="457200"/>
          </a:xfrm>
          <a:prstGeom prst="rect">
            <a:avLst/>
          </a:prstGeom>
        </p:spPr>
      </p:pic>
      <p:pic>
        <p:nvPicPr>
          <p:cNvPr id="55" name="Graphic 54">
            <a:extLst>
              <a:ext uri="{FF2B5EF4-FFF2-40B4-BE49-F238E27FC236}">
                <a16:creationId xmlns:a16="http://schemas.microsoft.com/office/drawing/2014/main" id="{C2236D77-84C7-160B-B1D2-FA88855F3BA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5767920" y="4726558"/>
            <a:ext cx="457200" cy="457200"/>
          </a:xfrm>
          <a:prstGeom prst="rect">
            <a:avLst/>
          </a:prstGeom>
        </p:spPr>
      </p:pic>
      <p:pic>
        <p:nvPicPr>
          <p:cNvPr id="57" name="Graphic 56">
            <a:extLst>
              <a:ext uri="{FF2B5EF4-FFF2-40B4-BE49-F238E27FC236}">
                <a16:creationId xmlns:a16="http://schemas.microsoft.com/office/drawing/2014/main" id="{FB9E83EB-AB5B-2385-1159-49523E831F60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8039778" y="4726558"/>
            <a:ext cx="457200" cy="457200"/>
          </a:xfrm>
          <a:prstGeom prst="rect">
            <a:avLst/>
          </a:prstGeom>
        </p:spPr>
      </p:pic>
      <p:pic>
        <p:nvPicPr>
          <p:cNvPr id="59" name="Graphic 58">
            <a:extLst>
              <a:ext uri="{FF2B5EF4-FFF2-40B4-BE49-F238E27FC236}">
                <a16:creationId xmlns:a16="http://schemas.microsoft.com/office/drawing/2014/main" id="{5B08615E-3264-A693-81E2-53076EE67B7C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tretch>
            <a:fillRect/>
          </a:stretch>
        </p:blipFill>
        <p:spPr>
          <a:xfrm>
            <a:off x="5319361" y="4726558"/>
            <a:ext cx="457200" cy="457200"/>
          </a:xfrm>
          <a:prstGeom prst="rect">
            <a:avLst/>
          </a:prstGeom>
        </p:spPr>
      </p:pic>
      <p:pic>
        <p:nvPicPr>
          <p:cNvPr id="61" name="Graphic 60">
            <a:extLst>
              <a:ext uri="{FF2B5EF4-FFF2-40B4-BE49-F238E27FC236}">
                <a16:creationId xmlns:a16="http://schemas.microsoft.com/office/drawing/2014/main" id="{92DF157E-BBBE-D7E5-7A95-CD3A3F059D2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596720" y="4726558"/>
            <a:ext cx="457200" cy="457200"/>
          </a:xfrm>
          <a:prstGeom prst="rect">
            <a:avLst/>
          </a:prstGeom>
        </p:spPr>
      </p:pic>
      <p:pic>
        <p:nvPicPr>
          <p:cNvPr id="63" name="Graphic 62">
            <a:extLst>
              <a:ext uri="{FF2B5EF4-FFF2-40B4-BE49-F238E27FC236}">
                <a16:creationId xmlns:a16="http://schemas.microsoft.com/office/drawing/2014/main" id="{C79CC862-42A7-97EF-6CE3-D82ED6FCD92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4853520" y="4726558"/>
            <a:ext cx="457200" cy="457200"/>
          </a:xfrm>
          <a:prstGeom prst="rect">
            <a:avLst/>
          </a:prstGeom>
        </p:spPr>
      </p:pic>
      <p:pic>
        <p:nvPicPr>
          <p:cNvPr id="71" name="Graphic 70">
            <a:extLst>
              <a:ext uri="{FF2B5EF4-FFF2-40B4-BE49-F238E27FC236}">
                <a16:creationId xmlns:a16="http://schemas.microsoft.com/office/drawing/2014/main" id="{B1DF1E5E-6544-DE14-62FE-0DE786C0F424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tretch>
            <a:fillRect/>
          </a:stretch>
        </p:blipFill>
        <p:spPr>
          <a:xfrm>
            <a:off x="6225120" y="4726558"/>
            <a:ext cx="457200" cy="457200"/>
          </a:xfrm>
          <a:prstGeom prst="rect">
            <a:avLst/>
          </a:prstGeom>
        </p:spPr>
      </p:pic>
      <p:pic>
        <p:nvPicPr>
          <p:cNvPr id="87" name="Graphic 86">
            <a:extLst>
              <a:ext uri="{FF2B5EF4-FFF2-40B4-BE49-F238E27FC236}">
                <a16:creationId xmlns:a16="http://schemas.microsoft.com/office/drawing/2014/main" id="{06A353DF-EED3-89D0-7907-DA0E98FEE863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tretch>
            <a:fillRect/>
          </a:stretch>
        </p:blipFill>
        <p:spPr>
          <a:xfrm>
            <a:off x="4396320" y="4726558"/>
            <a:ext cx="457200" cy="457200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955C9B7F-1844-F350-8FFB-30492F31E02B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1256285" y="4130349"/>
            <a:ext cx="457200" cy="457200"/>
          </a:xfrm>
          <a:prstGeom prst="rect">
            <a:avLst/>
          </a:prstGeom>
        </p:spPr>
      </p:pic>
      <p:pic>
        <p:nvPicPr>
          <p:cNvPr id="69" name="Graphic 68">
            <a:extLst>
              <a:ext uri="{FF2B5EF4-FFF2-40B4-BE49-F238E27FC236}">
                <a16:creationId xmlns:a16="http://schemas.microsoft.com/office/drawing/2014/main" id="{C03622F0-6480-F1E3-DC93-900E4081F12B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3939120" y="4130349"/>
            <a:ext cx="457200" cy="457200"/>
          </a:xfrm>
          <a:prstGeom prst="rect">
            <a:avLst/>
          </a:prstGeom>
        </p:spPr>
      </p:pic>
      <p:pic>
        <p:nvPicPr>
          <p:cNvPr id="73" name="Graphic 72">
            <a:extLst>
              <a:ext uri="{FF2B5EF4-FFF2-40B4-BE49-F238E27FC236}">
                <a16:creationId xmlns:a16="http://schemas.microsoft.com/office/drawing/2014/main" id="{6EFF1088-7833-0BC1-DBDC-B75593BD4005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0341885" y="4130349"/>
            <a:ext cx="457200" cy="457200"/>
          </a:xfrm>
          <a:prstGeom prst="rect">
            <a:avLst/>
          </a:prstGeom>
        </p:spPr>
      </p:pic>
      <p:pic>
        <p:nvPicPr>
          <p:cNvPr id="75" name="Graphic 74">
            <a:extLst>
              <a:ext uri="{FF2B5EF4-FFF2-40B4-BE49-F238E27FC236}">
                <a16:creationId xmlns:a16="http://schemas.microsoft.com/office/drawing/2014/main" id="{4013DF33-46B0-5389-6347-9ED1B78A22F3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410006" y="4130349"/>
            <a:ext cx="457200" cy="457200"/>
          </a:xfrm>
          <a:prstGeom prst="rect">
            <a:avLst/>
          </a:prstGeom>
        </p:spPr>
      </p:pic>
      <p:pic>
        <p:nvPicPr>
          <p:cNvPr id="77" name="Graphic 76">
            <a:extLst>
              <a:ext uri="{FF2B5EF4-FFF2-40B4-BE49-F238E27FC236}">
                <a16:creationId xmlns:a16="http://schemas.microsoft.com/office/drawing/2014/main" id="{2D685A00-AD3D-8C99-3DFB-B595B4CCB7BB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0816564" y="4130349"/>
            <a:ext cx="457200" cy="457200"/>
          </a:xfrm>
          <a:prstGeom prst="rect">
            <a:avLst/>
          </a:prstGeom>
        </p:spPr>
      </p:pic>
      <p:pic>
        <p:nvPicPr>
          <p:cNvPr id="79" name="Graphic 78">
            <a:extLst>
              <a:ext uri="{FF2B5EF4-FFF2-40B4-BE49-F238E27FC236}">
                <a16:creationId xmlns:a16="http://schemas.microsoft.com/office/drawing/2014/main" id="{699C1B6D-789C-0961-84D0-B08A406C2E80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8952806" y="4130349"/>
            <a:ext cx="457200" cy="457200"/>
          </a:xfrm>
          <a:prstGeom prst="rect">
            <a:avLst/>
          </a:prstGeom>
        </p:spPr>
      </p:pic>
      <p:pic>
        <p:nvPicPr>
          <p:cNvPr id="81" name="Graphic 80">
            <a:extLst>
              <a:ext uri="{FF2B5EF4-FFF2-40B4-BE49-F238E27FC236}">
                <a16:creationId xmlns:a16="http://schemas.microsoft.com/office/drawing/2014/main" id="{15DA0A1A-4981-1C50-F798-80612A95DAD5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8550790" y="4130349"/>
            <a:ext cx="457200" cy="457200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CE02B39B-BB81-3404-E9A6-197AE9AF6638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8071398" y="4130349"/>
            <a:ext cx="457200" cy="457200"/>
          </a:xfrm>
          <a:prstGeom prst="rect">
            <a:avLst/>
          </a:prstGeom>
        </p:spPr>
      </p:pic>
      <p:pic>
        <p:nvPicPr>
          <p:cNvPr id="89" name="Graphic 88">
            <a:extLst>
              <a:ext uri="{FF2B5EF4-FFF2-40B4-BE49-F238E27FC236}">
                <a16:creationId xmlns:a16="http://schemas.microsoft.com/office/drawing/2014/main" id="{C6390051-1F90-02DB-34F2-5F3B1D28F688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7592006" y="4130349"/>
            <a:ext cx="457200" cy="457200"/>
          </a:xfrm>
          <a:prstGeom prst="rect">
            <a:avLst/>
          </a:prstGeom>
        </p:spPr>
      </p:pic>
      <p:pic>
        <p:nvPicPr>
          <p:cNvPr id="93" name="Graphic 92">
            <a:extLst>
              <a:ext uri="{FF2B5EF4-FFF2-40B4-BE49-F238E27FC236}">
                <a16:creationId xmlns:a16="http://schemas.microsoft.com/office/drawing/2014/main" id="{F8BB8277-848E-2702-921A-13AD976F6546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6682320" y="4130349"/>
            <a:ext cx="457200" cy="457200"/>
          </a:xfrm>
          <a:prstGeom prst="rect">
            <a:avLst/>
          </a:prstGeom>
        </p:spPr>
      </p:pic>
      <p:pic>
        <p:nvPicPr>
          <p:cNvPr id="95" name="Graphic 94">
            <a:extLst>
              <a:ext uri="{FF2B5EF4-FFF2-40B4-BE49-F238E27FC236}">
                <a16:creationId xmlns:a16="http://schemas.microsoft.com/office/drawing/2014/main" id="{8666B82A-975C-3543-AFBE-0E53966E5151}"/>
              </a:ext>
            </a:extLst>
          </p:cNvPr>
          <p:cNvPicPr>
            <a:picLocks noChangeAspect="1"/>
          </p:cNvPicPr>
          <p:nvPr/>
        </p:nvPicPr>
        <p:blipFill>
          <a:blip r:embed="rId86">
            <a:extLst>
              <a:ext uri="{96DAC541-7B7A-43D3-8B79-37D633B846F1}">
                <asvg:svgBlip xmlns:asvg="http://schemas.microsoft.com/office/drawing/2016/SVG/main" r:embed="rId87"/>
              </a:ext>
            </a:extLst>
          </a:blip>
          <a:stretch>
            <a:fillRect/>
          </a:stretch>
        </p:blipFill>
        <p:spPr>
          <a:xfrm>
            <a:off x="9867206" y="4130349"/>
            <a:ext cx="457200" cy="457200"/>
          </a:xfrm>
          <a:prstGeom prst="rect">
            <a:avLst/>
          </a:prstGeom>
        </p:spPr>
      </p:pic>
      <p:pic>
        <p:nvPicPr>
          <p:cNvPr id="99" name="Graphic 98">
            <a:extLst>
              <a:ext uri="{FF2B5EF4-FFF2-40B4-BE49-F238E27FC236}">
                <a16:creationId xmlns:a16="http://schemas.microsoft.com/office/drawing/2014/main" id="{F71248BF-E7D4-6261-D27D-59B9B4D58961}"/>
              </a:ext>
            </a:extLst>
          </p:cNvPr>
          <p:cNvPicPr>
            <a:picLocks noChangeAspect="1"/>
          </p:cNvPicPr>
          <p:nvPr/>
        </p:nvPicPr>
        <p:blipFill>
          <a:blip r:embed="rId88">
            <a:extLst>
              <a:ext uri="{96DAC541-7B7A-43D3-8B79-37D633B846F1}">
                <asvg:svgBlip xmlns:asvg="http://schemas.microsoft.com/office/drawing/2016/SVG/main" r:embed="rId89"/>
              </a:ext>
            </a:extLst>
          </a:blip>
          <a:stretch>
            <a:fillRect/>
          </a:stretch>
        </p:blipFill>
        <p:spPr>
          <a:xfrm>
            <a:off x="4853520" y="4130349"/>
            <a:ext cx="457200" cy="457200"/>
          </a:xfrm>
          <a:prstGeom prst="rect">
            <a:avLst/>
          </a:prstGeom>
        </p:spPr>
      </p:pic>
      <p:pic>
        <p:nvPicPr>
          <p:cNvPr id="101" name="Graphic 100">
            <a:extLst>
              <a:ext uri="{FF2B5EF4-FFF2-40B4-BE49-F238E27FC236}">
                <a16:creationId xmlns:a16="http://schemas.microsoft.com/office/drawing/2014/main" id="{652644C2-D9B1-BC3E-6A11-CE3A74551656}"/>
              </a:ext>
            </a:extLst>
          </p:cNvPr>
          <p:cNvPicPr>
            <a:picLocks noChangeAspect="1"/>
          </p:cNvPicPr>
          <p:nvPr/>
        </p:nvPicPr>
        <p:blipFill>
          <a:blip r:embed="rId90">
            <a:extLst>
              <a:ext uri="{96DAC541-7B7A-43D3-8B79-37D633B846F1}">
                <asvg:svgBlip xmlns:asvg="http://schemas.microsoft.com/office/drawing/2016/SVG/main" r:embed="rId91"/>
              </a:ext>
            </a:extLst>
          </a:blip>
          <a:stretch>
            <a:fillRect/>
          </a:stretch>
        </p:blipFill>
        <p:spPr>
          <a:xfrm>
            <a:off x="7134806" y="4130349"/>
            <a:ext cx="457200" cy="457200"/>
          </a:xfrm>
          <a:prstGeom prst="rect">
            <a:avLst/>
          </a:prstGeom>
        </p:spPr>
      </p:pic>
      <p:pic>
        <p:nvPicPr>
          <p:cNvPr id="105" name="Graphic 104">
            <a:extLst>
              <a:ext uri="{FF2B5EF4-FFF2-40B4-BE49-F238E27FC236}">
                <a16:creationId xmlns:a16="http://schemas.microsoft.com/office/drawing/2014/main" id="{9D3DE5C9-2F44-C791-27B0-A8BD6E764772}"/>
              </a:ext>
            </a:extLst>
          </p:cNvPr>
          <p:cNvPicPr>
            <a:picLocks noChangeAspect="1"/>
          </p:cNvPicPr>
          <p:nvPr/>
        </p:nvPicPr>
        <p:blipFill>
          <a:blip r:embed="rId92">
            <a:extLst>
              <a:ext uri="{96DAC541-7B7A-43D3-8B79-37D633B846F1}">
                <asvg:svgBlip xmlns:asvg="http://schemas.microsoft.com/office/drawing/2016/SVG/main" r:embed="rId93"/>
              </a:ext>
            </a:extLst>
          </a:blip>
          <a:stretch>
            <a:fillRect/>
          </a:stretch>
        </p:blipFill>
        <p:spPr>
          <a:xfrm>
            <a:off x="6225120" y="4130349"/>
            <a:ext cx="457200" cy="457200"/>
          </a:xfrm>
          <a:prstGeom prst="rect">
            <a:avLst/>
          </a:prstGeom>
        </p:spPr>
      </p:pic>
      <p:pic>
        <p:nvPicPr>
          <p:cNvPr id="113" name="Graphic 112">
            <a:extLst>
              <a:ext uri="{FF2B5EF4-FFF2-40B4-BE49-F238E27FC236}">
                <a16:creationId xmlns:a16="http://schemas.microsoft.com/office/drawing/2014/main" id="{0E7E7C0F-291C-9255-E3CF-D77129435464}"/>
              </a:ext>
            </a:extLst>
          </p:cNvPr>
          <p:cNvPicPr>
            <a:picLocks noChangeAspect="1"/>
          </p:cNvPicPr>
          <p:nvPr/>
        </p:nvPicPr>
        <p:blipFill>
          <a:blip r:embed="rId94">
            <a:extLst>
              <a:ext uri="{96DAC541-7B7A-43D3-8B79-37D633B846F1}">
                <asvg:svgBlip xmlns:asvg="http://schemas.microsoft.com/office/drawing/2016/SVG/main" r:embed="rId95"/>
              </a:ext>
            </a:extLst>
          </a:blip>
          <a:stretch>
            <a:fillRect/>
          </a:stretch>
        </p:blipFill>
        <p:spPr>
          <a:xfrm>
            <a:off x="4396320" y="4130349"/>
            <a:ext cx="457200" cy="457200"/>
          </a:xfrm>
          <a:prstGeom prst="rect">
            <a:avLst/>
          </a:prstGeom>
        </p:spPr>
      </p:pic>
      <p:pic>
        <p:nvPicPr>
          <p:cNvPr id="115" name="Graphic 114">
            <a:extLst>
              <a:ext uri="{FF2B5EF4-FFF2-40B4-BE49-F238E27FC236}">
                <a16:creationId xmlns:a16="http://schemas.microsoft.com/office/drawing/2014/main" id="{293FF655-B456-8D37-8B85-46284A2BE438}"/>
              </a:ext>
            </a:extLst>
          </p:cNvPr>
          <p:cNvPicPr>
            <a:picLocks noChangeAspect="1"/>
          </p:cNvPicPr>
          <p:nvPr/>
        </p:nvPicPr>
        <p:blipFill>
          <a:blip r:embed="rId96">
            <a:extLst>
              <a:ext uri="{96DAC541-7B7A-43D3-8B79-37D633B846F1}">
                <asvg:svgBlip xmlns:asvg="http://schemas.microsoft.com/office/drawing/2016/SVG/main" r:embed="rId97"/>
              </a:ext>
            </a:extLst>
          </a:blip>
          <a:stretch>
            <a:fillRect/>
          </a:stretch>
        </p:blipFill>
        <p:spPr>
          <a:xfrm>
            <a:off x="5767920" y="4130349"/>
            <a:ext cx="457200" cy="457200"/>
          </a:xfrm>
          <a:prstGeom prst="rect">
            <a:avLst/>
          </a:prstGeom>
        </p:spPr>
      </p:pic>
      <p:pic>
        <p:nvPicPr>
          <p:cNvPr id="117" name="Graphic 116">
            <a:extLst>
              <a:ext uri="{FF2B5EF4-FFF2-40B4-BE49-F238E27FC236}">
                <a16:creationId xmlns:a16="http://schemas.microsoft.com/office/drawing/2014/main" id="{B6761918-0C34-5E7C-3352-A7D04CA7A8B1}"/>
              </a:ext>
            </a:extLst>
          </p:cNvPr>
          <p:cNvPicPr>
            <a:picLocks noChangeAspect="1"/>
          </p:cNvPicPr>
          <p:nvPr/>
        </p:nvPicPr>
        <p:blipFill>
          <a:blip r:embed="rId98">
            <a:extLst>
              <a:ext uri="{96DAC541-7B7A-43D3-8B79-37D633B846F1}">
                <asvg:svgBlip xmlns:asvg="http://schemas.microsoft.com/office/drawing/2016/SVG/main" r:embed="rId99"/>
              </a:ext>
            </a:extLst>
          </a:blip>
          <a:stretch>
            <a:fillRect/>
          </a:stretch>
        </p:blipFill>
        <p:spPr>
          <a:xfrm>
            <a:off x="5310720" y="4130349"/>
            <a:ext cx="457200" cy="457200"/>
          </a:xfrm>
          <a:prstGeom prst="rect">
            <a:avLst/>
          </a:prstGeom>
        </p:spPr>
      </p:pic>
      <p:pic>
        <p:nvPicPr>
          <p:cNvPr id="91" name="Graphic 90">
            <a:extLst>
              <a:ext uri="{FF2B5EF4-FFF2-40B4-BE49-F238E27FC236}">
                <a16:creationId xmlns:a16="http://schemas.microsoft.com/office/drawing/2014/main" id="{C9BB2E9E-30DD-4297-86F1-BE393B69ABC9}"/>
              </a:ext>
            </a:extLst>
          </p:cNvPr>
          <p:cNvPicPr>
            <a:picLocks noChangeAspect="1"/>
          </p:cNvPicPr>
          <p:nvPr/>
        </p:nvPicPr>
        <p:blipFill>
          <a:blip r:embed="rId100">
            <a:extLst>
              <a:ext uri="{96DAC541-7B7A-43D3-8B79-37D633B846F1}">
                <asvg:svgBlip xmlns:asvg="http://schemas.microsoft.com/office/drawing/2016/SVG/main" r:embed="rId101"/>
              </a:ext>
            </a:extLst>
          </a:blip>
          <a:stretch>
            <a:fillRect/>
          </a:stretch>
        </p:blipFill>
        <p:spPr>
          <a:xfrm>
            <a:off x="3939120" y="3568006"/>
            <a:ext cx="457200" cy="457200"/>
          </a:xfrm>
          <a:prstGeom prst="rect">
            <a:avLst/>
          </a:prstGeom>
        </p:spPr>
      </p:pic>
      <p:pic>
        <p:nvPicPr>
          <p:cNvPr id="103" name="Graphic 102">
            <a:extLst>
              <a:ext uri="{FF2B5EF4-FFF2-40B4-BE49-F238E27FC236}">
                <a16:creationId xmlns:a16="http://schemas.microsoft.com/office/drawing/2014/main" id="{C518247C-49AF-DE6C-386B-BD54E505B2F1}"/>
              </a:ext>
            </a:extLst>
          </p:cNvPr>
          <p:cNvPicPr>
            <a:picLocks noChangeAspect="1"/>
          </p:cNvPicPr>
          <p:nvPr/>
        </p:nvPicPr>
        <p:blipFill>
          <a:blip r:embed="rId102">
            <a:extLst>
              <a:ext uri="{96DAC541-7B7A-43D3-8B79-37D633B846F1}">
                <asvg:svgBlip xmlns:asvg="http://schemas.microsoft.com/office/drawing/2016/SVG/main" r:embed="rId103"/>
              </a:ext>
            </a:extLst>
          </a:blip>
          <a:stretch>
            <a:fillRect/>
          </a:stretch>
        </p:blipFill>
        <p:spPr>
          <a:xfrm>
            <a:off x="9410006" y="3568006"/>
            <a:ext cx="457200" cy="457200"/>
          </a:xfrm>
          <a:prstGeom prst="rect">
            <a:avLst/>
          </a:prstGeom>
        </p:spPr>
      </p:pic>
      <p:pic>
        <p:nvPicPr>
          <p:cNvPr id="107" name="Graphic 106">
            <a:extLst>
              <a:ext uri="{FF2B5EF4-FFF2-40B4-BE49-F238E27FC236}">
                <a16:creationId xmlns:a16="http://schemas.microsoft.com/office/drawing/2014/main" id="{6F065B3D-E5C6-C170-86D3-ADA4A4727964}"/>
              </a:ext>
            </a:extLst>
          </p:cNvPr>
          <p:cNvPicPr>
            <a:picLocks noChangeAspect="1"/>
          </p:cNvPicPr>
          <p:nvPr/>
        </p:nvPicPr>
        <p:blipFill>
          <a:blip r:embed="rId104">
            <a:extLst>
              <a:ext uri="{96DAC541-7B7A-43D3-8B79-37D633B846F1}">
                <asvg:svgBlip xmlns:asvg="http://schemas.microsoft.com/office/drawing/2016/SVG/main" r:embed="rId105"/>
              </a:ext>
            </a:extLst>
          </a:blip>
          <a:stretch>
            <a:fillRect/>
          </a:stretch>
        </p:blipFill>
        <p:spPr>
          <a:xfrm>
            <a:off x="11256285" y="3568006"/>
            <a:ext cx="457200" cy="457200"/>
          </a:xfrm>
          <a:prstGeom prst="rect">
            <a:avLst/>
          </a:prstGeom>
        </p:spPr>
      </p:pic>
      <p:pic>
        <p:nvPicPr>
          <p:cNvPr id="109" name="Graphic 108">
            <a:extLst>
              <a:ext uri="{FF2B5EF4-FFF2-40B4-BE49-F238E27FC236}">
                <a16:creationId xmlns:a16="http://schemas.microsoft.com/office/drawing/2014/main" id="{5423C63F-771A-CB42-5B6A-E0C3441D751D}"/>
              </a:ext>
            </a:extLst>
          </p:cNvPr>
          <p:cNvPicPr>
            <a:picLocks noChangeAspect="1"/>
          </p:cNvPicPr>
          <p:nvPr/>
        </p:nvPicPr>
        <p:blipFill>
          <a:blip r:embed="rId106">
            <a:extLst>
              <a:ext uri="{96DAC541-7B7A-43D3-8B79-37D633B846F1}">
                <asvg:svgBlip xmlns:asvg="http://schemas.microsoft.com/office/drawing/2016/SVG/main" r:embed="rId107"/>
              </a:ext>
            </a:extLst>
          </a:blip>
          <a:stretch>
            <a:fillRect/>
          </a:stretch>
        </p:blipFill>
        <p:spPr>
          <a:xfrm>
            <a:off x="8044492" y="3568006"/>
            <a:ext cx="457200" cy="457200"/>
          </a:xfrm>
          <a:prstGeom prst="rect">
            <a:avLst/>
          </a:prstGeom>
        </p:spPr>
      </p:pic>
      <p:pic>
        <p:nvPicPr>
          <p:cNvPr id="111" name="Graphic 110">
            <a:extLst>
              <a:ext uri="{FF2B5EF4-FFF2-40B4-BE49-F238E27FC236}">
                <a16:creationId xmlns:a16="http://schemas.microsoft.com/office/drawing/2014/main" id="{A367CA8C-03CE-E121-B422-6B849E2AE108}"/>
              </a:ext>
            </a:extLst>
          </p:cNvPr>
          <p:cNvPicPr>
            <a:picLocks noChangeAspect="1"/>
          </p:cNvPicPr>
          <p:nvPr/>
        </p:nvPicPr>
        <p:blipFill>
          <a:blip r:embed="rId108">
            <a:extLst>
              <a:ext uri="{96DAC541-7B7A-43D3-8B79-37D633B846F1}">
                <asvg:svgBlip xmlns:asvg="http://schemas.microsoft.com/office/drawing/2016/SVG/main" r:embed="rId109"/>
              </a:ext>
            </a:extLst>
          </a:blip>
          <a:stretch>
            <a:fillRect/>
          </a:stretch>
        </p:blipFill>
        <p:spPr>
          <a:xfrm>
            <a:off x="10799085" y="3568006"/>
            <a:ext cx="457200" cy="457200"/>
          </a:xfrm>
          <a:prstGeom prst="rect">
            <a:avLst/>
          </a:prstGeom>
        </p:spPr>
      </p:pic>
      <p:pic>
        <p:nvPicPr>
          <p:cNvPr id="119" name="Graphic 118">
            <a:extLst>
              <a:ext uri="{FF2B5EF4-FFF2-40B4-BE49-F238E27FC236}">
                <a16:creationId xmlns:a16="http://schemas.microsoft.com/office/drawing/2014/main" id="{6F3826A0-2F33-57DC-9E78-4E6B3C036B46}"/>
              </a:ext>
            </a:extLst>
          </p:cNvPr>
          <p:cNvPicPr>
            <a:picLocks noChangeAspect="1"/>
          </p:cNvPicPr>
          <p:nvPr/>
        </p:nvPicPr>
        <p:blipFill>
          <a:blip r:embed="rId110">
            <a:extLst>
              <a:ext uri="{96DAC541-7B7A-43D3-8B79-37D633B846F1}">
                <asvg:svgBlip xmlns:asvg="http://schemas.microsoft.com/office/drawing/2016/SVG/main" r:embed="rId111"/>
              </a:ext>
            </a:extLst>
          </a:blip>
          <a:stretch>
            <a:fillRect/>
          </a:stretch>
        </p:blipFill>
        <p:spPr>
          <a:xfrm>
            <a:off x="10324406" y="3568006"/>
            <a:ext cx="457200" cy="457200"/>
          </a:xfrm>
          <a:prstGeom prst="rect">
            <a:avLst/>
          </a:prstGeom>
        </p:spPr>
      </p:pic>
      <p:pic>
        <p:nvPicPr>
          <p:cNvPr id="121" name="Graphic 120">
            <a:extLst>
              <a:ext uri="{FF2B5EF4-FFF2-40B4-BE49-F238E27FC236}">
                <a16:creationId xmlns:a16="http://schemas.microsoft.com/office/drawing/2014/main" id="{35B57851-7A0A-75FF-0E5F-B9BB1B91E092}"/>
              </a:ext>
            </a:extLst>
          </p:cNvPr>
          <p:cNvPicPr>
            <a:picLocks noChangeAspect="1"/>
          </p:cNvPicPr>
          <p:nvPr/>
        </p:nvPicPr>
        <p:blipFill>
          <a:blip r:embed="rId112">
            <a:extLst>
              <a:ext uri="{96DAC541-7B7A-43D3-8B79-37D633B846F1}">
                <asvg:svgBlip xmlns:asvg="http://schemas.microsoft.com/office/drawing/2016/SVG/main" r:embed="rId113"/>
              </a:ext>
            </a:extLst>
          </a:blip>
          <a:stretch>
            <a:fillRect/>
          </a:stretch>
        </p:blipFill>
        <p:spPr>
          <a:xfrm>
            <a:off x="8496978" y="3568006"/>
            <a:ext cx="457200" cy="457200"/>
          </a:xfrm>
          <a:prstGeom prst="rect">
            <a:avLst/>
          </a:prstGeom>
        </p:spPr>
      </p:pic>
      <p:pic>
        <p:nvPicPr>
          <p:cNvPr id="125" name="Graphic 124">
            <a:extLst>
              <a:ext uri="{FF2B5EF4-FFF2-40B4-BE49-F238E27FC236}">
                <a16:creationId xmlns:a16="http://schemas.microsoft.com/office/drawing/2014/main" id="{C98788ED-4C3D-FC75-3585-0E23D171BCB0}"/>
              </a:ext>
            </a:extLst>
          </p:cNvPr>
          <p:cNvPicPr>
            <a:picLocks noChangeAspect="1"/>
          </p:cNvPicPr>
          <p:nvPr/>
        </p:nvPicPr>
        <p:blipFill>
          <a:blip r:embed="rId114">
            <a:extLst>
              <a:ext uri="{96DAC541-7B7A-43D3-8B79-37D633B846F1}">
                <asvg:svgBlip xmlns:asvg="http://schemas.microsoft.com/office/drawing/2016/SVG/main" r:embed="rId115"/>
              </a:ext>
            </a:extLst>
          </a:blip>
          <a:stretch>
            <a:fillRect/>
          </a:stretch>
        </p:blipFill>
        <p:spPr>
          <a:xfrm>
            <a:off x="9867206" y="3568006"/>
            <a:ext cx="457200" cy="457200"/>
          </a:xfrm>
          <a:prstGeom prst="rect">
            <a:avLst/>
          </a:prstGeom>
        </p:spPr>
      </p:pic>
      <p:pic>
        <p:nvPicPr>
          <p:cNvPr id="127" name="Graphic 126">
            <a:extLst>
              <a:ext uri="{FF2B5EF4-FFF2-40B4-BE49-F238E27FC236}">
                <a16:creationId xmlns:a16="http://schemas.microsoft.com/office/drawing/2014/main" id="{E97F9E22-3327-5DA1-0421-162BCAB8D58E}"/>
              </a:ext>
            </a:extLst>
          </p:cNvPr>
          <p:cNvPicPr>
            <a:picLocks noChangeAspect="1"/>
          </p:cNvPicPr>
          <p:nvPr/>
        </p:nvPicPr>
        <p:blipFill>
          <a:blip r:embed="rId116">
            <a:extLst>
              <a:ext uri="{96DAC541-7B7A-43D3-8B79-37D633B846F1}">
                <asvg:svgBlip xmlns:asvg="http://schemas.microsoft.com/office/drawing/2016/SVG/main" r:embed="rId117"/>
              </a:ext>
            </a:extLst>
          </a:blip>
          <a:stretch>
            <a:fillRect/>
          </a:stretch>
        </p:blipFill>
        <p:spPr>
          <a:xfrm>
            <a:off x="5767920" y="3568006"/>
            <a:ext cx="457200" cy="457200"/>
          </a:xfrm>
          <a:prstGeom prst="rect">
            <a:avLst/>
          </a:prstGeom>
        </p:spPr>
      </p:pic>
      <p:pic>
        <p:nvPicPr>
          <p:cNvPr id="129" name="Graphic 128">
            <a:extLst>
              <a:ext uri="{FF2B5EF4-FFF2-40B4-BE49-F238E27FC236}">
                <a16:creationId xmlns:a16="http://schemas.microsoft.com/office/drawing/2014/main" id="{B1DE4C71-9F78-2E1A-80DF-4FB0D7F2404C}"/>
              </a:ext>
            </a:extLst>
          </p:cNvPr>
          <p:cNvPicPr>
            <a:picLocks noChangeAspect="1"/>
          </p:cNvPicPr>
          <p:nvPr/>
        </p:nvPicPr>
        <p:blipFill>
          <a:blip r:embed="rId118">
            <a:extLst>
              <a:ext uri="{96DAC541-7B7A-43D3-8B79-37D633B846F1}">
                <asvg:svgBlip xmlns:asvg="http://schemas.microsoft.com/office/drawing/2016/SVG/main" r:embed="rId119"/>
              </a:ext>
            </a:extLst>
          </a:blip>
          <a:stretch>
            <a:fillRect/>
          </a:stretch>
        </p:blipFill>
        <p:spPr>
          <a:xfrm>
            <a:off x="8952806" y="3568006"/>
            <a:ext cx="457200" cy="457200"/>
          </a:xfrm>
          <a:prstGeom prst="rect">
            <a:avLst/>
          </a:prstGeom>
        </p:spPr>
      </p:pic>
      <p:pic>
        <p:nvPicPr>
          <p:cNvPr id="133" name="Graphic 132">
            <a:extLst>
              <a:ext uri="{FF2B5EF4-FFF2-40B4-BE49-F238E27FC236}">
                <a16:creationId xmlns:a16="http://schemas.microsoft.com/office/drawing/2014/main" id="{AF32E875-AAAD-8F40-ED98-499B3148F342}"/>
              </a:ext>
            </a:extLst>
          </p:cNvPr>
          <p:cNvPicPr>
            <a:picLocks noChangeAspect="1"/>
          </p:cNvPicPr>
          <p:nvPr/>
        </p:nvPicPr>
        <p:blipFill>
          <a:blip r:embed="rId120">
            <a:extLst>
              <a:ext uri="{96DAC541-7B7A-43D3-8B79-37D633B846F1}">
                <asvg:svgBlip xmlns:asvg="http://schemas.microsoft.com/office/drawing/2016/SVG/main" r:embed="rId121"/>
              </a:ext>
            </a:extLst>
          </a:blip>
          <a:stretch>
            <a:fillRect/>
          </a:stretch>
        </p:blipFill>
        <p:spPr>
          <a:xfrm>
            <a:off x="7592006" y="3568006"/>
            <a:ext cx="457200" cy="457200"/>
          </a:xfrm>
          <a:prstGeom prst="rect">
            <a:avLst/>
          </a:prstGeom>
        </p:spPr>
      </p:pic>
      <p:pic>
        <p:nvPicPr>
          <p:cNvPr id="135" name="Graphic 134">
            <a:extLst>
              <a:ext uri="{FF2B5EF4-FFF2-40B4-BE49-F238E27FC236}">
                <a16:creationId xmlns:a16="http://schemas.microsoft.com/office/drawing/2014/main" id="{9A713B69-B66A-A2B8-00EF-9F2374C03A7B}"/>
              </a:ext>
            </a:extLst>
          </p:cNvPr>
          <p:cNvPicPr>
            <a:picLocks noChangeAspect="1"/>
          </p:cNvPicPr>
          <p:nvPr/>
        </p:nvPicPr>
        <p:blipFill>
          <a:blip r:embed="rId122">
            <a:extLst>
              <a:ext uri="{96DAC541-7B7A-43D3-8B79-37D633B846F1}">
                <asvg:svgBlip xmlns:asvg="http://schemas.microsoft.com/office/drawing/2016/SVG/main" r:embed="rId123"/>
              </a:ext>
            </a:extLst>
          </a:blip>
          <a:stretch>
            <a:fillRect/>
          </a:stretch>
        </p:blipFill>
        <p:spPr>
          <a:xfrm>
            <a:off x="7134806" y="3568006"/>
            <a:ext cx="457200" cy="457200"/>
          </a:xfrm>
          <a:prstGeom prst="rect">
            <a:avLst/>
          </a:prstGeom>
        </p:spPr>
      </p:pic>
      <p:pic>
        <p:nvPicPr>
          <p:cNvPr id="137" name="Graphic 136">
            <a:extLst>
              <a:ext uri="{FF2B5EF4-FFF2-40B4-BE49-F238E27FC236}">
                <a16:creationId xmlns:a16="http://schemas.microsoft.com/office/drawing/2014/main" id="{FE10CD0A-898C-4299-809D-F19AE5841259}"/>
              </a:ext>
            </a:extLst>
          </p:cNvPr>
          <p:cNvPicPr>
            <a:picLocks noChangeAspect="1"/>
          </p:cNvPicPr>
          <p:nvPr/>
        </p:nvPicPr>
        <p:blipFill>
          <a:blip r:embed="rId124">
            <a:extLst>
              <a:ext uri="{96DAC541-7B7A-43D3-8B79-37D633B846F1}">
                <asvg:svgBlip xmlns:asvg="http://schemas.microsoft.com/office/drawing/2016/SVG/main" r:embed="rId125"/>
              </a:ext>
            </a:extLst>
          </a:blip>
          <a:stretch>
            <a:fillRect/>
          </a:stretch>
        </p:blipFill>
        <p:spPr>
          <a:xfrm>
            <a:off x="5310720" y="3568006"/>
            <a:ext cx="457200" cy="457200"/>
          </a:xfrm>
          <a:prstGeom prst="rect">
            <a:avLst/>
          </a:prstGeom>
        </p:spPr>
      </p:pic>
      <p:pic>
        <p:nvPicPr>
          <p:cNvPr id="145" name="Graphic 144">
            <a:extLst>
              <a:ext uri="{FF2B5EF4-FFF2-40B4-BE49-F238E27FC236}">
                <a16:creationId xmlns:a16="http://schemas.microsoft.com/office/drawing/2014/main" id="{0934D2D0-B064-F279-8023-A2A4EC1D216C}"/>
              </a:ext>
            </a:extLst>
          </p:cNvPr>
          <p:cNvPicPr>
            <a:picLocks noChangeAspect="1"/>
          </p:cNvPicPr>
          <p:nvPr/>
        </p:nvPicPr>
        <p:blipFill>
          <a:blip r:embed="rId126">
            <a:extLst>
              <a:ext uri="{96DAC541-7B7A-43D3-8B79-37D633B846F1}">
                <asvg:svgBlip xmlns:asvg="http://schemas.microsoft.com/office/drawing/2016/SVG/main" r:embed="rId127"/>
              </a:ext>
            </a:extLst>
          </a:blip>
          <a:stretch>
            <a:fillRect/>
          </a:stretch>
        </p:blipFill>
        <p:spPr>
          <a:xfrm>
            <a:off x="4396320" y="3568006"/>
            <a:ext cx="457200" cy="457200"/>
          </a:xfrm>
          <a:prstGeom prst="rect">
            <a:avLst/>
          </a:prstGeom>
        </p:spPr>
      </p:pic>
      <p:pic>
        <p:nvPicPr>
          <p:cNvPr id="151" name="Graphic 150">
            <a:extLst>
              <a:ext uri="{FF2B5EF4-FFF2-40B4-BE49-F238E27FC236}">
                <a16:creationId xmlns:a16="http://schemas.microsoft.com/office/drawing/2014/main" id="{CB3FAD41-6E22-CD88-B1CC-D20FB0069495}"/>
              </a:ext>
            </a:extLst>
          </p:cNvPr>
          <p:cNvPicPr>
            <a:picLocks noChangeAspect="1"/>
          </p:cNvPicPr>
          <p:nvPr/>
        </p:nvPicPr>
        <p:blipFill>
          <a:blip r:embed="rId128">
            <a:extLst>
              <a:ext uri="{96DAC541-7B7A-43D3-8B79-37D633B846F1}">
                <asvg:svgBlip xmlns:asvg="http://schemas.microsoft.com/office/drawing/2016/SVG/main" r:embed="rId129"/>
              </a:ext>
            </a:extLst>
          </a:blip>
          <a:stretch>
            <a:fillRect/>
          </a:stretch>
        </p:blipFill>
        <p:spPr>
          <a:xfrm>
            <a:off x="6682320" y="3568006"/>
            <a:ext cx="457200" cy="457200"/>
          </a:xfrm>
          <a:prstGeom prst="rect">
            <a:avLst/>
          </a:prstGeom>
        </p:spPr>
      </p:pic>
      <p:pic>
        <p:nvPicPr>
          <p:cNvPr id="165" name="Graphic 164">
            <a:extLst>
              <a:ext uri="{FF2B5EF4-FFF2-40B4-BE49-F238E27FC236}">
                <a16:creationId xmlns:a16="http://schemas.microsoft.com/office/drawing/2014/main" id="{92402ADF-6BAE-59C6-7C9A-68AF7B085CE2}"/>
              </a:ext>
            </a:extLst>
          </p:cNvPr>
          <p:cNvPicPr>
            <a:picLocks noChangeAspect="1"/>
          </p:cNvPicPr>
          <p:nvPr/>
        </p:nvPicPr>
        <p:blipFill>
          <a:blip r:embed="rId130">
            <a:extLst>
              <a:ext uri="{96DAC541-7B7A-43D3-8B79-37D633B846F1}">
                <asvg:svgBlip xmlns:asvg="http://schemas.microsoft.com/office/drawing/2016/SVG/main" r:embed="rId131"/>
              </a:ext>
            </a:extLst>
          </a:blip>
          <a:stretch>
            <a:fillRect/>
          </a:stretch>
        </p:blipFill>
        <p:spPr>
          <a:xfrm>
            <a:off x="6233172" y="3568006"/>
            <a:ext cx="457200" cy="457200"/>
          </a:xfrm>
          <a:prstGeom prst="rect">
            <a:avLst/>
          </a:prstGeom>
        </p:spPr>
      </p:pic>
      <p:pic>
        <p:nvPicPr>
          <p:cNvPr id="173" name="Graphic 172">
            <a:extLst>
              <a:ext uri="{FF2B5EF4-FFF2-40B4-BE49-F238E27FC236}">
                <a16:creationId xmlns:a16="http://schemas.microsoft.com/office/drawing/2014/main" id="{770CC0A0-D3B9-21F7-F8A7-CD54C790BF98}"/>
              </a:ext>
            </a:extLst>
          </p:cNvPr>
          <p:cNvPicPr>
            <a:picLocks noChangeAspect="1"/>
          </p:cNvPicPr>
          <p:nvPr/>
        </p:nvPicPr>
        <p:blipFill>
          <a:blip r:embed="rId132">
            <a:extLst>
              <a:ext uri="{96DAC541-7B7A-43D3-8B79-37D633B846F1}">
                <asvg:svgBlip xmlns:asvg="http://schemas.microsoft.com/office/drawing/2016/SVG/main" r:embed="rId133"/>
              </a:ext>
            </a:extLst>
          </a:blip>
          <a:stretch>
            <a:fillRect/>
          </a:stretch>
        </p:blipFill>
        <p:spPr>
          <a:xfrm>
            <a:off x="4853520" y="3568006"/>
            <a:ext cx="457200" cy="457200"/>
          </a:xfrm>
          <a:prstGeom prst="rect">
            <a:avLst/>
          </a:prstGeom>
        </p:spPr>
      </p:pic>
      <p:pic>
        <p:nvPicPr>
          <p:cNvPr id="97" name="Graphic 96">
            <a:extLst>
              <a:ext uri="{FF2B5EF4-FFF2-40B4-BE49-F238E27FC236}">
                <a16:creationId xmlns:a16="http://schemas.microsoft.com/office/drawing/2014/main" id="{F0485497-9A79-AA6A-AF61-0861A34FE822}"/>
              </a:ext>
            </a:extLst>
          </p:cNvPr>
          <p:cNvPicPr>
            <a:picLocks noChangeAspect="1"/>
          </p:cNvPicPr>
          <p:nvPr/>
        </p:nvPicPr>
        <p:blipFill>
          <a:blip r:embed="rId134">
            <a:extLst>
              <a:ext uri="{96DAC541-7B7A-43D3-8B79-37D633B846F1}">
                <asvg:svgBlip xmlns:asvg="http://schemas.microsoft.com/office/drawing/2016/SVG/main" r:embed="rId135"/>
              </a:ext>
            </a:extLst>
          </a:blip>
          <a:stretch>
            <a:fillRect/>
          </a:stretch>
        </p:blipFill>
        <p:spPr>
          <a:xfrm>
            <a:off x="3939120" y="2938740"/>
            <a:ext cx="457200" cy="457200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9FF51305-ED6A-4671-76F8-9222383B08E0}"/>
              </a:ext>
            </a:extLst>
          </p:cNvPr>
          <p:cNvPicPr>
            <a:picLocks noChangeAspect="1"/>
          </p:cNvPicPr>
          <p:nvPr/>
        </p:nvPicPr>
        <p:blipFill>
          <a:blip r:embed="rId136">
            <a:extLst>
              <a:ext uri="{96DAC541-7B7A-43D3-8B79-37D633B846F1}">
                <asvg:svgBlip xmlns:asvg="http://schemas.microsoft.com/office/drawing/2016/SVG/main" r:embed="rId137"/>
              </a:ext>
            </a:extLst>
          </a:blip>
          <a:stretch>
            <a:fillRect/>
          </a:stretch>
        </p:blipFill>
        <p:spPr>
          <a:xfrm>
            <a:off x="11256285" y="2938740"/>
            <a:ext cx="457200" cy="457200"/>
          </a:xfrm>
          <a:prstGeom prst="rect">
            <a:avLst/>
          </a:prstGeom>
        </p:spPr>
      </p:pic>
      <p:pic>
        <p:nvPicPr>
          <p:cNvPr id="131" name="Graphic 130">
            <a:extLst>
              <a:ext uri="{FF2B5EF4-FFF2-40B4-BE49-F238E27FC236}">
                <a16:creationId xmlns:a16="http://schemas.microsoft.com/office/drawing/2014/main" id="{58F368F2-BB91-5857-4D0C-31361ADD1DCE}"/>
              </a:ext>
            </a:extLst>
          </p:cNvPr>
          <p:cNvPicPr>
            <a:picLocks noChangeAspect="1"/>
          </p:cNvPicPr>
          <p:nvPr/>
        </p:nvPicPr>
        <p:blipFill>
          <a:blip r:embed="rId138">
            <a:extLst>
              <a:ext uri="{96DAC541-7B7A-43D3-8B79-37D633B846F1}">
                <asvg:svgBlip xmlns:asvg="http://schemas.microsoft.com/office/drawing/2016/SVG/main" r:embed="rId139"/>
              </a:ext>
            </a:extLst>
          </a:blip>
          <a:stretch>
            <a:fillRect/>
          </a:stretch>
        </p:blipFill>
        <p:spPr>
          <a:xfrm>
            <a:off x="9410006" y="2938740"/>
            <a:ext cx="457200" cy="457200"/>
          </a:xfrm>
          <a:prstGeom prst="rect">
            <a:avLst/>
          </a:prstGeom>
        </p:spPr>
      </p:pic>
      <p:pic>
        <p:nvPicPr>
          <p:cNvPr id="139" name="Graphic 138">
            <a:extLst>
              <a:ext uri="{FF2B5EF4-FFF2-40B4-BE49-F238E27FC236}">
                <a16:creationId xmlns:a16="http://schemas.microsoft.com/office/drawing/2014/main" id="{8AA40A61-EE9E-F01C-184E-09F573CEF8B8}"/>
              </a:ext>
            </a:extLst>
          </p:cNvPr>
          <p:cNvPicPr>
            <a:picLocks noChangeAspect="1"/>
          </p:cNvPicPr>
          <p:nvPr/>
        </p:nvPicPr>
        <p:blipFill>
          <a:blip r:embed="rId140">
            <a:extLst>
              <a:ext uri="{96DAC541-7B7A-43D3-8B79-37D633B846F1}">
                <asvg:svgBlip xmlns:asvg="http://schemas.microsoft.com/office/drawing/2016/SVG/main" r:embed="rId141"/>
              </a:ext>
            </a:extLst>
          </a:blip>
          <a:stretch>
            <a:fillRect/>
          </a:stretch>
        </p:blipFill>
        <p:spPr>
          <a:xfrm>
            <a:off x="10324406" y="2938740"/>
            <a:ext cx="457200" cy="457200"/>
          </a:xfrm>
          <a:prstGeom prst="rect">
            <a:avLst/>
          </a:prstGeom>
        </p:spPr>
      </p:pic>
      <p:pic>
        <p:nvPicPr>
          <p:cNvPr id="141" name="Graphic 140">
            <a:extLst>
              <a:ext uri="{FF2B5EF4-FFF2-40B4-BE49-F238E27FC236}">
                <a16:creationId xmlns:a16="http://schemas.microsoft.com/office/drawing/2014/main" id="{25FCEBF6-0B57-4819-F9D7-229AC7A47FF3}"/>
              </a:ext>
            </a:extLst>
          </p:cNvPr>
          <p:cNvPicPr>
            <a:picLocks noChangeAspect="1"/>
          </p:cNvPicPr>
          <p:nvPr/>
        </p:nvPicPr>
        <p:blipFill>
          <a:blip r:embed="rId142">
            <a:extLst>
              <a:ext uri="{96DAC541-7B7A-43D3-8B79-37D633B846F1}">
                <asvg:svgBlip xmlns:asvg="http://schemas.microsoft.com/office/drawing/2016/SVG/main" r:embed="rId143"/>
              </a:ext>
            </a:extLst>
          </a:blip>
          <a:stretch>
            <a:fillRect/>
          </a:stretch>
        </p:blipFill>
        <p:spPr>
          <a:xfrm>
            <a:off x="10781606" y="2938740"/>
            <a:ext cx="457200" cy="457200"/>
          </a:xfrm>
          <a:prstGeom prst="rect">
            <a:avLst/>
          </a:prstGeom>
        </p:spPr>
      </p:pic>
      <p:pic>
        <p:nvPicPr>
          <p:cNvPr id="143" name="Graphic 142">
            <a:extLst>
              <a:ext uri="{FF2B5EF4-FFF2-40B4-BE49-F238E27FC236}">
                <a16:creationId xmlns:a16="http://schemas.microsoft.com/office/drawing/2014/main" id="{A1E97FF6-8E96-7F82-521B-EF974ACB4410}"/>
              </a:ext>
            </a:extLst>
          </p:cNvPr>
          <p:cNvPicPr>
            <a:picLocks noChangeAspect="1"/>
          </p:cNvPicPr>
          <p:nvPr/>
        </p:nvPicPr>
        <p:blipFill>
          <a:blip r:embed="rId144">
            <a:extLst>
              <a:ext uri="{96DAC541-7B7A-43D3-8B79-37D633B846F1}">
                <asvg:svgBlip xmlns:asvg="http://schemas.microsoft.com/office/drawing/2016/SVG/main" r:embed="rId145"/>
              </a:ext>
            </a:extLst>
          </a:blip>
          <a:stretch>
            <a:fillRect/>
          </a:stretch>
        </p:blipFill>
        <p:spPr>
          <a:xfrm>
            <a:off x="8924525" y="2938740"/>
            <a:ext cx="457200" cy="457200"/>
          </a:xfrm>
          <a:prstGeom prst="rect">
            <a:avLst/>
          </a:prstGeom>
        </p:spPr>
      </p:pic>
      <p:pic>
        <p:nvPicPr>
          <p:cNvPr id="147" name="Graphic 146">
            <a:extLst>
              <a:ext uri="{FF2B5EF4-FFF2-40B4-BE49-F238E27FC236}">
                <a16:creationId xmlns:a16="http://schemas.microsoft.com/office/drawing/2014/main" id="{5E685AEA-F1A0-6D93-34B4-DCA5CFE0F5CA}"/>
              </a:ext>
            </a:extLst>
          </p:cNvPr>
          <p:cNvPicPr>
            <a:picLocks noChangeAspect="1"/>
          </p:cNvPicPr>
          <p:nvPr/>
        </p:nvPicPr>
        <p:blipFill>
          <a:blip r:embed="rId146">
            <a:extLst>
              <a:ext uri="{96DAC541-7B7A-43D3-8B79-37D633B846F1}">
                <asvg:svgBlip xmlns:asvg="http://schemas.microsoft.com/office/drawing/2016/SVG/main" r:embed="rId147"/>
              </a:ext>
            </a:extLst>
          </a:blip>
          <a:stretch>
            <a:fillRect/>
          </a:stretch>
        </p:blipFill>
        <p:spPr>
          <a:xfrm>
            <a:off x="8020926" y="2938740"/>
            <a:ext cx="457200" cy="457200"/>
          </a:xfrm>
          <a:prstGeom prst="rect">
            <a:avLst/>
          </a:prstGeom>
        </p:spPr>
      </p:pic>
      <p:pic>
        <p:nvPicPr>
          <p:cNvPr id="149" name="Graphic 148">
            <a:extLst>
              <a:ext uri="{FF2B5EF4-FFF2-40B4-BE49-F238E27FC236}">
                <a16:creationId xmlns:a16="http://schemas.microsoft.com/office/drawing/2014/main" id="{A8DC1075-574F-6EA1-E7CC-8BA9B4D22290}"/>
              </a:ext>
            </a:extLst>
          </p:cNvPr>
          <p:cNvPicPr>
            <a:picLocks noChangeAspect="1"/>
          </p:cNvPicPr>
          <p:nvPr/>
        </p:nvPicPr>
        <p:blipFill>
          <a:blip r:embed="rId148">
            <a:extLst>
              <a:ext uri="{96DAC541-7B7A-43D3-8B79-37D633B846F1}">
                <asvg:svgBlip xmlns:asvg="http://schemas.microsoft.com/office/drawing/2016/SVG/main" r:embed="rId149"/>
              </a:ext>
            </a:extLst>
          </a:blip>
          <a:stretch>
            <a:fillRect/>
          </a:stretch>
        </p:blipFill>
        <p:spPr>
          <a:xfrm>
            <a:off x="9867206" y="2938740"/>
            <a:ext cx="457200" cy="457200"/>
          </a:xfrm>
          <a:prstGeom prst="rect">
            <a:avLst/>
          </a:prstGeom>
        </p:spPr>
      </p:pic>
      <p:pic>
        <p:nvPicPr>
          <p:cNvPr id="153" name="Graphic 152">
            <a:extLst>
              <a:ext uri="{FF2B5EF4-FFF2-40B4-BE49-F238E27FC236}">
                <a16:creationId xmlns:a16="http://schemas.microsoft.com/office/drawing/2014/main" id="{9EE7FB31-F69B-31C6-B9CA-5116A3AAFD54}"/>
              </a:ext>
            </a:extLst>
          </p:cNvPr>
          <p:cNvPicPr>
            <a:picLocks noChangeAspect="1"/>
          </p:cNvPicPr>
          <p:nvPr/>
        </p:nvPicPr>
        <p:blipFill>
          <a:blip r:embed="rId150">
            <a:extLst>
              <a:ext uri="{96DAC541-7B7A-43D3-8B79-37D633B846F1}">
                <asvg:svgBlip xmlns:asvg="http://schemas.microsoft.com/office/drawing/2016/SVG/main" r:embed="rId151"/>
              </a:ext>
            </a:extLst>
          </a:blip>
          <a:stretch>
            <a:fillRect/>
          </a:stretch>
        </p:blipFill>
        <p:spPr>
          <a:xfrm>
            <a:off x="7134806" y="2938740"/>
            <a:ext cx="457200" cy="457200"/>
          </a:xfrm>
          <a:prstGeom prst="rect">
            <a:avLst/>
          </a:prstGeom>
        </p:spPr>
      </p:pic>
      <p:pic>
        <p:nvPicPr>
          <p:cNvPr id="155" name="Graphic 154">
            <a:extLst>
              <a:ext uri="{FF2B5EF4-FFF2-40B4-BE49-F238E27FC236}">
                <a16:creationId xmlns:a16="http://schemas.microsoft.com/office/drawing/2014/main" id="{4FDBAAA3-A61A-2790-4A14-3C5681605122}"/>
              </a:ext>
            </a:extLst>
          </p:cNvPr>
          <p:cNvPicPr>
            <a:picLocks noChangeAspect="1"/>
          </p:cNvPicPr>
          <p:nvPr/>
        </p:nvPicPr>
        <p:blipFill>
          <a:blip r:embed="rId152">
            <a:extLst>
              <a:ext uri="{96DAC541-7B7A-43D3-8B79-37D633B846F1}">
                <asvg:svgBlip xmlns:asvg="http://schemas.microsoft.com/office/drawing/2016/SVG/main" r:embed="rId153"/>
              </a:ext>
            </a:extLst>
          </a:blip>
          <a:stretch>
            <a:fillRect/>
          </a:stretch>
        </p:blipFill>
        <p:spPr>
          <a:xfrm>
            <a:off x="7596720" y="2938740"/>
            <a:ext cx="457200" cy="457200"/>
          </a:xfrm>
          <a:prstGeom prst="rect">
            <a:avLst/>
          </a:prstGeom>
        </p:spPr>
      </p:pic>
      <p:pic>
        <p:nvPicPr>
          <p:cNvPr id="159" name="Graphic 158">
            <a:extLst>
              <a:ext uri="{FF2B5EF4-FFF2-40B4-BE49-F238E27FC236}">
                <a16:creationId xmlns:a16="http://schemas.microsoft.com/office/drawing/2014/main" id="{C377D32F-8FF1-C46E-EB0E-2C668703898E}"/>
              </a:ext>
            </a:extLst>
          </p:cNvPr>
          <p:cNvPicPr>
            <a:picLocks noChangeAspect="1"/>
          </p:cNvPicPr>
          <p:nvPr/>
        </p:nvPicPr>
        <p:blipFill>
          <a:blip r:embed="rId154">
            <a:extLst>
              <a:ext uri="{96DAC541-7B7A-43D3-8B79-37D633B846F1}">
                <asvg:svgBlip xmlns:asvg="http://schemas.microsoft.com/office/drawing/2016/SVG/main" r:embed="rId155"/>
              </a:ext>
            </a:extLst>
          </a:blip>
          <a:stretch>
            <a:fillRect/>
          </a:stretch>
        </p:blipFill>
        <p:spPr>
          <a:xfrm>
            <a:off x="6229834" y="2938740"/>
            <a:ext cx="457200" cy="457200"/>
          </a:xfrm>
          <a:prstGeom prst="rect">
            <a:avLst/>
          </a:prstGeom>
        </p:spPr>
      </p:pic>
      <p:pic>
        <p:nvPicPr>
          <p:cNvPr id="163" name="Graphic 162">
            <a:extLst>
              <a:ext uri="{FF2B5EF4-FFF2-40B4-BE49-F238E27FC236}">
                <a16:creationId xmlns:a16="http://schemas.microsoft.com/office/drawing/2014/main" id="{16B84BE6-3B5A-7C89-C7DA-A46029F2BB58}"/>
              </a:ext>
            </a:extLst>
          </p:cNvPr>
          <p:cNvPicPr>
            <a:picLocks noChangeAspect="1"/>
          </p:cNvPicPr>
          <p:nvPr/>
        </p:nvPicPr>
        <p:blipFill>
          <a:blip r:embed="rId156">
            <a:extLst>
              <a:ext uri="{96DAC541-7B7A-43D3-8B79-37D633B846F1}">
                <asvg:svgBlip xmlns:asvg="http://schemas.microsoft.com/office/drawing/2016/SVG/main" r:embed="rId157"/>
              </a:ext>
            </a:extLst>
          </a:blip>
          <a:stretch>
            <a:fillRect/>
          </a:stretch>
        </p:blipFill>
        <p:spPr>
          <a:xfrm>
            <a:off x="11273174" y="3005663"/>
            <a:ext cx="457200" cy="457200"/>
          </a:xfrm>
          <a:prstGeom prst="rect">
            <a:avLst/>
          </a:prstGeom>
        </p:spPr>
      </p:pic>
      <p:pic>
        <p:nvPicPr>
          <p:cNvPr id="167" name="Graphic 166">
            <a:extLst>
              <a:ext uri="{FF2B5EF4-FFF2-40B4-BE49-F238E27FC236}">
                <a16:creationId xmlns:a16="http://schemas.microsoft.com/office/drawing/2014/main" id="{01F4C79B-0D68-3879-D95D-ECA42E02B30F}"/>
              </a:ext>
            </a:extLst>
          </p:cNvPr>
          <p:cNvPicPr>
            <a:picLocks noChangeAspect="1"/>
          </p:cNvPicPr>
          <p:nvPr/>
        </p:nvPicPr>
        <p:blipFill>
          <a:blip r:embed="rId158">
            <a:extLst>
              <a:ext uri="{96DAC541-7B7A-43D3-8B79-37D633B846F1}">
                <asvg:svgBlip xmlns:asvg="http://schemas.microsoft.com/office/drawing/2016/SVG/main" r:embed="rId159"/>
              </a:ext>
            </a:extLst>
          </a:blip>
          <a:stretch>
            <a:fillRect/>
          </a:stretch>
        </p:blipFill>
        <p:spPr>
          <a:xfrm>
            <a:off x="8496980" y="2938740"/>
            <a:ext cx="457200" cy="457200"/>
          </a:xfrm>
          <a:prstGeom prst="rect">
            <a:avLst/>
          </a:prstGeom>
        </p:spPr>
      </p:pic>
      <p:pic>
        <p:nvPicPr>
          <p:cNvPr id="169" name="Graphic 168">
            <a:extLst>
              <a:ext uri="{FF2B5EF4-FFF2-40B4-BE49-F238E27FC236}">
                <a16:creationId xmlns:a16="http://schemas.microsoft.com/office/drawing/2014/main" id="{5D868801-B3C8-DDEE-EE79-DC72A45E7052}"/>
              </a:ext>
            </a:extLst>
          </p:cNvPr>
          <p:cNvPicPr>
            <a:picLocks noChangeAspect="1"/>
          </p:cNvPicPr>
          <p:nvPr/>
        </p:nvPicPr>
        <p:blipFill>
          <a:blip r:embed="rId160">
            <a:extLst>
              <a:ext uri="{96DAC541-7B7A-43D3-8B79-37D633B846F1}">
                <asvg:svgBlip xmlns:asvg="http://schemas.microsoft.com/office/drawing/2016/SVG/main" r:embed="rId161"/>
              </a:ext>
            </a:extLst>
          </a:blip>
          <a:stretch>
            <a:fillRect/>
          </a:stretch>
        </p:blipFill>
        <p:spPr>
          <a:xfrm>
            <a:off x="5319361" y="2938740"/>
            <a:ext cx="457200" cy="457200"/>
          </a:xfrm>
          <a:prstGeom prst="rect">
            <a:avLst/>
          </a:prstGeom>
        </p:spPr>
      </p:pic>
      <p:pic>
        <p:nvPicPr>
          <p:cNvPr id="171" name="Graphic 170">
            <a:extLst>
              <a:ext uri="{FF2B5EF4-FFF2-40B4-BE49-F238E27FC236}">
                <a16:creationId xmlns:a16="http://schemas.microsoft.com/office/drawing/2014/main" id="{833168C4-4AE4-4C8C-55AF-19C5632EEA96}"/>
              </a:ext>
            </a:extLst>
          </p:cNvPr>
          <p:cNvPicPr>
            <a:picLocks noChangeAspect="1"/>
          </p:cNvPicPr>
          <p:nvPr/>
        </p:nvPicPr>
        <p:blipFill>
          <a:blip r:embed="rId162">
            <a:extLst>
              <a:ext uri="{96DAC541-7B7A-43D3-8B79-37D633B846F1}">
                <asvg:svgBlip xmlns:asvg="http://schemas.microsoft.com/office/drawing/2016/SVG/main" r:embed="rId163"/>
              </a:ext>
            </a:extLst>
          </a:blip>
          <a:stretch>
            <a:fillRect/>
          </a:stretch>
        </p:blipFill>
        <p:spPr>
          <a:xfrm>
            <a:off x="6678362" y="2938740"/>
            <a:ext cx="457200" cy="457200"/>
          </a:xfrm>
          <a:prstGeom prst="rect">
            <a:avLst/>
          </a:prstGeom>
        </p:spPr>
      </p:pic>
      <p:pic>
        <p:nvPicPr>
          <p:cNvPr id="175" name="Graphic 174">
            <a:extLst>
              <a:ext uri="{FF2B5EF4-FFF2-40B4-BE49-F238E27FC236}">
                <a16:creationId xmlns:a16="http://schemas.microsoft.com/office/drawing/2014/main" id="{48955564-CB5F-A0AF-9433-686EA8B9DC20}"/>
              </a:ext>
            </a:extLst>
          </p:cNvPr>
          <p:cNvPicPr>
            <a:picLocks noChangeAspect="1"/>
          </p:cNvPicPr>
          <p:nvPr/>
        </p:nvPicPr>
        <p:blipFill>
          <a:blip r:embed="rId164">
            <a:extLst>
              <a:ext uri="{96DAC541-7B7A-43D3-8B79-37D633B846F1}">
                <asvg:svgBlip xmlns:asvg="http://schemas.microsoft.com/office/drawing/2016/SVG/main" r:embed="rId165"/>
              </a:ext>
            </a:extLst>
          </a:blip>
          <a:stretch>
            <a:fillRect/>
          </a:stretch>
        </p:blipFill>
        <p:spPr>
          <a:xfrm>
            <a:off x="4396320" y="2938740"/>
            <a:ext cx="457200" cy="457200"/>
          </a:xfrm>
          <a:prstGeom prst="rect">
            <a:avLst/>
          </a:prstGeom>
        </p:spPr>
      </p:pic>
      <p:pic>
        <p:nvPicPr>
          <p:cNvPr id="183" name="Graphic 182">
            <a:extLst>
              <a:ext uri="{FF2B5EF4-FFF2-40B4-BE49-F238E27FC236}">
                <a16:creationId xmlns:a16="http://schemas.microsoft.com/office/drawing/2014/main" id="{CD59B12B-57ED-98EE-BBEC-101B2BBC91AA}"/>
              </a:ext>
            </a:extLst>
          </p:cNvPr>
          <p:cNvPicPr>
            <a:picLocks noChangeAspect="1"/>
          </p:cNvPicPr>
          <p:nvPr/>
        </p:nvPicPr>
        <p:blipFill>
          <a:blip r:embed="rId166">
            <a:extLst>
              <a:ext uri="{96DAC541-7B7A-43D3-8B79-37D633B846F1}">
                <asvg:svgBlip xmlns:asvg="http://schemas.microsoft.com/office/drawing/2016/SVG/main" r:embed="rId167"/>
              </a:ext>
            </a:extLst>
          </a:blip>
          <a:stretch>
            <a:fillRect/>
          </a:stretch>
        </p:blipFill>
        <p:spPr>
          <a:xfrm>
            <a:off x="4853520" y="2938740"/>
            <a:ext cx="457200" cy="457200"/>
          </a:xfrm>
          <a:prstGeom prst="rect">
            <a:avLst/>
          </a:prstGeom>
        </p:spPr>
      </p:pic>
      <p:pic>
        <p:nvPicPr>
          <p:cNvPr id="191" name="Graphic 190">
            <a:extLst>
              <a:ext uri="{FF2B5EF4-FFF2-40B4-BE49-F238E27FC236}">
                <a16:creationId xmlns:a16="http://schemas.microsoft.com/office/drawing/2014/main" id="{CAAFCA5D-4818-08C5-1FC5-FD40D2C3DF4C}"/>
              </a:ext>
            </a:extLst>
          </p:cNvPr>
          <p:cNvPicPr>
            <a:picLocks noChangeAspect="1"/>
          </p:cNvPicPr>
          <p:nvPr/>
        </p:nvPicPr>
        <p:blipFill>
          <a:blip r:embed="rId168">
            <a:extLst>
              <a:ext uri="{96DAC541-7B7A-43D3-8B79-37D633B846F1}">
                <asvg:svgBlip xmlns:asvg="http://schemas.microsoft.com/office/drawing/2016/SVG/main" r:embed="rId169"/>
              </a:ext>
            </a:extLst>
          </a:blip>
          <a:stretch>
            <a:fillRect/>
          </a:stretch>
        </p:blipFill>
        <p:spPr>
          <a:xfrm>
            <a:off x="5739640" y="2938740"/>
            <a:ext cx="457200" cy="457200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633C180-1F60-8CE9-24E1-8DE19859EB5C}"/>
              </a:ext>
            </a:extLst>
          </p:cNvPr>
          <p:cNvPicPr>
            <a:picLocks noChangeAspect="1"/>
          </p:cNvPicPr>
          <p:nvPr/>
        </p:nvPicPr>
        <p:blipFill>
          <a:blip r:embed="rId170">
            <a:extLst>
              <a:ext uri="{96DAC541-7B7A-43D3-8B79-37D633B846F1}">
                <asvg:svgBlip xmlns:asvg="http://schemas.microsoft.com/office/drawing/2016/SVG/main" r:embed="rId171"/>
              </a:ext>
            </a:extLst>
          </a:blip>
          <a:stretch>
            <a:fillRect/>
          </a:stretch>
        </p:blipFill>
        <p:spPr>
          <a:xfrm>
            <a:off x="11273764" y="2376397"/>
            <a:ext cx="457200" cy="457200"/>
          </a:xfrm>
          <a:prstGeom prst="rect">
            <a:avLst/>
          </a:prstGeom>
        </p:spPr>
      </p:pic>
      <p:pic>
        <p:nvPicPr>
          <p:cNvPr id="157" name="Graphic 156">
            <a:extLst>
              <a:ext uri="{FF2B5EF4-FFF2-40B4-BE49-F238E27FC236}">
                <a16:creationId xmlns:a16="http://schemas.microsoft.com/office/drawing/2014/main" id="{807A682D-557F-C43B-3C53-777B2FDBD7AB}"/>
              </a:ext>
            </a:extLst>
          </p:cNvPr>
          <p:cNvPicPr>
            <a:picLocks noChangeAspect="1"/>
          </p:cNvPicPr>
          <p:nvPr/>
        </p:nvPicPr>
        <p:blipFill>
          <a:blip r:embed="rId172">
            <a:extLst>
              <a:ext uri="{96DAC541-7B7A-43D3-8B79-37D633B846F1}">
                <asvg:svgBlip xmlns:asvg="http://schemas.microsoft.com/office/drawing/2016/SVG/main" r:embed="rId173"/>
              </a:ext>
            </a:extLst>
          </a:blip>
          <a:stretch>
            <a:fillRect/>
          </a:stretch>
        </p:blipFill>
        <p:spPr>
          <a:xfrm>
            <a:off x="8501693" y="2376397"/>
            <a:ext cx="457200" cy="457200"/>
          </a:xfrm>
          <a:prstGeom prst="rect">
            <a:avLst/>
          </a:prstGeom>
        </p:spPr>
      </p:pic>
      <p:pic>
        <p:nvPicPr>
          <p:cNvPr id="161" name="Graphic 160">
            <a:extLst>
              <a:ext uri="{FF2B5EF4-FFF2-40B4-BE49-F238E27FC236}">
                <a16:creationId xmlns:a16="http://schemas.microsoft.com/office/drawing/2014/main" id="{80E8F1DD-867A-A6AB-35A5-901A2774207C}"/>
              </a:ext>
            </a:extLst>
          </p:cNvPr>
          <p:cNvPicPr>
            <a:picLocks noChangeAspect="1"/>
          </p:cNvPicPr>
          <p:nvPr/>
        </p:nvPicPr>
        <p:blipFill>
          <a:blip r:embed="rId174">
            <a:extLst>
              <a:ext uri="{96DAC541-7B7A-43D3-8B79-37D633B846F1}">
                <asvg:svgBlip xmlns:asvg="http://schemas.microsoft.com/office/drawing/2016/SVG/main" r:embed="rId175"/>
              </a:ext>
            </a:extLst>
          </a:blip>
          <a:stretch>
            <a:fillRect/>
          </a:stretch>
        </p:blipFill>
        <p:spPr>
          <a:xfrm>
            <a:off x="7587293" y="2376397"/>
            <a:ext cx="457200" cy="457200"/>
          </a:xfrm>
          <a:prstGeom prst="rect">
            <a:avLst/>
          </a:prstGeom>
        </p:spPr>
      </p:pic>
      <p:pic>
        <p:nvPicPr>
          <p:cNvPr id="177" name="Graphic 176">
            <a:extLst>
              <a:ext uri="{FF2B5EF4-FFF2-40B4-BE49-F238E27FC236}">
                <a16:creationId xmlns:a16="http://schemas.microsoft.com/office/drawing/2014/main" id="{61C0196F-E8C9-F969-467A-9FC3DE03A280}"/>
              </a:ext>
            </a:extLst>
          </p:cNvPr>
          <p:cNvPicPr>
            <a:picLocks noChangeAspect="1"/>
          </p:cNvPicPr>
          <p:nvPr/>
        </p:nvPicPr>
        <p:blipFill>
          <a:blip r:embed="rId176">
            <a:extLst>
              <a:ext uri="{96DAC541-7B7A-43D3-8B79-37D633B846F1}">
                <asvg:svgBlip xmlns:asvg="http://schemas.microsoft.com/office/drawing/2016/SVG/main" r:embed="rId177"/>
              </a:ext>
            </a:extLst>
          </a:blip>
          <a:stretch>
            <a:fillRect/>
          </a:stretch>
        </p:blipFill>
        <p:spPr>
          <a:xfrm>
            <a:off x="9397239" y="2376397"/>
            <a:ext cx="457200" cy="457200"/>
          </a:xfrm>
          <a:prstGeom prst="rect">
            <a:avLst/>
          </a:prstGeom>
        </p:spPr>
      </p:pic>
      <p:pic>
        <p:nvPicPr>
          <p:cNvPr id="179" name="Graphic 178">
            <a:extLst>
              <a:ext uri="{FF2B5EF4-FFF2-40B4-BE49-F238E27FC236}">
                <a16:creationId xmlns:a16="http://schemas.microsoft.com/office/drawing/2014/main" id="{E71192F2-F732-AC7F-707D-1B05B228C3D9}"/>
              </a:ext>
            </a:extLst>
          </p:cNvPr>
          <p:cNvPicPr>
            <a:picLocks noChangeAspect="1"/>
          </p:cNvPicPr>
          <p:nvPr/>
        </p:nvPicPr>
        <p:blipFill>
          <a:blip r:embed="rId178">
            <a:extLst>
              <a:ext uri="{96DAC541-7B7A-43D3-8B79-37D633B846F1}">
                <asvg:svgBlip xmlns:asvg="http://schemas.microsoft.com/office/drawing/2016/SVG/main" r:embed="rId179"/>
              </a:ext>
            </a:extLst>
          </a:blip>
          <a:stretch>
            <a:fillRect/>
          </a:stretch>
        </p:blipFill>
        <p:spPr>
          <a:xfrm>
            <a:off x="9830873" y="2376397"/>
            <a:ext cx="457200" cy="457200"/>
          </a:xfrm>
          <a:prstGeom prst="rect">
            <a:avLst/>
          </a:prstGeom>
        </p:spPr>
      </p:pic>
      <p:pic>
        <p:nvPicPr>
          <p:cNvPr id="185" name="Graphic 184">
            <a:extLst>
              <a:ext uri="{FF2B5EF4-FFF2-40B4-BE49-F238E27FC236}">
                <a16:creationId xmlns:a16="http://schemas.microsoft.com/office/drawing/2014/main" id="{2097B29B-A0F2-F7AB-106E-5291FB8C91BB}"/>
              </a:ext>
            </a:extLst>
          </p:cNvPr>
          <p:cNvPicPr>
            <a:picLocks noChangeAspect="1"/>
          </p:cNvPicPr>
          <p:nvPr/>
        </p:nvPicPr>
        <p:blipFill>
          <a:blip r:embed="rId180">
            <a:extLst>
              <a:ext uri="{96DAC541-7B7A-43D3-8B79-37D633B846F1}">
                <asvg:svgBlip xmlns:asvg="http://schemas.microsoft.com/office/drawing/2016/SVG/main" r:embed="rId181"/>
              </a:ext>
            </a:extLst>
          </a:blip>
          <a:stretch>
            <a:fillRect/>
          </a:stretch>
        </p:blipFill>
        <p:spPr>
          <a:xfrm>
            <a:off x="3939120" y="2376397"/>
            <a:ext cx="457200" cy="457200"/>
          </a:xfrm>
          <a:prstGeom prst="rect">
            <a:avLst/>
          </a:prstGeom>
        </p:spPr>
      </p:pic>
      <p:pic>
        <p:nvPicPr>
          <p:cNvPr id="187" name="Graphic 186">
            <a:extLst>
              <a:ext uri="{FF2B5EF4-FFF2-40B4-BE49-F238E27FC236}">
                <a16:creationId xmlns:a16="http://schemas.microsoft.com/office/drawing/2014/main" id="{0326E2B2-8751-71F3-6444-ACC06A3DE813}"/>
              </a:ext>
            </a:extLst>
          </p:cNvPr>
          <p:cNvPicPr>
            <a:picLocks noChangeAspect="1"/>
          </p:cNvPicPr>
          <p:nvPr/>
        </p:nvPicPr>
        <p:blipFill>
          <a:blip r:embed="rId182">
            <a:extLst>
              <a:ext uri="{96DAC541-7B7A-43D3-8B79-37D633B846F1}">
                <asvg:svgBlip xmlns:asvg="http://schemas.microsoft.com/office/drawing/2016/SVG/main" r:embed="rId183"/>
              </a:ext>
            </a:extLst>
          </a:blip>
          <a:stretch>
            <a:fillRect/>
          </a:stretch>
        </p:blipFill>
        <p:spPr>
          <a:xfrm>
            <a:off x="8973033" y="2376397"/>
            <a:ext cx="457200" cy="457200"/>
          </a:xfrm>
          <a:prstGeom prst="rect">
            <a:avLst/>
          </a:prstGeom>
        </p:spPr>
      </p:pic>
      <p:pic>
        <p:nvPicPr>
          <p:cNvPr id="189" name="Graphic 188">
            <a:extLst>
              <a:ext uri="{FF2B5EF4-FFF2-40B4-BE49-F238E27FC236}">
                <a16:creationId xmlns:a16="http://schemas.microsoft.com/office/drawing/2014/main" id="{FE711DEF-F040-9B35-FCED-2FE4A517BD02}"/>
              </a:ext>
            </a:extLst>
          </p:cNvPr>
          <p:cNvPicPr>
            <a:picLocks noChangeAspect="1"/>
          </p:cNvPicPr>
          <p:nvPr/>
        </p:nvPicPr>
        <p:blipFill>
          <a:blip r:embed="rId184">
            <a:extLst>
              <a:ext uri="{96DAC541-7B7A-43D3-8B79-37D633B846F1}">
                <asvg:svgBlip xmlns:asvg="http://schemas.microsoft.com/office/drawing/2016/SVG/main" r:embed="rId185"/>
              </a:ext>
            </a:extLst>
          </a:blip>
          <a:stretch>
            <a:fillRect/>
          </a:stretch>
        </p:blipFill>
        <p:spPr>
          <a:xfrm>
            <a:off x="5763157" y="2376397"/>
            <a:ext cx="457200" cy="457200"/>
          </a:xfrm>
          <a:prstGeom prst="rect">
            <a:avLst/>
          </a:prstGeom>
        </p:spPr>
      </p:pic>
      <p:pic>
        <p:nvPicPr>
          <p:cNvPr id="195" name="Graphic 194">
            <a:extLst>
              <a:ext uri="{FF2B5EF4-FFF2-40B4-BE49-F238E27FC236}">
                <a16:creationId xmlns:a16="http://schemas.microsoft.com/office/drawing/2014/main" id="{E78953A5-450C-9047-764D-0CF2FF746151}"/>
              </a:ext>
            </a:extLst>
          </p:cNvPr>
          <p:cNvPicPr>
            <a:picLocks noChangeAspect="1"/>
          </p:cNvPicPr>
          <p:nvPr/>
        </p:nvPicPr>
        <p:blipFill>
          <a:blip r:embed="rId186">
            <a:extLst>
              <a:ext uri="{96DAC541-7B7A-43D3-8B79-37D633B846F1}">
                <asvg:svgBlip xmlns:asvg="http://schemas.microsoft.com/office/drawing/2016/SVG/main" r:embed="rId187"/>
              </a:ext>
            </a:extLst>
          </a:blip>
          <a:stretch>
            <a:fillRect/>
          </a:stretch>
        </p:blipFill>
        <p:spPr>
          <a:xfrm>
            <a:off x="6672697" y="2376397"/>
            <a:ext cx="457200" cy="457200"/>
          </a:xfrm>
          <a:prstGeom prst="rect">
            <a:avLst/>
          </a:prstGeom>
        </p:spPr>
      </p:pic>
      <p:pic>
        <p:nvPicPr>
          <p:cNvPr id="201" name="Graphic 200">
            <a:extLst>
              <a:ext uri="{FF2B5EF4-FFF2-40B4-BE49-F238E27FC236}">
                <a16:creationId xmlns:a16="http://schemas.microsoft.com/office/drawing/2014/main" id="{78260042-5E3E-3348-3024-798C0CA21D16}"/>
              </a:ext>
            </a:extLst>
          </p:cNvPr>
          <p:cNvPicPr>
            <a:picLocks noChangeAspect="1"/>
          </p:cNvPicPr>
          <p:nvPr/>
        </p:nvPicPr>
        <p:blipFill>
          <a:blip r:embed="rId188">
            <a:extLst>
              <a:ext uri="{96DAC541-7B7A-43D3-8B79-37D633B846F1}">
                <asvg:svgBlip xmlns:asvg="http://schemas.microsoft.com/office/drawing/2016/SVG/main" r:embed="rId189"/>
              </a:ext>
            </a:extLst>
          </a:blip>
          <a:stretch>
            <a:fillRect/>
          </a:stretch>
        </p:blipFill>
        <p:spPr>
          <a:xfrm>
            <a:off x="4853520" y="2376397"/>
            <a:ext cx="457200" cy="457200"/>
          </a:xfrm>
          <a:prstGeom prst="rect">
            <a:avLst/>
          </a:prstGeom>
        </p:spPr>
      </p:pic>
      <p:pic>
        <p:nvPicPr>
          <p:cNvPr id="203" name="Graphic 202">
            <a:extLst>
              <a:ext uri="{FF2B5EF4-FFF2-40B4-BE49-F238E27FC236}">
                <a16:creationId xmlns:a16="http://schemas.microsoft.com/office/drawing/2014/main" id="{23FFCED2-DCF2-E488-9505-69475CF376A8}"/>
              </a:ext>
            </a:extLst>
          </p:cNvPr>
          <p:cNvPicPr>
            <a:picLocks noChangeAspect="1"/>
          </p:cNvPicPr>
          <p:nvPr/>
        </p:nvPicPr>
        <p:blipFill>
          <a:blip r:embed="rId190">
            <a:extLst>
              <a:ext uri="{96DAC541-7B7A-43D3-8B79-37D633B846F1}">
                <asvg:svgBlip xmlns:asvg="http://schemas.microsoft.com/office/drawing/2016/SVG/main" r:embed="rId191"/>
              </a:ext>
            </a:extLst>
          </a:blip>
          <a:stretch>
            <a:fillRect/>
          </a:stretch>
        </p:blipFill>
        <p:spPr>
          <a:xfrm>
            <a:off x="4396320" y="2376397"/>
            <a:ext cx="457200" cy="457200"/>
          </a:xfrm>
          <a:prstGeom prst="rect">
            <a:avLst/>
          </a:prstGeom>
        </p:spPr>
      </p:pic>
      <p:pic>
        <p:nvPicPr>
          <p:cNvPr id="211" name="Graphic 210">
            <a:extLst>
              <a:ext uri="{FF2B5EF4-FFF2-40B4-BE49-F238E27FC236}">
                <a16:creationId xmlns:a16="http://schemas.microsoft.com/office/drawing/2014/main" id="{59F532A2-0301-C6FD-4113-1E5ACC60215B}"/>
              </a:ext>
            </a:extLst>
          </p:cNvPr>
          <p:cNvPicPr>
            <a:picLocks noChangeAspect="1"/>
          </p:cNvPicPr>
          <p:nvPr/>
        </p:nvPicPr>
        <p:blipFill>
          <a:blip r:embed="rId192">
            <a:extLst>
              <a:ext uri="{96DAC541-7B7A-43D3-8B79-37D633B846F1}">
                <asvg:svgBlip xmlns:asvg="http://schemas.microsoft.com/office/drawing/2016/SVG/main" r:embed="rId193"/>
              </a:ext>
            </a:extLst>
          </a:blip>
          <a:stretch>
            <a:fillRect/>
          </a:stretch>
        </p:blipFill>
        <p:spPr>
          <a:xfrm>
            <a:off x="8011500" y="2376397"/>
            <a:ext cx="457200" cy="457200"/>
          </a:xfrm>
          <a:prstGeom prst="rect">
            <a:avLst/>
          </a:prstGeom>
        </p:spPr>
      </p:pic>
      <p:pic>
        <p:nvPicPr>
          <p:cNvPr id="213" name="Graphic 212">
            <a:extLst>
              <a:ext uri="{FF2B5EF4-FFF2-40B4-BE49-F238E27FC236}">
                <a16:creationId xmlns:a16="http://schemas.microsoft.com/office/drawing/2014/main" id="{5930F7D8-262F-F073-4DCA-44B430E35157}"/>
              </a:ext>
            </a:extLst>
          </p:cNvPr>
          <p:cNvPicPr>
            <a:picLocks noChangeAspect="1"/>
          </p:cNvPicPr>
          <p:nvPr/>
        </p:nvPicPr>
        <p:blipFill>
          <a:blip r:embed="rId194">
            <a:extLst>
              <a:ext uri="{96DAC541-7B7A-43D3-8B79-37D633B846F1}">
                <asvg:svgBlip xmlns:asvg="http://schemas.microsoft.com/office/drawing/2016/SVG/main" r:embed="rId195"/>
              </a:ext>
            </a:extLst>
          </a:blip>
          <a:stretch>
            <a:fillRect/>
          </a:stretch>
        </p:blipFill>
        <p:spPr>
          <a:xfrm>
            <a:off x="10772932" y="2376397"/>
            <a:ext cx="457200" cy="457200"/>
          </a:xfrm>
          <a:prstGeom prst="rect">
            <a:avLst/>
          </a:prstGeom>
        </p:spPr>
      </p:pic>
      <p:pic>
        <p:nvPicPr>
          <p:cNvPr id="215" name="Graphic 214">
            <a:extLst>
              <a:ext uri="{FF2B5EF4-FFF2-40B4-BE49-F238E27FC236}">
                <a16:creationId xmlns:a16="http://schemas.microsoft.com/office/drawing/2014/main" id="{61842997-BBEF-33D1-D207-818DC9ACA2A3}"/>
              </a:ext>
            </a:extLst>
          </p:cNvPr>
          <p:cNvPicPr>
            <a:picLocks noChangeAspect="1"/>
          </p:cNvPicPr>
          <p:nvPr/>
        </p:nvPicPr>
        <p:blipFill>
          <a:blip r:embed="rId196">
            <a:extLst>
              <a:ext uri="{96DAC541-7B7A-43D3-8B79-37D633B846F1}">
                <asvg:svgBlip xmlns:asvg="http://schemas.microsoft.com/office/drawing/2016/SVG/main" r:embed="rId197"/>
              </a:ext>
            </a:extLst>
          </a:blip>
          <a:stretch>
            <a:fillRect/>
          </a:stretch>
        </p:blipFill>
        <p:spPr>
          <a:xfrm>
            <a:off x="10330493" y="2376397"/>
            <a:ext cx="457200" cy="457200"/>
          </a:xfrm>
          <a:prstGeom prst="rect">
            <a:avLst/>
          </a:prstGeom>
        </p:spPr>
      </p:pic>
      <p:pic>
        <p:nvPicPr>
          <p:cNvPr id="229" name="Graphic 228">
            <a:extLst>
              <a:ext uri="{FF2B5EF4-FFF2-40B4-BE49-F238E27FC236}">
                <a16:creationId xmlns:a16="http://schemas.microsoft.com/office/drawing/2014/main" id="{4BB68F93-7E2E-2223-A4E9-3A09C9403787}"/>
              </a:ext>
            </a:extLst>
          </p:cNvPr>
          <p:cNvPicPr>
            <a:picLocks noChangeAspect="1"/>
          </p:cNvPicPr>
          <p:nvPr/>
        </p:nvPicPr>
        <p:blipFill>
          <a:blip r:embed="rId198">
            <a:extLst>
              <a:ext uri="{96DAC541-7B7A-43D3-8B79-37D633B846F1}">
                <asvg:svgBlip xmlns:asvg="http://schemas.microsoft.com/office/drawing/2016/SVG/main" r:embed="rId199"/>
              </a:ext>
            </a:extLst>
          </a:blip>
          <a:stretch>
            <a:fillRect/>
          </a:stretch>
        </p:blipFill>
        <p:spPr>
          <a:xfrm>
            <a:off x="7134807" y="2376397"/>
            <a:ext cx="457200" cy="457200"/>
          </a:xfrm>
          <a:prstGeom prst="rect">
            <a:avLst/>
          </a:prstGeom>
        </p:spPr>
      </p:pic>
      <p:pic>
        <p:nvPicPr>
          <p:cNvPr id="231" name="Graphic 230">
            <a:extLst>
              <a:ext uri="{FF2B5EF4-FFF2-40B4-BE49-F238E27FC236}">
                <a16:creationId xmlns:a16="http://schemas.microsoft.com/office/drawing/2014/main" id="{D32E72C8-43CD-878B-000B-6F4FA08C5698}"/>
              </a:ext>
            </a:extLst>
          </p:cNvPr>
          <p:cNvPicPr>
            <a:picLocks noChangeAspect="1"/>
          </p:cNvPicPr>
          <p:nvPr/>
        </p:nvPicPr>
        <p:blipFill>
          <a:blip r:embed="rId200">
            <a:extLst>
              <a:ext uri="{96DAC541-7B7A-43D3-8B79-37D633B846F1}">
                <asvg:svgBlip xmlns:asvg="http://schemas.microsoft.com/office/drawing/2016/SVG/main" r:embed="rId201"/>
              </a:ext>
            </a:extLst>
          </a:blip>
          <a:stretch>
            <a:fillRect/>
          </a:stretch>
        </p:blipFill>
        <p:spPr>
          <a:xfrm>
            <a:off x="6229834" y="2376397"/>
            <a:ext cx="457200" cy="457200"/>
          </a:xfrm>
          <a:prstGeom prst="rect">
            <a:avLst/>
          </a:prstGeom>
        </p:spPr>
      </p:pic>
      <p:pic>
        <p:nvPicPr>
          <p:cNvPr id="235" name="Graphic 234">
            <a:extLst>
              <a:ext uri="{FF2B5EF4-FFF2-40B4-BE49-F238E27FC236}">
                <a16:creationId xmlns:a16="http://schemas.microsoft.com/office/drawing/2014/main" id="{97249812-C40C-9921-0649-2CE59DB10E5E}"/>
              </a:ext>
            </a:extLst>
          </p:cNvPr>
          <p:cNvPicPr>
            <a:picLocks noChangeAspect="1"/>
          </p:cNvPicPr>
          <p:nvPr/>
        </p:nvPicPr>
        <p:blipFill>
          <a:blip r:embed="rId202">
            <a:extLst>
              <a:ext uri="{96DAC541-7B7A-43D3-8B79-37D633B846F1}">
                <asvg:svgBlip xmlns:asvg="http://schemas.microsoft.com/office/drawing/2016/SVG/main" r:embed="rId203"/>
              </a:ext>
            </a:extLst>
          </a:blip>
          <a:stretch>
            <a:fillRect/>
          </a:stretch>
        </p:blipFill>
        <p:spPr>
          <a:xfrm>
            <a:off x="5301882" y="2376397"/>
            <a:ext cx="457200" cy="457200"/>
          </a:xfrm>
          <a:prstGeom prst="rect">
            <a:avLst/>
          </a:prstGeom>
        </p:spPr>
      </p:pic>
      <p:pic>
        <p:nvPicPr>
          <p:cNvPr id="181" name="Graphic 180">
            <a:extLst>
              <a:ext uri="{FF2B5EF4-FFF2-40B4-BE49-F238E27FC236}">
                <a16:creationId xmlns:a16="http://schemas.microsoft.com/office/drawing/2014/main" id="{1EF27EAE-B96A-DA28-14DC-ACA48BD93A42}"/>
              </a:ext>
            </a:extLst>
          </p:cNvPr>
          <p:cNvPicPr>
            <a:picLocks noChangeAspect="1"/>
          </p:cNvPicPr>
          <p:nvPr/>
        </p:nvPicPr>
        <p:blipFill>
          <a:blip r:embed="rId204">
            <a:extLst>
              <a:ext uri="{96DAC541-7B7A-43D3-8B79-37D633B846F1}">
                <asvg:svgBlip xmlns:asvg="http://schemas.microsoft.com/office/drawing/2016/SVG/main" r:embed="rId205"/>
              </a:ext>
            </a:extLst>
          </a:blip>
          <a:stretch>
            <a:fillRect/>
          </a:stretch>
        </p:blipFill>
        <p:spPr>
          <a:xfrm>
            <a:off x="3939120" y="1814054"/>
            <a:ext cx="457200" cy="457200"/>
          </a:xfrm>
          <a:prstGeom prst="rect">
            <a:avLst/>
          </a:prstGeom>
        </p:spPr>
      </p:pic>
      <p:pic>
        <p:nvPicPr>
          <p:cNvPr id="193" name="Graphic 192">
            <a:extLst>
              <a:ext uri="{FF2B5EF4-FFF2-40B4-BE49-F238E27FC236}">
                <a16:creationId xmlns:a16="http://schemas.microsoft.com/office/drawing/2014/main" id="{08FA5EA9-CDF6-7E41-2755-C4E4A8B734A5}"/>
              </a:ext>
            </a:extLst>
          </p:cNvPr>
          <p:cNvPicPr>
            <a:picLocks noChangeAspect="1"/>
          </p:cNvPicPr>
          <p:nvPr/>
        </p:nvPicPr>
        <p:blipFill>
          <a:blip r:embed="rId206">
            <a:extLst>
              <a:ext uri="{96DAC541-7B7A-43D3-8B79-37D633B846F1}">
                <asvg:svgBlip xmlns:asvg="http://schemas.microsoft.com/office/drawing/2016/SVG/main" r:embed="rId207"/>
              </a:ext>
            </a:extLst>
          </a:blip>
          <a:stretch>
            <a:fillRect/>
          </a:stretch>
        </p:blipFill>
        <p:spPr>
          <a:xfrm>
            <a:off x="6225120" y="1814054"/>
            <a:ext cx="457200" cy="457200"/>
          </a:xfrm>
          <a:prstGeom prst="rect">
            <a:avLst/>
          </a:prstGeom>
        </p:spPr>
      </p:pic>
      <p:pic>
        <p:nvPicPr>
          <p:cNvPr id="197" name="Graphic 196">
            <a:extLst>
              <a:ext uri="{FF2B5EF4-FFF2-40B4-BE49-F238E27FC236}">
                <a16:creationId xmlns:a16="http://schemas.microsoft.com/office/drawing/2014/main" id="{C1190D42-27BB-77BD-C966-E89778CCE93B}"/>
              </a:ext>
            </a:extLst>
          </p:cNvPr>
          <p:cNvPicPr>
            <a:picLocks noChangeAspect="1"/>
          </p:cNvPicPr>
          <p:nvPr/>
        </p:nvPicPr>
        <p:blipFill>
          <a:blip r:embed="rId208">
            <a:extLst>
              <a:ext uri="{96DAC541-7B7A-43D3-8B79-37D633B846F1}">
                <asvg:svgBlip xmlns:asvg="http://schemas.microsoft.com/office/drawing/2016/SVG/main" r:embed="rId209"/>
              </a:ext>
            </a:extLst>
          </a:blip>
          <a:stretch>
            <a:fillRect/>
          </a:stretch>
        </p:blipFill>
        <p:spPr>
          <a:xfrm>
            <a:off x="5310720" y="1814054"/>
            <a:ext cx="457200" cy="457200"/>
          </a:xfrm>
          <a:prstGeom prst="rect">
            <a:avLst/>
          </a:prstGeom>
        </p:spPr>
      </p:pic>
      <p:pic>
        <p:nvPicPr>
          <p:cNvPr id="199" name="Graphic 198">
            <a:extLst>
              <a:ext uri="{FF2B5EF4-FFF2-40B4-BE49-F238E27FC236}">
                <a16:creationId xmlns:a16="http://schemas.microsoft.com/office/drawing/2014/main" id="{FB4CF88D-874D-AF0D-E9F1-B61066D0A70F}"/>
              </a:ext>
            </a:extLst>
          </p:cNvPr>
          <p:cNvPicPr>
            <a:picLocks noChangeAspect="1"/>
          </p:cNvPicPr>
          <p:nvPr/>
        </p:nvPicPr>
        <p:blipFill>
          <a:blip r:embed="rId210">
            <a:extLst>
              <a:ext uri="{96DAC541-7B7A-43D3-8B79-37D633B846F1}">
                <asvg:svgBlip xmlns:asvg="http://schemas.microsoft.com/office/drawing/2016/SVG/main" r:embed="rId211"/>
              </a:ext>
            </a:extLst>
          </a:blip>
          <a:stretch>
            <a:fillRect/>
          </a:stretch>
        </p:blipFill>
        <p:spPr>
          <a:xfrm>
            <a:off x="5767920" y="1814054"/>
            <a:ext cx="457200" cy="457200"/>
          </a:xfrm>
          <a:prstGeom prst="rect">
            <a:avLst/>
          </a:prstGeom>
        </p:spPr>
      </p:pic>
      <p:pic>
        <p:nvPicPr>
          <p:cNvPr id="205" name="Graphic 204">
            <a:extLst>
              <a:ext uri="{FF2B5EF4-FFF2-40B4-BE49-F238E27FC236}">
                <a16:creationId xmlns:a16="http://schemas.microsoft.com/office/drawing/2014/main" id="{03D492EE-7F58-7A91-F166-6C75CDB843D8}"/>
              </a:ext>
            </a:extLst>
          </p:cNvPr>
          <p:cNvPicPr>
            <a:picLocks noChangeAspect="1"/>
          </p:cNvPicPr>
          <p:nvPr/>
        </p:nvPicPr>
        <p:blipFill>
          <a:blip r:embed="rId212">
            <a:extLst>
              <a:ext uri="{96DAC541-7B7A-43D3-8B79-37D633B846F1}">
                <asvg:svgBlip xmlns:asvg="http://schemas.microsoft.com/office/drawing/2016/SVG/main" r:embed="rId213"/>
              </a:ext>
            </a:extLst>
          </a:blip>
          <a:stretch>
            <a:fillRect/>
          </a:stretch>
        </p:blipFill>
        <p:spPr>
          <a:xfrm>
            <a:off x="6682320" y="1814054"/>
            <a:ext cx="457200" cy="457200"/>
          </a:xfrm>
          <a:prstGeom prst="rect">
            <a:avLst/>
          </a:prstGeom>
        </p:spPr>
      </p:pic>
      <p:pic>
        <p:nvPicPr>
          <p:cNvPr id="207" name="Graphic 206">
            <a:extLst>
              <a:ext uri="{FF2B5EF4-FFF2-40B4-BE49-F238E27FC236}">
                <a16:creationId xmlns:a16="http://schemas.microsoft.com/office/drawing/2014/main" id="{0C097D4A-EF75-D113-125C-EB1F6DED2334}"/>
              </a:ext>
            </a:extLst>
          </p:cNvPr>
          <p:cNvPicPr>
            <a:picLocks noChangeAspect="1"/>
          </p:cNvPicPr>
          <p:nvPr/>
        </p:nvPicPr>
        <p:blipFill>
          <a:blip r:embed="rId214">
            <a:extLst>
              <a:ext uri="{96DAC541-7B7A-43D3-8B79-37D633B846F1}">
                <asvg:svgBlip xmlns:asvg="http://schemas.microsoft.com/office/drawing/2016/SVG/main" r:embed="rId215"/>
              </a:ext>
            </a:extLst>
          </a:blip>
          <a:stretch>
            <a:fillRect/>
          </a:stretch>
        </p:blipFill>
        <p:spPr>
          <a:xfrm>
            <a:off x="8053920" y="1814054"/>
            <a:ext cx="457200" cy="457200"/>
          </a:xfrm>
          <a:prstGeom prst="rect">
            <a:avLst/>
          </a:prstGeom>
        </p:spPr>
      </p:pic>
      <p:pic>
        <p:nvPicPr>
          <p:cNvPr id="209" name="Graphic 208">
            <a:extLst>
              <a:ext uri="{FF2B5EF4-FFF2-40B4-BE49-F238E27FC236}">
                <a16:creationId xmlns:a16="http://schemas.microsoft.com/office/drawing/2014/main" id="{286C6AAD-711E-F163-8E2F-65556EC8C8F6}"/>
              </a:ext>
            </a:extLst>
          </p:cNvPr>
          <p:cNvPicPr>
            <a:picLocks noChangeAspect="1"/>
          </p:cNvPicPr>
          <p:nvPr/>
        </p:nvPicPr>
        <p:blipFill>
          <a:blip r:embed="rId216">
            <a:extLst>
              <a:ext uri="{96DAC541-7B7A-43D3-8B79-37D633B846F1}">
                <asvg:svgBlip xmlns:asvg="http://schemas.microsoft.com/office/drawing/2016/SVG/main" r:embed="rId217"/>
              </a:ext>
            </a:extLst>
          </a:blip>
          <a:stretch>
            <a:fillRect/>
          </a:stretch>
        </p:blipFill>
        <p:spPr>
          <a:xfrm>
            <a:off x="4853520" y="1814054"/>
            <a:ext cx="457200" cy="457200"/>
          </a:xfrm>
          <a:prstGeom prst="rect">
            <a:avLst/>
          </a:prstGeom>
        </p:spPr>
      </p:pic>
      <p:pic>
        <p:nvPicPr>
          <p:cNvPr id="217" name="Graphic 216">
            <a:extLst>
              <a:ext uri="{FF2B5EF4-FFF2-40B4-BE49-F238E27FC236}">
                <a16:creationId xmlns:a16="http://schemas.microsoft.com/office/drawing/2014/main" id="{D08EF9B0-ED45-E8AA-ED9D-4ED1D52F8051}"/>
              </a:ext>
            </a:extLst>
          </p:cNvPr>
          <p:cNvPicPr>
            <a:picLocks noChangeAspect="1"/>
          </p:cNvPicPr>
          <p:nvPr/>
        </p:nvPicPr>
        <p:blipFill>
          <a:blip r:embed="rId218">
            <a:extLst>
              <a:ext uri="{96DAC541-7B7A-43D3-8B79-37D633B846F1}">
                <asvg:svgBlip xmlns:asvg="http://schemas.microsoft.com/office/drawing/2016/SVG/main" r:embed="rId219"/>
              </a:ext>
            </a:extLst>
          </a:blip>
          <a:stretch>
            <a:fillRect/>
          </a:stretch>
        </p:blipFill>
        <p:spPr>
          <a:xfrm>
            <a:off x="8968320" y="1814054"/>
            <a:ext cx="457200" cy="457200"/>
          </a:xfrm>
          <a:prstGeom prst="rect">
            <a:avLst/>
          </a:prstGeom>
        </p:spPr>
      </p:pic>
      <p:pic>
        <p:nvPicPr>
          <p:cNvPr id="219" name="Graphic 218">
            <a:extLst>
              <a:ext uri="{FF2B5EF4-FFF2-40B4-BE49-F238E27FC236}">
                <a16:creationId xmlns:a16="http://schemas.microsoft.com/office/drawing/2014/main" id="{901DD3DD-AD73-B5F2-3E00-9D8507F1AEFB}"/>
              </a:ext>
            </a:extLst>
          </p:cNvPr>
          <p:cNvPicPr>
            <a:picLocks noChangeAspect="1"/>
          </p:cNvPicPr>
          <p:nvPr/>
        </p:nvPicPr>
        <p:blipFill>
          <a:blip r:embed="rId220">
            <a:extLst>
              <a:ext uri="{96DAC541-7B7A-43D3-8B79-37D633B846F1}">
                <asvg:svgBlip xmlns:asvg="http://schemas.microsoft.com/office/drawing/2016/SVG/main" r:embed="rId221"/>
              </a:ext>
            </a:extLst>
          </a:blip>
          <a:stretch>
            <a:fillRect/>
          </a:stretch>
        </p:blipFill>
        <p:spPr>
          <a:xfrm>
            <a:off x="7139520" y="1814054"/>
            <a:ext cx="457200" cy="457200"/>
          </a:xfrm>
          <a:prstGeom prst="rect">
            <a:avLst/>
          </a:prstGeom>
        </p:spPr>
      </p:pic>
      <p:pic>
        <p:nvPicPr>
          <p:cNvPr id="221" name="Graphic 220">
            <a:extLst>
              <a:ext uri="{FF2B5EF4-FFF2-40B4-BE49-F238E27FC236}">
                <a16:creationId xmlns:a16="http://schemas.microsoft.com/office/drawing/2014/main" id="{770B9E43-CC5A-AE14-0608-59DC179D43C0}"/>
              </a:ext>
            </a:extLst>
          </p:cNvPr>
          <p:cNvPicPr>
            <a:picLocks noChangeAspect="1"/>
          </p:cNvPicPr>
          <p:nvPr/>
        </p:nvPicPr>
        <p:blipFill>
          <a:blip r:embed="rId222">
            <a:extLst>
              <a:ext uri="{96DAC541-7B7A-43D3-8B79-37D633B846F1}">
                <asvg:svgBlip xmlns:asvg="http://schemas.microsoft.com/office/drawing/2016/SVG/main" r:embed="rId223"/>
              </a:ext>
            </a:extLst>
          </a:blip>
          <a:stretch>
            <a:fillRect/>
          </a:stretch>
        </p:blipFill>
        <p:spPr>
          <a:xfrm>
            <a:off x="9882720" y="1814054"/>
            <a:ext cx="457200" cy="457200"/>
          </a:xfrm>
          <a:prstGeom prst="rect">
            <a:avLst/>
          </a:prstGeom>
        </p:spPr>
      </p:pic>
      <p:pic>
        <p:nvPicPr>
          <p:cNvPr id="223" name="Graphic 222">
            <a:extLst>
              <a:ext uri="{FF2B5EF4-FFF2-40B4-BE49-F238E27FC236}">
                <a16:creationId xmlns:a16="http://schemas.microsoft.com/office/drawing/2014/main" id="{12B942C6-B042-FE35-198F-6A21CA877913}"/>
              </a:ext>
            </a:extLst>
          </p:cNvPr>
          <p:cNvPicPr>
            <a:picLocks noChangeAspect="1"/>
          </p:cNvPicPr>
          <p:nvPr/>
        </p:nvPicPr>
        <p:blipFill>
          <a:blip r:embed="rId224">
            <a:extLst>
              <a:ext uri="{96DAC541-7B7A-43D3-8B79-37D633B846F1}">
                <asvg:svgBlip xmlns:asvg="http://schemas.microsoft.com/office/drawing/2016/SVG/main" r:embed="rId225"/>
              </a:ext>
            </a:extLst>
          </a:blip>
          <a:stretch>
            <a:fillRect/>
          </a:stretch>
        </p:blipFill>
        <p:spPr>
          <a:xfrm>
            <a:off x="8511120" y="1814054"/>
            <a:ext cx="457200" cy="457200"/>
          </a:xfrm>
          <a:prstGeom prst="rect">
            <a:avLst/>
          </a:prstGeom>
        </p:spPr>
      </p:pic>
      <p:pic>
        <p:nvPicPr>
          <p:cNvPr id="225" name="Graphic 224">
            <a:extLst>
              <a:ext uri="{FF2B5EF4-FFF2-40B4-BE49-F238E27FC236}">
                <a16:creationId xmlns:a16="http://schemas.microsoft.com/office/drawing/2014/main" id="{674E6030-C148-3D0C-89E8-E4FE55AE0B08}"/>
              </a:ext>
            </a:extLst>
          </p:cNvPr>
          <p:cNvPicPr>
            <a:picLocks noChangeAspect="1"/>
          </p:cNvPicPr>
          <p:nvPr/>
        </p:nvPicPr>
        <p:blipFill>
          <a:blip r:embed="rId226">
            <a:extLst>
              <a:ext uri="{96DAC541-7B7A-43D3-8B79-37D633B846F1}">
                <asvg:svgBlip xmlns:asvg="http://schemas.microsoft.com/office/drawing/2016/SVG/main" r:embed="rId227"/>
              </a:ext>
            </a:extLst>
          </a:blip>
          <a:stretch>
            <a:fillRect/>
          </a:stretch>
        </p:blipFill>
        <p:spPr>
          <a:xfrm>
            <a:off x="7596720" y="1814054"/>
            <a:ext cx="457200" cy="457200"/>
          </a:xfrm>
          <a:prstGeom prst="rect">
            <a:avLst/>
          </a:prstGeom>
        </p:spPr>
      </p:pic>
      <p:pic>
        <p:nvPicPr>
          <p:cNvPr id="227" name="Graphic 226">
            <a:extLst>
              <a:ext uri="{FF2B5EF4-FFF2-40B4-BE49-F238E27FC236}">
                <a16:creationId xmlns:a16="http://schemas.microsoft.com/office/drawing/2014/main" id="{928FBC09-0E2F-979C-CA70-CD026F8864E7}"/>
              </a:ext>
            </a:extLst>
          </p:cNvPr>
          <p:cNvPicPr>
            <a:picLocks noChangeAspect="1"/>
          </p:cNvPicPr>
          <p:nvPr/>
        </p:nvPicPr>
        <p:blipFill>
          <a:blip r:embed="rId228">
            <a:extLst>
              <a:ext uri="{96DAC541-7B7A-43D3-8B79-37D633B846F1}">
                <asvg:svgBlip xmlns:asvg="http://schemas.microsoft.com/office/drawing/2016/SVG/main" r:embed="rId229"/>
              </a:ext>
            </a:extLst>
          </a:blip>
          <a:stretch>
            <a:fillRect/>
          </a:stretch>
        </p:blipFill>
        <p:spPr>
          <a:xfrm>
            <a:off x="10797120" y="1814054"/>
            <a:ext cx="457200" cy="457200"/>
          </a:xfrm>
          <a:prstGeom prst="rect">
            <a:avLst/>
          </a:prstGeom>
        </p:spPr>
      </p:pic>
      <p:pic>
        <p:nvPicPr>
          <p:cNvPr id="233" name="Graphic 232">
            <a:extLst>
              <a:ext uri="{FF2B5EF4-FFF2-40B4-BE49-F238E27FC236}">
                <a16:creationId xmlns:a16="http://schemas.microsoft.com/office/drawing/2014/main" id="{3C5DBCF8-7EA4-78F4-DE49-11558B9A443A}"/>
              </a:ext>
            </a:extLst>
          </p:cNvPr>
          <p:cNvPicPr>
            <a:picLocks noChangeAspect="1"/>
          </p:cNvPicPr>
          <p:nvPr/>
        </p:nvPicPr>
        <p:blipFill>
          <a:blip r:embed="rId230">
            <a:extLst>
              <a:ext uri="{96DAC541-7B7A-43D3-8B79-37D633B846F1}">
                <asvg:svgBlip xmlns:asvg="http://schemas.microsoft.com/office/drawing/2016/SVG/main" r:embed="rId231"/>
              </a:ext>
            </a:extLst>
          </a:blip>
          <a:stretch>
            <a:fillRect/>
          </a:stretch>
        </p:blipFill>
        <p:spPr>
          <a:xfrm>
            <a:off x="4396320" y="1814054"/>
            <a:ext cx="457200" cy="457200"/>
          </a:xfrm>
          <a:prstGeom prst="rect">
            <a:avLst/>
          </a:prstGeom>
        </p:spPr>
      </p:pic>
      <p:pic>
        <p:nvPicPr>
          <p:cNvPr id="237" name="Graphic 236">
            <a:extLst>
              <a:ext uri="{FF2B5EF4-FFF2-40B4-BE49-F238E27FC236}">
                <a16:creationId xmlns:a16="http://schemas.microsoft.com/office/drawing/2014/main" id="{8CCE4595-0627-3B6B-FF10-B8BCD49B6404}"/>
              </a:ext>
            </a:extLst>
          </p:cNvPr>
          <p:cNvPicPr>
            <a:picLocks noChangeAspect="1"/>
          </p:cNvPicPr>
          <p:nvPr/>
        </p:nvPicPr>
        <p:blipFill>
          <a:blip r:embed="rId232">
            <a:extLst>
              <a:ext uri="{96DAC541-7B7A-43D3-8B79-37D633B846F1}">
                <asvg:svgBlip xmlns:asvg="http://schemas.microsoft.com/office/drawing/2016/SVG/main" r:embed="rId233"/>
              </a:ext>
            </a:extLst>
          </a:blip>
          <a:stretch>
            <a:fillRect/>
          </a:stretch>
        </p:blipFill>
        <p:spPr>
          <a:xfrm>
            <a:off x="10339920" y="1814054"/>
            <a:ext cx="457200" cy="457200"/>
          </a:xfrm>
          <a:prstGeom prst="rect">
            <a:avLst/>
          </a:prstGeom>
        </p:spPr>
      </p:pic>
      <p:pic>
        <p:nvPicPr>
          <p:cNvPr id="239" name="Graphic 238">
            <a:extLst>
              <a:ext uri="{FF2B5EF4-FFF2-40B4-BE49-F238E27FC236}">
                <a16:creationId xmlns:a16="http://schemas.microsoft.com/office/drawing/2014/main" id="{DD4B0E0F-EBA5-48A4-8CF2-9454DE5438CE}"/>
              </a:ext>
            </a:extLst>
          </p:cNvPr>
          <p:cNvPicPr>
            <a:picLocks noChangeAspect="1"/>
          </p:cNvPicPr>
          <p:nvPr/>
        </p:nvPicPr>
        <p:blipFill>
          <a:blip r:embed="rId234">
            <a:extLst>
              <a:ext uri="{96DAC541-7B7A-43D3-8B79-37D633B846F1}">
                <asvg:svgBlip xmlns:asvg="http://schemas.microsoft.com/office/drawing/2016/SVG/main" r:embed="rId235"/>
              </a:ext>
            </a:extLst>
          </a:blip>
          <a:stretch>
            <a:fillRect/>
          </a:stretch>
        </p:blipFill>
        <p:spPr>
          <a:xfrm>
            <a:off x="11254320" y="1814054"/>
            <a:ext cx="457200" cy="457200"/>
          </a:xfrm>
          <a:prstGeom prst="rect">
            <a:avLst/>
          </a:prstGeom>
        </p:spPr>
      </p:pic>
      <p:pic>
        <p:nvPicPr>
          <p:cNvPr id="241" name="Graphic 240">
            <a:extLst>
              <a:ext uri="{FF2B5EF4-FFF2-40B4-BE49-F238E27FC236}">
                <a16:creationId xmlns:a16="http://schemas.microsoft.com/office/drawing/2014/main" id="{4DF37C98-68E2-B02B-87D1-DBF5CD694E18}"/>
              </a:ext>
            </a:extLst>
          </p:cNvPr>
          <p:cNvPicPr>
            <a:picLocks noChangeAspect="1"/>
          </p:cNvPicPr>
          <p:nvPr/>
        </p:nvPicPr>
        <p:blipFill>
          <a:blip r:embed="rId236">
            <a:extLst>
              <a:ext uri="{96DAC541-7B7A-43D3-8B79-37D633B846F1}">
                <asvg:svgBlip xmlns:asvg="http://schemas.microsoft.com/office/drawing/2016/SVG/main" r:embed="rId237"/>
              </a:ext>
            </a:extLst>
          </a:blip>
          <a:stretch>
            <a:fillRect/>
          </a:stretch>
        </p:blipFill>
        <p:spPr>
          <a:xfrm>
            <a:off x="9425520" y="1814054"/>
            <a:ext cx="457200" cy="4572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1DDC1-E49F-3537-1CCC-3123DD1E7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A822E7D-AB3F-CE4C-A4E4-1205965AF175}" type="slidenum">
              <a:rPr lang="en-GB" noProof="0" smtClean="0"/>
              <a:pPr/>
              <a:t>40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689716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8468B0C-8CCA-9B69-4CB0-9455F80419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52FD8BC8-DE7B-BDB8-7040-94E4CDA17AF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88DC9996-236A-7221-0E6E-4E1B3AFA553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For more information visit sdworx.com</a:t>
            </a:r>
          </a:p>
        </p:txBody>
      </p:sp>
    </p:spTree>
    <p:extLst>
      <p:ext uri="{BB962C8B-B14F-4D97-AF65-F5344CB8AC3E}">
        <p14:creationId xmlns:p14="http://schemas.microsoft.com/office/powerpoint/2010/main" val="332584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CA268D1-373E-0ADD-ECB0-7B48EC76EA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AA230F6-0AFE-B961-2E6E-A65577138B3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3A49C3D3-F13C-165C-BDD8-EF9D5097F74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noProof="0" dirty="0"/>
              <a:t>For more information visit sdworx.com</a:t>
            </a:r>
          </a:p>
        </p:txBody>
      </p:sp>
    </p:spTree>
    <p:extLst>
      <p:ext uri="{BB962C8B-B14F-4D97-AF65-F5344CB8AC3E}">
        <p14:creationId xmlns:p14="http://schemas.microsoft.com/office/powerpoint/2010/main" val="1024701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EE4P_STYLE_ID" val="eedcc26a-7131-49f4-a9eb-1c0521500c03"/>
</p:tagLst>
</file>

<file path=ppt/theme/theme1.xml><?xml version="1.0" encoding="utf-8"?>
<a:theme xmlns:a="http://schemas.openxmlformats.org/drawingml/2006/main" name="SD Worx template 2025">
  <a:themeElements>
    <a:clrScheme name="SD Worx">
      <a:dk1>
        <a:srgbClr val="303642"/>
      </a:dk1>
      <a:lt1>
        <a:sysClr val="window" lastClr="FFFFFF"/>
      </a:lt1>
      <a:dk2>
        <a:srgbClr val="303642"/>
      </a:dk2>
      <a:lt2>
        <a:srgbClr val="E4E6EC"/>
      </a:lt2>
      <a:accent1>
        <a:srgbClr val="303642"/>
      </a:accent1>
      <a:accent2>
        <a:srgbClr val="438AB5"/>
      </a:accent2>
      <a:accent3>
        <a:srgbClr val="75829B"/>
      </a:accent3>
      <a:accent4>
        <a:srgbClr val="E4E6EC"/>
      </a:accent4>
      <a:accent5>
        <a:srgbClr val="FF4E0F"/>
      </a:accent5>
      <a:accent6>
        <a:srgbClr val="7A0051"/>
      </a:accent6>
      <a:hlink>
        <a:srgbClr val="303642"/>
      </a:hlink>
      <a:folHlink>
        <a:srgbClr val="FF4E0F"/>
      </a:folHlink>
    </a:clrScheme>
    <a:fontScheme name="Custom 1">
      <a:majorFont>
        <a:latin typeface="Roboto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0" tIns="0" rIns="0" bIns="0" rtlCol="0">
        <a:noAutofit/>
      </a:bodyPr>
      <a:lstStyle>
        <a:defPPr algn="l">
          <a:buClr>
            <a:schemeClr val="accent2"/>
          </a:buClr>
          <a:defRPr noProof="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Welcome to.pptx" id="{C8FD8950-6C29-42BF-84E0-A03D1CFA7193}" vid="{B85741BF-BAE3-41FA-87B2-B4467BCDD23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1D9276E785A7D4CB86C53AA4F838C14" ma:contentTypeVersion="6" ma:contentTypeDescription="Create a new document." ma:contentTypeScope="" ma:versionID="904071a4b1389e1fa429abb8122707f5">
  <xsd:schema xmlns:xsd="http://www.w3.org/2001/XMLSchema" xmlns:xs="http://www.w3.org/2001/XMLSchema" xmlns:p="http://schemas.microsoft.com/office/2006/metadata/properties" xmlns:ns2="1548e0b1-5c29-45a5-818f-9f42b4ac7fce" xmlns:ns3="8952cd36-deac-49d0-ba04-b502650a8fb0" targetNamespace="http://schemas.microsoft.com/office/2006/metadata/properties" ma:root="true" ma:fieldsID="90039e7e825527d37f2dbaed65e23aed" ns2:_="" ns3:_="">
    <xsd:import namespace="1548e0b1-5c29-45a5-818f-9f42b4ac7fce"/>
    <xsd:import namespace="8952cd36-deac-49d0-ba04-b502650a8fb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548e0b1-5c29-45a5-818f-9f42b4ac7fc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952cd36-deac-49d0-ba04-b502650a8fb0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2D48B67-EC76-4FD1-8D55-6B449B32977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E33E0B-97E4-483F-B82A-63BD10E8007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548e0b1-5c29-45a5-818f-9f42b4ac7fce"/>
    <ds:schemaRef ds:uri="8952cd36-deac-49d0-ba04-b502650a8f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CC83552-2895-4FA0-B2A4-D4E0C18CC125}">
  <ds:schemaRefs>
    <ds:schemaRef ds:uri="http://www.w3.org/XML/1998/namespace"/>
    <ds:schemaRef ds:uri="http://purl.org/dc/terms/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purl.org/dc/elements/1.1/"/>
    <ds:schemaRef ds:uri="http://schemas.microsoft.com/office/2006/metadata/properties"/>
    <ds:schemaRef ds:uri="http://schemas.openxmlformats.org/package/2006/metadata/core-properties"/>
    <ds:schemaRef ds:uri="8952cd36-deac-49d0-ba04-b502650a8fb0"/>
    <ds:schemaRef ds:uri="1548e0b1-5c29-45a5-818f-9f42b4ac7f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SD Worx_PowerPoint _Template 2025</Template>
  <TotalTime>23</TotalTime>
  <Words>653</Words>
  <Application>Microsoft Office PowerPoint</Application>
  <PresentationFormat>Widescreen</PresentationFormat>
  <Paragraphs>175</Paragraphs>
  <Slides>42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size="47" baseType="lpstr">
      <vt:lpstr>Aptos</vt:lpstr>
      <vt:lpstr>Roboto</vt:lpstr>
      <vt:lpstr>Arial</vt:lpstr>
      <vt:lpstr>Calibri</vt:lpstr>
      <vt:lpstr>SD Worx template 2025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Charts</vt:lpstr>
      <vt:lpstr>Table</vt:lpstr>
      <vt:lpstr>Example planning</vt:lpstr>
      <vt:lpstr>Adjustable map of Europe</vt:lpstr>
      <vt:lpstr>Icon library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Wesley Swildens</dc:creator>
  <cp:keywords/>
  <dc:description/>
  <cp:lastModifiedBy>Wesley Swildens</cp:lastModifiedBy>
  <cp:revision>1</cp:revision>
  <dcterms:created xsi:type="dcterms:W3CDTF">2026-02-16T14:37:39Z</dcterms:created>
  <dcterms:modified xsi:type="dcterms:W3CDTF">2026-04-01T11:57:26Z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e19d756-792e-42a1-bcad-4cb9051ddd2d_Enabled">
    <vt:lpwstr>true</vt:lpwstr>
  </property>
  <property fmtid="{D5CDD505-2E9C-101B-9397-08002B2CF9AE}" pid="3" name="MSIP_Label_8e19d756-792e-42a1-bcad-4cb9051ddd2d_SetDate">
    <vt:lpwstr>2024-10-31T20:28:03Z</vt:lpwstr>
  </property>
  <property fmtid="{D5CDD505-2E9C-101B-9397-08002B2CF9AE}" pid="4" name="MSIP_Label_8e19d756-792e-42a1-bcad-4cb9051ddd2d_Method">
    <vt:lpwstr>Standard</vt:lpwstr>
  </property>
  <property fmtid="{D5CDD505-2E9C-101B-9397-08002B2CF9AE}" pid="5" name="MSIP_Label_8e19d756-792e-42a1-bcad-4cb9051ddd2d_Name">
    <vt:lpwstr>Confidential</vt:lpwstr>
  </property>
  <property fmtid="{D5CDD505-2E9C-101B-9397-08002B2CF9AE}" pid="6" name="MSIP_Label_8e19d756-792e-42a1-bcad-4cb9051ddd2d_SiteId">
    <vt:lpwstr>41eb501a-f671-4ce0-a5bf-b64168c3705f</vt:lpwstr>
  </property>
  <property fmtid="{D5CDD505-2E9C-101B-9397-08002B2CF9AE}" pid="7" name="MSIP_Label_8e19d756-792e-42a1-bcad-4cb9051ddd2d_ActionId">
    <vt:lpwstr>3573f9ee-6c09-4370-8e7e-da2251dc04b4</vt:lpwstr>
  </property>
  <property fmtid="{D5CDD505-2E9C-101B-9397-08002B2CF9AE}" pid="8" name="MSIP_Label_8e19d756-792e-42a1-bcad-4cb9051ddd2d_ContentBits">
    <vt:lpwstr>2</vt:lpwstr>
  </property>
  <property fmtid="{D5CDD505-2E9C-101B-9397-08002B2CF9AE}" pid="9" name="ClassificationContentMarkingFooterLocations">
    <vt:lpwstr>SD Worx:5</vt:lpwstr>
  </property>
  <property fmtid="{D5CDD505-2E9C-101B-9397-08002B2CF9AE}" pid="10" name="ClassificationContentMarkingFooterText">
    <vt:lpwstr>Confidential - Not for Public Consumption or Distribution</vt:lpwstr>
  </property>
  <property fmtid="{D5CDD505-2E9C-101B-9397-08002B2CF9AE}" pid="11" name="ContentTypeId">
    <vt:lpwstr>0x01010091D9276E785A7D4CB86C53AA4F838C14</vt:lpwstr>
  </property>
</Properties>
</file>